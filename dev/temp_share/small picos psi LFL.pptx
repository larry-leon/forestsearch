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00.xml" ContentType="application/vnd.openxmlformats-officedocument.presentationml.slideMaster+xml"/>
  <Override PartName="/ppt/slideMasters/slideMaster101.xml" ContentType="application/vnd.openxmlformats-officedocument.presentationml.slideMaster+xml"/>
  <Override PartName="/ppt/slideMasters/slideMaster102.xml" ContentType="application/vnd.openxmlformats-officedocument.presentationml.slideMaster+xml"/>
  <Override PartName="/ppt/slideMasters/slideMaster103.xml" ContentType="application/vnd.openxmlformats-officedocument.presentationml.slideMaster+xml"/>
  <Override PartName="/ppt/slideMasters/slideMaster104.xml" ContentType="application/vnd.openxmlformats-officedocument.presentationml.slideMaster+xml"/>
  <Override PartName="/ppt/slideMasters/slideMaster105.xml" ContentType="application/vnd.openxmlformats-officedocument.presentationml.slideMaster+xml"/>
  <Override PartName="/ppt/slideMasters/slideMaster106.xml" ContentType="application/vnd.openxmlformats-officedocument.presentationml.slideMaster+xml"/>
  <Override PartName="/ppt/slideMasters/slideMaster107.xml" ContentType="application/vnd.openxmlformats-officedocument.presentationml.slideMaster+xml"/>
  <Override PartName="/ppt/slideMasters/slideMaster108.xml" ContentType="application/vnd.openxmlformats-officedocument.presentationml.slideMaster+xml"/>
  <Override PartName="/ppt/slideMasters/slideMaster109.xml" ContentType="application/vnd.openxmlformats-officedocument.presentationml.slideMaster+xml"/>
  <Override PartName="/ppt/slideMasters/slideMaster11.xml" ContentType="application/vnd.openxmlformats-officedocument.presentationml.slideMaster+xml"/>
  <Override PartName="/ppt/slideMasters/slideMaster110.xml" ContentType="application/vnd.openxmlformats-officedocument.presentationml.slideMaster+xml"/>
  <Override PartName="/ppt/slideMasters/slideMaster111.xml" ContentType="application/vnd.openxmlformats-officedocument.presentationml.slideMaster+xml"/>
  <Override PartName="/ppt/slideMasters/slideMaster112.xml" ContentType="application/vnd.openxmlformats-officedocument.presentationml.slideMaster+xml"/>
  <Override PartName="/ppt/slideMasters/slideMaster113.xml" ContentType="application/vnd.openxmlformats-officedocument.presentationml.slideMaster+xml"/>
  <Override PartName="/ppt/slideMasters/slideMaster114.xml" ContentType="application/vnd.openxmlformats-officedocument.presentationml.slideMaster+xml"/>
  <Override PartName="/ppt/slideMasters/slideMaster115.xml" ContentType="application/vnd.openxmlformats-officedocument.presentationml.slideMaster+xml"/>
  <Override PartName="/ppt/slideMasters/slideMaster116.xml" ContentType="application/vnd.openxmlformats-officedocument.presentationml.slideMaster+xml"/>
  <Override PartName="/ppt/slideMasters/slideMaster117.xml" ContentType="application/vnd.openxmlformats-officedocument.presentationml.slideMaster+xml"/>
  <Override PartName="/ppt/slideMasters/slideMaster118.xml" ContentType="application/vnd.openxmlformats-officedocument.presentationml.slideMaster+xml"/>
  <Override PartName="/ppt/slideMasters/slideMaster119.xml" ContentType="application/vnd.openxmlformats-officedocument.presentationml.slideMaster+xml"/>
  <Override PartName="/ppt/slideMasters/slideMaster12.xml" ContentType="application/vnd.openxmlformats-officedocument.presentationml.slideMaster+xml"/>
  <Override PartName="/ppt/slideMasters/slideMaster120.xml" ContentType="application/vnd.openxmlformats-officedocument.presentationml.slideMaster+xml"/>
  <Override PartName="/ppt/slideMasters/slideMaster121.xml" ContentType="application/vnd.openxmlformats-officedocument.presentationml.slideMaster+xml"/>
  <Override PartName="/ppt/slideMasters/slideMaster122.xml" ContentType="application/vnd.openxmlformats-officedocument.presentationml.slideMaster+xml"/>
  <Override PartName="/ppt/slideMasters/slideMaster123.xml" ContentType="application/vnd.openxmlformats-officedocument.presentationml.slideMaster+xml"/>
  <Override PartName="/ppt/slideMasters/slideMaster124.xml" ContentType="application/vnd.openxmlformats-officedocument.presentationml.slideMaster+xml"/>
  <Override PartName="/ppt/slideMasters/slideMaster125.xml" ContentType="application/vnd.openxmlformats-officedocument.presentationml.slideMaster+xml"/>
  <Override PartName="/ppt/slideMasters/slideMaster126.xml" ContentType="application/vnd.openxmlformats-officedocument.presentationml.slideMaster+xml"/>
  <Override PartName="/ppt/slideMasters/slideMaster127.xml" ContentType="application/vnd.openxmlformats-officedocument.presentationml.slideMaster+xml"/>
  <Override PartName="/ppt/slideMasters/slideMaster128.xml" ContentType="application/vnd.openxmlformats-officedocument.presentationml.slideMaster+xml"/>
  <Override PartName="/ppt/slideMasters/slideMaster129.xml" ContentType="application/vnd.openxmlformats-officedocument.presentationml.slideMaster+xml"/>
  <Override PartName="/ppt/slideMasters/slideMaster13.xml" ContentType="application/vnd.openxmlformats-officedocument.presentationml.slideMaster+xml"/>
  <Override PartName="/ppt/slideMasters/slideMaster130.xml" ContentType="application/vnd.openxmlformats-officedocument.presentationml.slideMaster+xml"/>
  <Override PartName="/ppt/slideMasters/slideMaster131.xml" ContentType="application/vnd.openxmlformats-officedocument.presentationml.slideMaster+xml"/>
  <Override PartName="/ppt/slideMasters/slideMaster132.xml" ContentType="application/vnd.openxmlformats-officedocument.presentationml.slideMaster+xml"/>
  <Override PartName="/ppt/slideMasters/slideMaster13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xml" ContentType="application/vnd.openxmlformats-officedocument.presentationml.slideMaster+xml"/>
  <Override PartName="/ppt/slideMasters/slideMaster80.xml" ContentType="application/vnd.openxmlformats-officedocument.presentationml.slideMaster+xml"/>
  <Override PartName="/ppt/slideMasters/slideMaster81.xml" ContentType="application/vnd.openxmlformats-officedocument.presentationml.slideMaster+xml"/>
  <Override PartName="/ppt/slideMasters/slideMaster82.xml" ContentType="application/vnd.openxmlformats-officedocument.presentationml.slideMaster+xml"/>
  <Override PartName="/ppt/slideMasters/slideMaster83.xml" ContentType="application/vnd.openxmlformats-officedocument.presentationml.slideMaster+xml"/>
  <Override PartName="/ppt/slideMasters/slideMaster84.xml" ContentType="application/vnd.openxmlformats-officedocument.presentationml.slideMaster+xml"/>
  <Override PartName="/ppt/slideMasters/slideMaster85.xml" ContentType="application/vnd.openxmlformats-officedocument.presentationml.slideMaster+xml"/>
  <Override PartName="/ppt/slideMasters/slideMaster86.xml" ContentType="application/vnd.openxmlformats-officedocument.presentationml.slideMaster+xml"/>
  <Override PartName="/ppt/slideMasters/slideMaster87.xml" ContentType="application/vnd.openxmlformats-officedocument.presentationml.slideMaster+xml"/>
  <Override PartName="/ppt/slideMasters/slideMaster88.xml" ContentType="application/vnd.openxmlformats-officedocument.presentationml.slideMaster+xml"/>
  <Override PartName="/ppt/slideMasters/slideMaster89.xml" ContentType="application/vnd.openxmlformats-officedocument.presentationml.slideMaster+xml"/>
  <Override PartName="/ppt/slideMasters/slideMaster9.xml" ContentType="application/vnd.openxmlformats-officedocument.presentationml.slideMaster+xml"/>
  <Override PartName="/ppt/slideMasters/slideMaster90.xml" ContentType="application/vnd.openxmlformats-officedocument.presentationml.slideMaster+xml"/>
  <Override PartName="/ppt/slideMasters/slideMaster91.xml" ContentType="application/vnd.openxmlformats-officedocument.presentationml.slideMaster+xml"/>
  <Override PartName="/ppt/slideMasters/slideMaster92.xml" ContentType="application/vnd.openxmlformats-officedocument.presentationml.slideMaster+xml"/>
  <Override PartName="/ppt/slideMasters/slideMaster93.xml" ContentType="application/vnd.openxmlformats-officedocument.presentationml.slideMaster+xml"/>
  <Override PartName="/ppt/slideMasters/slideMaster94.xml" ContentType="application/vnd.openxmlformats-officedocument.presentationml.slideMaster+xml"/>
  <Override PartName="/ppt/slideMasters/slideMaster95.xml" ContentType="application/vnd.openxmlformats-officedocument.presentationml.slideMaster+xml"/>
  <Override PartName="/ppt/slideMasters/slideMaster96.xml" ContentType="application/vnd.openxmlformats-officedocument.presentationml.slideMaster+xml"/>
  <Override PartName="/ppt/slideMasters/slideMaster97.xml" ContentType="application/vnd.openxmlformats-officedocument.presentationml.slideMaster+xml"/>
  <Override PartName="/ppt/slideMasters/slideMaster98.xml" ContentType="application/vnd.openxmlformats-officedocument.presentationml.slideMaster+xml"/>
  <Override PartName="/ppt/slideMasters/slideMaster99.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00.xml" ContentType="application/vnd.openxmlformats-officedocument.theme+xml"/>
  <Override PartName="/ppt/theme/theme101.xml" ContentType="application/vnd.openxmlformats-officedocument.theme+xml"/>
  <Override PartName="/ppt/theme/theme102.xml" ContentType="application/vnd.openxmlformats-officedocument.theme+xml"/>
  <Override PartName="/ppt/theme/theme103.xml" ContentType="application/vnd.openxmlformats-officedocument.theme+xml"/>
  <Override PartName="/ppt/theme/theme104.xml" ContentType="application/vnd.openxmlformats-officedocument.theme+xml"/>
  <Override PartName="/ppt/theme/theme105.xml" ContentType="application/vnd.openxmlformats-officedocument.theme+xml"/>
  <Override PartName="/ppt/theme/theme106.xml" ContentType="application/vnd.openxmlformats-officedocument.theme+xml"/>
  <Override PartName="/ppt/theme/theme107.xml" ContentType="application/vnd.openxmlformats-officedocument.theme+xml"/>
  <Override PartName="/ppt/theme/theme108.xml" ContentType="application/vnd.openxmlformats-officedocument.theme+xml"/>
  <Override PartName="/ppt/theme/theme109.xml" ContentType="application/vnd.openxmlformats-officedocument.theme+xml"/>
  <Override PartName="/ppt/theme/theme11.xml" ContentType="application/vnd.openxmlformats-officedocument.theme+xml"/>
  <Override PartName="/ppt/theme/theme110.xml" ContentType="application/vnd.openxmlformats-officedocument.theme+xml"/>
  <Override PartName="/ppt/theme/theme111.xml" ContentType="application/vnd.openxmlformats-officedocument.theme+xml"/>
  <Override PartName="/ppt/theme/theme112.xml" ContentType="application/vnd.openxmlformats-officedocument.theme+xml"/>
  <Override PartName="/ppt/theme/theme113.xml" ContentType="application/vnd.openxmlformats-officedocument.theme+xml"/>
  <Override PartName="/ppt/theme/theme114.xml" ContentType="application/vnd.openxmlformats-officedocument.theme+xml"/>
  <Override PartName="/ppt/theme/theme115.xml" ContentType="application/vnd.openxmlformats-officedocument.theme+xml"/>
  <Override PartName="/ppt/theme/theme116.xml" ContentType="application/vnd.openxmlformats-officedocument.theme+xml"/>
  <Override PartName="/ppt/theme/theme117.xml" ContentType="application/vnd.openxmlformats-officedocument.theme+xml"/>
  <Override PartName="/ppt/theme/theme118.xml" ContentType="application/vnd.openxmlformats-officedocument.theme+xml"/>
  <Override PartName="/ppt/theme/theme119.xml" ContentType="application/vnd.openxmlformats-officedocument.theme+xml"/>
  <Override PartName="/ppt/theme/theme12.xml" ContentType="application/vnd.openxmlformats-officedocument.theme+xml"/>
  <Override PartName="/ppt/theme/theme120.xml" ContentType="application/vnd.openxmlformats-officedocument.theme+xml"/>
  <Override PartName="/ppt/theme/theme121.xml" ContentType="application/vnd.openxmlformats-officedocument.theme+xml"/>
  <Override PartName="/ppt/theme/theme122.xml" ContentType="application/vnd.openxmlformats-officedocument.theme+xml"/>
  <Override PartName="/ppt/theme/theme123.xml" ContentType="application/vnd.openxmlformats-officedocument.theme+xml"/>
  <Override PartName="/ppt/theme/theme124.xml" ContentType="application/vnd.openxmlformats-officedocument.theme+xml"/>
  <Override PartName="/ppt/theme/theme125.xml" ContentType="application/vnd.openxmlformats-officedocument.theme+xml"/>
  <Override PartName="/ppt/theme/theme126.xml" ContentType="application/vnd.openxmlformats-officedocument.theme+xml"/>
  <Override PartName="/ppt/theme/theme127.xml" ContentType="application/vnd.openxmlformats-officedocument.theme+xml"/>
  <Override PartName="/ppt/theme/theme128.xml" ContentType="application/vnd.openxmlformats-officedocument.theme+xml"/>
  <Override PartName="/ppt/theme/theme129.xml" ContentType="application/vnd.openxmlformats-officedocument.theme+xml"/>
  <Override PartName="/ppt/theme/theme13.xml" ContentType="application/vnd.openxmlformats-officedocument.theme+xml"/>
  <Override PartName="/ppt/theme/theme130.xml" ContentType="application/vnd.openxmlformats-officedocument.theme+xml"/>
  <Override PartName="/ppt/theme/theme131.xml" ContentType="application/vnd.openxmlformats-officedocument.theme+xml"/>
  <Override PartName="/ppt/theme/theme132.xml" ContentType="application/vnd.openxmlformats-officedocument.theme+xml"/>
  <Override PartName="/ppt/theme/theme133.xml" ContentType="application/vnd.openxmlformats-officedocument.theme+xml"/>
  <Override PartName="/ppt/theme/theme134.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76.xml" ContentType="application/vnd.openxmlformats-officedocument.theme+xml"/>
  <Override PartName="/ppt/theme/theme77.xml" ContentType="application/vnd.openxmlformats-officedocument.theme+xml"/>
  <Override PartName="/ppt/theme/theme78.xml" ContentType="application/vnd.openxmlformats-officedocument.theme+xml"/>
  <Override PartName="/ppt/theme/theme79.xml" ContentType="application/vnd.openxmlformats-officedocument.theme+xml"/>
  <Override PartName="/ppt/theme/theme8.xml" ContentType="application/vnd.openxmlformats-officedocument.theme+xml"/>
  <Override PartName="/ppt/theme/theme80.xml" ContentType="application/vnd.openxmlformats-officedocument.theme+xml"/>
  <Override PartName="/ppt/theme/theme81.xml" ContentType="application/vnd.openxmlformats-officedocument.theme+xml"/>
  <Override PartName="/ppt/theme/theme82.xml" ContentType="application/vnd.openxmlformats-officedocument.theme+xml"/>
  <Override PartName="/ppt/theme/theme83.xml" ContentType="application/vnd.openxmlformats-officedocument.theme+xml"/>
  <Override PartName="/ppt/theme/theme84.xml" ContentType="application/vnd.openxmlformats-officedocument.theme+xml"/>
  <Override PartName="/ppt/theme/theme85.xml" ContentType="application/vnd.openxmlformats-officedocument.theme+xml"/>
  <Override PartName="/ppt/theme/theme86.xml" ContentType="application/vnd.openxmlformats-officedocument.theme+xml"/>
  <Override PartName="/ppt/theme/theme87.xml" ContentType="application/vnd.openxmlformats-officedocument.theme+xml"/>
  <Override PartName="/ppt/theme/theme88.xml" ContentType="application/vnd.openxmlformats-officedocument.theme+xml"/>
  <Override PartName="/ppt/theme/theme89.xml" ContentType="application/vnd.openxmlformats-officedocument.theme+xml"/>
  <Override PartName="/ppt/theme/theme9.xml" ContentType="application/vnd.openxmlformats-officedocument.theme+xml"/>
  <Override PartName="/ppt/theme/theme90.xml" ContentType="application/vnd.openxmlformats-officedocument.theme+xml"/>
  <Override PartName="/ppt/theme/theme91.xml" ContentType="application/vnd.openxmlformats-officedocument.theme+xml"/>
  <Override PartName="/ppt/theme/theme92.xml" ContentType="application/vnd.openxmlformats-officedocument.theme+xml"/>
  <Override PartName="/ppt/theme/theme93.xml" ContentType="application/vnd.openxmlformats-officedocument.theme+xml"/>
  <Override PartName="/ppt/theme/theme94.xml" ContentType="application/vnd.openxmlformats-officedocument.theme+xml"/>
  <Override PartName="/ppt/theme/theme95.xml" ContentType="application/vnd.openxmlformats-officedocument.theme+xml"/>
  <Override PartName="/ppt/theme/theme96.xml" ContentType="application/vnd.openxmlformats-officedocument.theme+xml"/>
  <Override PartName="/ppt/theme/theme97.xml" ContentType="application/vnd.openxmlformats-officedocument.theme+xml"/>
  <Override PartName="/ppt/theme/theme98.xml" ContentType="application/vnd.openxmlformats-officedocument.theme+xml"/>
  <Override PartName="/ppt/theme/theme9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 id="2147483704" r:id="rId29"/>
    <p:sldMasterId id="2147483706" r:id="rId30"/>
    <p:sldMasterId id="2147483708" r:id="rId31"/>
    <p:sldMasterId id="2147483710" r:id="rId32"/>
    <p:sldMasterId id="2147483712" r:id="rId33"/>
    <p:sldMasterId id="2147483714" r:id="rId34"/>
    <p:sldMasterId id="2147483716" r:id="rId35"/>
    <p:sldMasterId id="2147483718" r:id="rId36"/>
    <p:sldMasterId id="2147483720" r:id="rId37"/>
    <p:sldMasterId id="2147483722" r:id="rId38"/>
    <p:sldMasterId id="2147483724" r:id="rId39"/>
    <p:sldMasterId id="2147483726" r:id="rId40"/>
    <p:sldMasterId id="2147483728" r:id="rId41"/>
    <p:sldMasterId id="2147483730" r:id="rId42"/>
    <p:sldMasterId id="2147483732" r:id="rId43"/>
    <p:sldMasterId id="2147483734" r:id="rId44"/>
    <p:sldMasterId id="2147483736" r:id="rId45"/>
    <p:sldMasterId id="2147483738" r:id="rId46"/>
    <p:sldMasterId id="2147483740" r:id="rId47"/>
    <p:sldMasterId id="2147483742" r:id="rId48"/>
    <p:sldMasterId id="2147483744" r:id="rId49"/>
    <p:sldMasterId id="2147483746" r:id="rId50"/>
    <p:sldMasterId id="2147483748" r:id="rId51"/>
    <p:sldMasterId id="2147483750" r:id="rId52"/>
    <p:sldMasterId id="2147483752" r:id="rId53"/>
    <p:sldMasterId id="2147483754" r:id="rId54"/>
    <p:sldMasterId id="2147483756" r:id="rId55"/>
    <p:sldMasterId id="2147483758" r:id="rId56"/>
    <p:sldMasterId id="2147483760" r:id="rId57"/>
    <p:sldMasterId id="2147483762" r:id="rId58"/>
    <p:sldMasterId id="2147483764" r:id="rId59"/>
    <p:sldMasterId id="2147483766" r:id="rId60"/>
    <p:sldMasterId id="2147483768" r:id="rId61"/>
    <p:sldMasterId id="2147483770" r:id="rId62"/>
    <p:sldMasterId id="2147483772" r:id="rId63"/>
    <p:sldMasterId id="2147483774" r:id="rId64"/>
    <p:sldMasterId id="2147483776" r:id="rId65"/>
    <p:sldMasterId id="2147483778" r:id="rId66"/>
    <p:sldMasterId id="2147483780" r:id="rId67"/>
    <p:sldMasterId id="2147483782" r:id="rId68"/>
    <p:sldMasterId id="2147483784" r:id="rId69"/>
    <p:sldMasterId id="2147483786" r:id="rId70"/>
    <p:sldMasterId id="2147483788" r:id="rId71"/>
    <p:sldMasterId id="2147483790" r:id="rId72"/>
    <p:sldMasterId id="2147483792" r:id="rId73"/>
    <p:sldMasterId id="2147483794" r:id="rId74"/>
    <p:sldMasterId id="2147483796" r:id="rId75"/>
    <p:sldMasterId id="2147483798" r:id="rId76"/>
    <p:sldMasterId id="2147483800" r:id="rId77"/>
    <p:sldMasterId id="2147483802" r:id="rId78"/>
    <p:sldMasterId id="2147483804" r:id="rId79"/>
    <p:sldMasterId id="2147483806" r:id="rId80"/>
    <p:sldMasterId id="2147483808" r:id="rId81"/>
    <p:sldMasterId id="2147483810" r:id="rId82"/>
    <p:sldMasterId id="2147483812" r:id="rId83"/>
    <p:sldMasterId id="2147483814" r:id="rId84"/>
    <p:sldMasterId id="2147483816" r:id="rId85"/>
    <p:sldMasterId id="2147483818" r:id="rId86"/>
    <p:sldMasterId id="2147483820" r:id="rId87"/>
    <p:sldMasterId id="2147483822" r:id="rId88"/>
    <p:sldMasterId id="2147483824" r:id="rId89"/>
    <p:sldMasterId id="2147483826" r:id="rId90"/>
    <p:sldMasterId id="2147483828" r:id="rId91"/>
    <p:sldMasterId id="2147483830" r:id="rId92"/>
    <p:sldMasterId id="2147483832" r:id="rId93"/>
    <p:sldMasterId id="2147483834" r:id="rId94"/>
    <p:sldMasterId id="2147483836" r:id="rId95"/>
    <p:sldMasterId id="2147483838" r:id="rId96"/>
    <p:sldMasterId id="2147483840" r:id="rId97"/>
    <p:sldMasterId id="2147483842" r:id="rId98"/>
    <p:sldMasterId id="2147483844" r:id="rId99"/>
    <p:sldMasterId id="2147483846" r:id="rId100"/>
    <p:sldMasterId id="2147483848" r:id="rId101"/>
    <p:sldMasterId id="2147483850" r:id="rId102"/>
    <p:sldMasterId id="2147483852" r:id="rId103"/>
    <p:sldMasterId id="2147483854" r:id="rId104"/>
    <p:sldMasterId id="2147483856" r:id="rId105"/>
    <p:sldMasterId id="2147483858" r:id="rId106"/>
    <p:sldMasterId id="2147483860" r:id="rId107"/>
    <p:sldMasterId id="2147483862" r:id="rId108"/>
    <p:sldMasterId id="2147483864" r:id="rId109"/>
    <p:sldMasterId id="2147483866" r:id="rId110"/>
    <p:sldMasterId id="2147483868" r:id="rId111"/>
    <p:sldMasterId id="2147483870" r:id="rId112"/>
    <p:sldMasterId id="2147483872" r:id="rId113"/>
    <p:sldMasterId id="2147483874" r:id="rId114"/>
    <p:sldMasterId id="2147483876" r:id="rId115"/>
    <p:sldMasterId id="2147483878" r:id="rId116"/>
    <p:sldMasterId id="2147483880" r:id="rId117"/>
    <p:sldMasterId id="2147483882" r:id="rId118"/>
    <p:sldMasterId id="2147483884" r:id="rId119"/>
    <p:sldMasterId id="2147483886" r:id="rId120"/>
    <p:sldMasterId id="2147483888" r:id="rId121"/>
    <p:sldMasterId id="2147483890" r:id="rId122"/>
    <p:sldMasterId id="2147483892" r:id="rId123"/>
    <p:sldMasterId id="2147483894" r:id="rId124"/>
    <p:sldMasterId id="2147483896" r:id="rId125"/>
    <p:sldMasterId id="2147483898" r:id="rId126"/>
    <p:sldMasterId id="2147483900" r:id="rId127"/>
    <p:sldMasterId id="2147483902" r:id="rId128"/>
    <p:sldMasterId id="2147483904" r:id="rId129"/>
    <p:sldMasterId id="2147483906" r:id="rId130"/>
    <p:sldMasterId id="2147483908" r:id="rId131"/>
    <p:sldMasterId id="2147483910" r:id="rId132"/>
    <p:sldMasterId id="2147483912" r:id="rId133"/>
  </p:sldMasterIdLst>
  <p:notesMasterIdLst>
    <p:notesMasterId r:id="rId152"/>
  </p:notesMasterIdLst>
  <p:sldIdLst>
    <p:sldId id="256" r:id="rId134"/>
    <p:sldId id="257" r:id="rId135"/>
    <p:sldId id="258" r:id="rId136"/>
    <p:sldId id="259" r:id="rId137"/>
    <p:sldId id="260" r:id="rId138"/>
    <p:sldId id="261" r:id="rId139"/>
    <p:sldId id="274" r:id="rId157"/>
    <p:sldId id="275" r:id="rId158"/>
    <p:sldId id="276" r:id="rId159"/>
    <p:sldId id="277" r:id="rId160"/>
    <p:sldId id="278" r:id="rId161"/>
    <p:sldId id="279" r:id="rId162"/>
    <p:sldId id="280" r:id="rId163"/>
    <p:sldId id="267" r:id="rId146"/>
    <p:sldId id="268" r:id="rId147"/>
    <p:sldId id="269" r:id="rId148"/>
    <p:sldId id="270" r:id="rId149"/>
    <p:sldId id="271" r:id="rId150"/>
    <p:sldId id="272" r:id="rId151"/>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3.xml"/><Relationship Id="rId14" Type="http://schemas.openxmlformats.org/officeDocument/2006/relationships/slideMaster" Target="slideMasters/slideMaster14.xml"/><Relationship Id="rId15" Type="http://schemas.openxmlformats.org/officeDocument/2006/relationships/slideMaster" Target="slideMasters/slideMaster15.xml"/><Relationship Id="rId16" Type="http://schemas.openxmlformats.org/officeDocument/2006/relationships/slideMaster" Target="slideMasters/slideMaster16.xml"/><Relationship Id="rId17" Type="http://schemas.openxmlformats.org/officeDocument/2006/relationships/slideMaster" Target="slideMasters/slideMaster17.xml"/><Relationship Id="rId18" Type="http://schemas.openxmlformats.org/officeDocument/2006/relationships/slideMaster" Target="slideMasters/slideMaster18.xml"/><Relationship Id="rId19" Type="http://schemas.openxmlformats.org/officeDocument/2006/relationships/slideMaster" Target="slideMasters/slideMaster19.xml"/><Relationship Id="rId20" Type="http://schemas.openxmlformats.org/officeDocument/2006/relationships/slideMaster" Target="slideMasters/slideMaster20.xml"/><Relationship Id="rId21" Type="http://schemas.openxmlformats.org/officeDocument/2006/relationships/slideMaster" Target="slideMasters/slideMaster21.xml"/><Relationship Id="rId22" Type="http://schemas.openxmlformats.org/officeDocument/2006/relationships/slideMaster" Target="slideMasters/slideMaster22.xml"/><Relationship Id="rId23" Type="http://schemas.openxmlformats.org/officeDocument/2006/relationships/slideMaster" Target="slideMasters/slideMaster23.xml"/><Relationship Id="rId24" Type="http://schemas.openxmlformats.org/officeDocument/2006/relationships/slideMaster" Target="slideMasters/slideMaster24.xml"/><Relationship Id="rId25" Type="http://schemas.openxmlformats.org/officeDocument/2006/relationships/slideMaster" Target="slideMasters/slideMaster25.xml"/><Relationship Id="rId26" Type="http://schemas.openxmlformats.org/officeDocument/2006/relationships/slideMaster" Target="slideMasters/slideMaster26.xml"/><Relationship Id="rId27" Type="http://schemas.openxmlformats.org/officeDocument/2006/relationships/slideMaster" Target="slideMasters/slideMaster27.xml"/><Relationship Id="rId28" Type="http://schemas.openxmlformats.org/officeDocument/2006/relationships/slideMaster" Target="slideMasters/slideMaster28.xml"/><Relationship Id="rId29" Type="http://schemas.openxmlformats.org/officeDocument/2006/relationships/slideMaster" Target="slideMasters/slideMaster29.xml"/><Relationship Id="rId30" Type="http://schemas.openxmlformats.org/officeDocument/2006/relationships/slideMaster" Target="slideMasters/slideMaster30.xml"/><Relationship Id="rId31" Type="http://schemas.openxmlformats.org/officeDocument/2006/relationships/slideMaster" Target="slideMasters/slideMaster31.xml"/><Relationship Id="rId32" Type="http://schemas.openxmlformats.org/officeDocument/2006/relationships/slideMaster" Target="slideMasters/slideMaster32.xml"/><Relationship Id="rId33" Type="http://schemas.openxmlformats.org/officeDocument/2006/relationships/slideMaster" Target="slideMasters/slideMaster33.xml"/><Relationship Id="rId34" Type="http://schemas.openxmlformats.org/officeDocument/2006/relationships/slideMaster" Target="slideMasters/slideMaster34.xml"/><Relationship Id="rId35" Type="http://schemas.openxmlformats.org/officeDocument/2006/relationships/slideMaster" Target="slideMasters/slideMaster35.xml"/><Relationship Id="rId36" Type="http://schemas.openxmlformats.org/officeDocument/2006/relationships/slideMaster" Target="slideMasters/slideMaster36.xml"/><Relationship Id="rId37" Type="http://schemas.openxmlformats.org/officeDocument/2006/relationships/slideMaster" Target="slideMasters/slideMaster37.xml"/><Relationship Id="rId38" Type="http://schemas.openxmlformats.org/officeDocument/2006/relationships/slideMaster" Target="slideMasters/slideMaster38.xml"/><Relationship Id="rId39" Type="http://schemas.openxmlformats.org/officeDocument/2006/relationships/slideMaster" Target="slideMasters/slideMaster39.xml"/><Relationship Id="rId40" Type="http://schemas.openxmlformats.org/officeDocument/2006/relationships/slideMaster" Target="slideMasters/slideMaster40.xml"/><Relationship Id="rId41" Type="http://schemas.openxmlformats.org/officeDocument/2006/relationships/slideMaster" Target="slideMasters/slideMaster41.xml"/><Relationship Id="rId42" Type="http://schemas.openxmlformats.org/officeDocument/2006/relationships/slideMaster" Target="slideMasters/slideMaster42.xml"/><Relationship Id="rId43" Type="http://schemas.openxmlformats.org/officeDocument/2006/relationships/slideMaster" Target="slideMasters/slideMaster43.xml"/><Relationship Id="rId44" Type="http://schemas.openxmlformats.org/officeDocument/2006/relationships/slideMaster" Target="slideMasters/slideMaster44.xml"/><Relationship Id="rId45" Type="http://schemas.openxmlformats.org/officeDocument/2006/relationships/slideMaster" Target="slideMasters/slideMaster45.xml"/><Relationship Id="rId46" Type="http://schemas.openxmlformats.org/officeDocument/2006/relationships/slideMaster" Target="slideMasters/slideMaster46.xml"/><Relationship Id="rId47" Type="http://schemas.openxmlformats.org/officeDocument/2006/relationships/slideMaster" Target="slideMasters/slideMaster47.xml"/><Relationship Id="rId48" Type="http://schemas.openxmlformats.org/officeDocument/2006/relationships/slideMaster" Target="slideMasters/slideMaster48.xml"/><Relationship Id="rId49" Type="http://schemas.openxmlformats.org/officeDocument/2006/relationships/slideMaster" Target="slideMasters/slideMaster49.xml"/><Relationship Id="rId50" Type="http://schemas.openxmlformats.org/officeDocument/2006/relationships/slideMaster" Target="slideMasters/slideMaster50.xml"/><Relationship Id="rId51" Type="http://schemas.openxmlformats.org/officeDocument/2006/relationships/slideMaster" Target="slideMasters/slideMaster51.xml"/><Relationship Id="rId52" Type="http://schemas.openxmlformats.org/officeDocument/2006/relationships/slideMaster" Target="slideMasters/slideMaster52.xml"/><Relationship Id="rId53" Type="http://schemas.openxmlformats.org/officeDocument/2006/relationships/slideMaster" Target="slideMasters/slideMaster53.xml"/><Relationship Id="rId54" Type="http://schemas.openxmlformats.org/officeDocument/2006/relationships/slideMaster" Target="slideMasters/slideMaster54.xml"/><Relationship Id="rId55" Type="http://schemas.openxmlformats.org/officeDocument/2006/relationships/slideMaster" Target="slideMasters/slideMaster55.xml"/><Relationship Id="rId56" Type="http://schemas.openxmlformats.org/officeDocument/2006/relationships/slideMaster" Target="slideMasters/slideMaster56.xml"/><Relationship Id="rId57" Type="http://schemas.openxmlformats.org/officeDocument/2006/relationships/slideMaster" Target="slideMasters/slideMaster57.xml"/><Relationship Id="rId58" Type="http://schemas.openxmlformats.org/officeDocument/2006/relationships/slideMaster" Target="slideMasters/slideMaster58.xml"/><Relationship Id="rId59" Type="http://schemas.openxmlformats.org/officeDocument/2006/relationships/slideMaster" Target="slideMasters/slideMaster59.xml"/><Relationship Id="rId60" Type="http://schemas.openxmlformats.org/officeDocument/2006/relationships/slideMaster" Target="slideMasters/slideMaster60.xml"/><Relationship Id="rId61" Type="http://schemas.openxmlformats.org/officeDocument/2006/relationships/slideMaster" Target="slideMasters/slideMaster61.xml"/><Relationship Id="rId62" Type="http://schemas.openxmlformats.org/officeDocument/2006/relationships/slideMaster" Target="slideMasters/slideMaster62.xml"/><Relationship Id="rId63" Type="http://schemas.openxmlformats.org/officeDocument/2006/relationships/slideMaster" Target="slideMasters/slideMaster63.xml"/><Relationship Id="rId64" Type="http://schemas.openxmlformats.org/officeDocument/2006/relationships/slideMaster" Target="slideMasters/slideMaster64.xml"/><Relationship Id="rId65" Type="http://schemas.openxmlformats.org/officeDocument/2006/relationships/slideMaster" Target="slideMasters/slideMaster65.xml"/><Relationship Id="rId66" Type="http://schemas.openxmlformats.org/officeDocument/2006/relationships/slideMaster" Target="slideMasters/slideMaster66.xml"/><Relationship Id="rId67" Type="http://schemas.openxmlformats.org/officeDocument/2006/relationships/slideMaster" Target="slideMasters/slideMaster67.xml"/><Relationship Id="rId68" Type="http://schemas.openxmlformats.org/officeDocument/2006/relationships/slideMaster" Target="slideMasters/slideMaster68.xml"/><Relationship Id="rId69" Type="http://schemas.openxmlformats.org/officeDocument/2006/relationships/slideMaster" Target="slideMasters/slideMaster69.xml"/><Relationship Id="rId70" Type="http://schemas.openxmlformats.org/officeDocument/2006/relationships/slideMaster" Target="slideMasters/slideMaster70.xml"/><Relationship Id="rId71" Type="http://schemas.openxmlformats.org/officeDocument/2006/relationships/slideMaster" Target="slideMasters/slideMaster71.xml"/><Relationship Id="rId72" Type="http://schemas.openxmlformats.org/officeDocument/2006/relationships/slideMaster" Target="slideMasters/slideMaster72.xml"/><Relationship Id="rId73" Type="http://schemas.openxmlformats.org/officeDocument/2006/relationships/slideMaster" Target="slideMasters/slideMaster73.xml"/><Relationship Id="rId74" Type="http://schemas.openxmlformats.org/officeDocument/2006/relationships/slideMaster" Target="slideMasters/slideMaster74.xml"/><Relationship Id="rId75" Type="http://schemas.openxmlformats.org/officeDocument/2006/relationships/slideMaster" Target="slideMasters/slideMaster75.xml"/><Relationship Id="rId76" Type="http://schemas.openxmlformats.org/officeDocument/2006/relationships/slideMaster" Target="slideMasters/slideMaster76.xml"/><Relationship Id="rId77" Type="http://schemas.openxmlformats.org/officeDocument/2006/relationships/slideMaster" Target="slideMasters/slideMaster77.xml"/><Relationship Id="rId78" Type="http://schemas.openxmlformats.org/officeDocument/2006/relationships/slideMaster" Target="slideMasters/slideMaster78.xml"/><Relationship Id="rId79" Type="http://schemas.openxmlformats.org/officeDocument/2006/relationships/slideMaster" Target="slideMasters/slideMaster79.xml"/><Relationship Id="rId80" Type="http://schemas.openxmlformats.org/officeDocument/2006/relationships/slideMaster" Target="slideMasters/slideMaster80.xml"/><Relationship Id="rId81" Type="http://schemas.openxmlformats.org/officeDocument/2006/relationships/slideMaster" Target="slideMasters/slideMaster81.xml"/><Relationship Id="rId82" Type="http://schemas.openxmlformats.org/officeDocument/2006/relationships/slideMaster" Target="slideMasters/slideMaster82.xml"/><Relationship Id="rId83" Type="http://schemas.openxmlformats.org/officeDocument/2006/relationships/slideMaster" Target="slideMasters/slideMaster83.xml"/><Relationship Id="rId84" Type="http://schemas.openxmlformats.org/officeDocument/2006/relationships/slideMaster" Target="slideMasters/slideMaster84.xml"/><Relationship Id="rId85" Type="http://schemas.openxmlformats.org/officeDocument/2006/relationships/slideMaster" Target="slideMasters/slideMaster85.xml"/><Relationship Id="rId86" Type="http://schemas.openxmlformats.org/officeDocument/2006/relationships/slideMaster" Target="slideMasters/slideMaster86.xml"/><Relationship Id="rId87" Type="http://schemas.openxmlformats.org/officeDocument/2006/relationships/slideMaster" Target="slideMasters/slideMaster87.xml"/><Relationship Id="rId88" Type="http://schemas.openxmlformats.org/officeDocument/2006/relationships/slideMaster" Target="slideMasters/slideMaster88.xml"/><Relationship Id="rId89" Type="http://schemas.openxmlformats.org/officeDocument/2006/relationships/slideMaster" Target="slideMasters/slideMaster89.xml"/><Relationship Id="rId90" Type="http://schemas.openxmlformats.org/officeDocument/2006/relationships/slideMaster" Target="slideMasters/slideMaster90.xml"/><Relationship Id="rId91" Type="http://schemas.openxmlformats.org/officeDocument/2006/relationships/slideMaster" Target="slideMasters/slideMaster91.xml"/><Relationship Id="rId92" Type="http://schemas.openxmlformats.org/officeDocument/2006/relationships/slideMaster" Target="slideMasters/slideMaster92.xml"/><Relationship Id="rId93" Type="http://schemas.openxmlformats.org/officeDocument/2006/relationships/slideMaster" Target="slideMasters/slideMaster93.xml"/><Relationship Id="rId94" Type="http://schemas.openxmlformats.org/officeDocument/2006/relationships/slideMaster" Target="slideMasters/slideMaster94.xml"/><Relationship Id="rId95" Type="http://schemas.openxmlformats.org/officeDocument/2006/relationships/slideMaster" Target="slideMasters/slideMaster95.xml"/><Relationship Id="rId96" Type="http://schemas.openxmlformats.org/officeDocument/2006/relationships/slideMaster" Target="slideMasters/slideMaster96.xml"/><Relationship Id="rId97" Type="http://schemas.openxmlformats.org/officeDocument/2006/relationships/slideMaster" Target="slideMasters/slideMaster97.xml"/><Relationship Id="rId98" Type="http://schemas.openxmlformats.org/officeDocument/2006/relationships/slideMaster" Target="slideMasters/slideMaster98.xml"/><Relationship Id="rId99" Type="http://schemas.openxmlformats.org/officeDocument/2006/relationships/slideMaster" Target="slideMasters/slideMaster99.xml"/><Relationship Id="rId100" Type="http://schemas.openxmlformats.org/officeDocument/2006/relationships/slideMaster" Target="slideMasters/slideMaster100.xml"/><Relationship Id="rId101" Type="http://schemas.openxmlformats.org/officeDocument/2006/relationships/slideMaster" Target="slideMasters/slideMaster101.xml"/><Relationship Id="rId102" Type="http://schemas.openxmlformats.org/officeDocument/2006/relationships/slideMaster" Target="slideMasters/slideMaster102.xml"/><Relationship Id="rId103" Type="http://schemas.openxmlformats.org/officeDocument/2006/relationships/slideMaster" Target="slideMasters/slideMaster103.xml"/><Relationship Id="rId104" Type="http://schemas.openxmlformats.org/officeDocument/2006/relationships/slideMaster" Target="slideMasters/slideMaster104.xml"/><Relationship Id="rId105" Type="http://schemas.openxmlformats.org/officeDocument/2006/relationships/slideMaster" Target="slideMasters/slideMaster105.xml"/><Relationship Id="rId106" Type="http://schemas.openxmlformats.org/officeDocument/2006/relationships/slideMaster" Target="slideMasters/slideMaster106.xml"/><Relationship Id="rId107" Type="http://schemas.openxmlformats.org/officeDocument/2006/relationships/slideMaster" Target="slideMasters/slideMaster107.xml"/><Relationship Id="rId108" Type="http://schemas.openxmlformats.org/officeDocument/2006/relationships/slideMaster" Target="slideMasters/slideMaster108.xml"/><Relationship Id="rId109" Type="http://schemas.openxmlformats.org/officeDocument/2006/relationships/slideMaster" Target="slideMasters/slideMaster109.xml"/><Relationship Id="rId110" Type="http://schemas.openxmlformats.org/officeDocument/2006/relationships/slideMaster" Target="slideMasters/slideMaster110.xml"/><Relationship Id="rId111" Type="http://schemas.openxmlformats.org/officeDocument/2006/relationships/slideMaster" Target="slideMasters/slideMaster111.xml"/><Relationship Id="rId112" Type="http://schemas.openxmlformats.org/officeDocument/2006/relationships/slideMaster" Target="slideMasters/slideMaster112.xml"/><Relationship Id="rId113" Type="http://schemas.openxmlformats.org/officeDocument/2006/relationships/slideMaster" Target="slideMasters/slideMaster113.xml"/><Relationship Id="rId114" Type="http://schemas.openxmlformats.org/officeDocument/2006/relationships/slideMaster" Target="slideMasters/slideMaster114.xml"/><Relationship Id="rId115" Type="http://schemas.openxmlformats.org/officeDocument/2006/relationships/slideMaster" Target="slideMasters/slideMaster115.xml"/><Relationship Id="rId116" Type="http://schemas.openxmlformats.org/officeDocument/2006/relationships/slideMaster" Target="slideMasters/slideMaster116.xml"/><Relationship Id="rId117" Type="http://schemas.openxmlformats.org/officeDocument/2006/relationships/slideMaster" Target="slideMasters/slideMaster117.xml"/><Relationship Id="rId118" Type="http://schemas.openxmlformats.org/officeDocument/2006/relationships/slideMaster" Target="slideMasters/slideMaster118.xml"/><Relationship Id="rId119" Type="http://schemas.openxmlformats.org/officeDocument/2006/relationships/slideMaster" Target="slideMasters/slideMaster119.xml"/><Relationship Id="rId120" Type="http://schemas.openxmlformats.org/officeDocument/2006/relationships/slideMaster" Target="slideMasters/slideMaster120.xml"/><Relationship Id="rId121" Type="http://schemas.openxmlformats.org/officeDocument/2006/relationships/slideMaster" Target="slideMasters/slideMaster121.xml"/><Relationship Id="rId122" Type="http://schemas.openxmlformats.org/officeDocument/2006/relationships/slideMaster" Target="slideMasters/slideMaster122.xml"/><Relationship Id="rId123" Type="http://schemas.openxmlformats.org/officeDocument/2006/relationships/slideMaster" Target="slideMasters/slideMaster123.xml"/><Relationship Id="rId124" Type="http://schemas.openxmlformats.org/officeDocument/2006/relationships/slideMaster" Target="slideMasters/slideMaster124.xml"/><Relationship Id="rId125" Type="http://schemas.openxmlformats.org/officeDocument/2006/relationships/slideMaster" Target="slideMasters/slideMaster125.xml"/><Relationship Id="rId126" Type="http://schemas.openxmlformats.org/officeDocument/2006/relationships/slideMaster" Target="slideMasters/slideMaster126.xml"/><Relationship Id="rId127" Type="http://schemas.openxmlformats.org/officeDocument/2006/relationships/slideMaster" Target="slideMasters/slideMaster127.xml"/><Relationship Id="rId128" Type="http://schemas.openxmlformats.org/officeDocument/2006/relationships/slideMaster" Target="slideMasters/slideMaster128.xml"/><Relationship Id="rId129" Type="http://schemas.openxmlformats.org/officeDocument/2006/relationships/slideMaster" Target="slideMasters/slideMaster129.xml"/><Relationship Id="rId130" Type="http://schemas.openxmlformats.org/officeDocument/2006/relationships/slideMaster" Target="slideMasters/slideMaster130.xml"/><Relationship Id="rId131" Type="http://schemas.openxmlformats.org/officeDocument/2006/relationships/slideMaster" Target="slideMasters/slideMaster131.xml"/><Relationship Id="rId132" Type="http://schemas.openxmlformats.org/officeDocument/2006/relationships/slideMaster" Target="slideMasters/slideMaster132.xml"/><Relationship Id="rId133" Type="http://schemas.openxmlformats.org/officeDocument/2006/relationships/slideMaster" Target="slideMasters/slideMaster133.xml"/><Relationship Id="rId134" Type="http://schemas.openxmlformats.org/officeDocument/2006/relationships/slide" Target="slides/slide1.xml"/><Relationship Id="rId135" Type="http://schemas.openxmlformats.org/officeDocument/2006/relationships/slide" Target="slides/slide2.xml"/><Relationship Id="rId136" Type="http://schemas.openxmlformats.org/officeDocument/2006/relationships/slide" Target="slides/slide3.xml"/><Relationship Id="rId137" Type="http://schemas.openxmlformats.org/officeDocument/2006/relationships/slide" Target="slides/slide4.xml"/><Relationship Id="rId138" Type="http://schemas.openxmlformats.org/officeDocument/2006/relationships/slide" Target="slides/slide5.xml"/><Relationship Id="rId139" Type="http://schemas.openxmlformats.org/officeDocument/2006/relationships/slide" Target="slides/slide6.xml"/><Relationship Id="rId146" Type="http://schemas.openxmlformats.org/officeDocument/2006/relationships/slide" Target="slides/slide13.xml"/><Relationship Id="rId147" Type="http://schemas.openxmlformats.org/officeDocument/2006/relationships/slide" Target="slides/slide14.xml"/><Relationship Id="rId148" Type="http://schemas.openxmlformats.org/officeDocument/2006/relationships/slide" Target="slides/slide15.xml"/><Relationship Id="rId149" Type="http://schemas.openxmlformats.org/officeDocument/2006/relationships/slide" Target="slides/slide16.xml"/><Relationship Id="rId150" Type="http://schemas.openxmlformats.org/officeDocument/2006/relationships/slide" Target="slides/slide17.xml"/><Relationship Id="rId151" Type="http://schemas.openxmlformats.org/officeDocument/2006/relationships/slide" Target="slides/slide18.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 Id="rId157" Type="http://schemas.openxmlformats.org/officeDocument/2006/relationships/slide" Target="slides/slide19.xml"/><Relationship Id="rId158" Type="http://schemas.openxmlformats.org/officeDocument/2006/relationships/slide" Target="slides/slide20.xml"/><Relationship Id="rId159" Type="http://schemas.openxmlformats.org/officeDocument/2006/relationships/slide" Target="slides/slide21.xml"/><Relationship Id="rId160" Type="http://schemas.openxmlformats.org/officeDocument/2006/relationships/slide" Target="slides/slide22.xml"/><Relationship Id="rId161" Type="http://schemas.openxmlformats.org/officeDocument/2006/relationships/slide" Target="slides/slide23.xml"/><Relationship Id="rId162" Type="http://schemas.openxmlformats.org/officeDocument/2006/relationships/slide" Target="slides/slide24.xml"/><Relationship Id="rId163"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7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900" b="0" strike="noStrike" spc="-1">
                <a:solidFill>
                  <a:schemeClr val="dk1"/>
                </a:solidFill>
                <a:latin typeface="Invention"/>
              </a:rPr>
              <a:t>Click to move the slide</a:t>
            </a:r>
          </a:p>
        </p:txBody>
      </p:sp>
      <p:sp>
        <p:nvSpPr>
          <p:cNvPr id="167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67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679" name="PlaceHolder 4"/>
          <p:cNvSpPr>
            <a:spLocks noGrp="1"/>
          </p:cNvSpPr>
          <p:nvPr>
            <p:ph type="dt" idx="279"/>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680" name="PlaceHolder 5"/>
          <p:cNvSpPr>
            <a:spLocks noGrp="1"/>
          </p:cNvSpPr>
          <p:nvPr>
            <p:ph type="ftr" idx="280"/>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681" name="PlaceHolder 6"/>
          <p:cNvSpPr>
            <a:spLocks noGrp="1"/>
          </p:cNvSpPr>
          <p:nvPr>
            <p:ph type="sldNum" idx="281"/>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AD03A8AC-56AD-4917-9486-CAEF75CD9667}"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 name="PlaceHolder 1"/>
          <p:cNvSpPr>
            <a:spLocks noGrp="1" noRot="1" noChangeAspect="1"/>
          </p:cNvSpPr>
          <p:nvPr>
            <p:ph type="sldImg"/>
          </p:nvPr>
        </p:nvSpPr>
        <p:spPr>
          <a:xfrm>
            <a:off x="422280" y="1241280"/>
            <a:ext cx="5952600" cy="3349440"/>
          </a:xfrm>
          <a:prstGeom prst="rect">
            <a:avLst/>
          </a:prstGeom>
          <a:ln w="0">
            <a:noFill/>
          </a:ln>
        </p:spPr>
      </p:sp>
      <p:sp>
        <p:nvSpPr>
          <p:cNvPr id="1727" name="PlaceHolder 2"/>
          <p:cNvSpPr>
            <a:spLocks noGrp="1"/>
          </p:cNvSpPr>
          <p:nvPr>
            <p:ph type="body"/>
          </p:nvPr>
        </p:nvSpPr>
        <p:spPr>
          <a:xfrm>
            <a:off x="679680" y="4777920"/>
            <a:ext cx="5437800" cy="39088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728" name="PlaceHolder 3"/>
          <p:cNvSpPr>
            <a:spLocks noGrp="1"/>
          </p:cNvSpPr>
          <p:nvPr>
            <p:ph type="sldNum" idx="284"/>
          </p:nvPr>
        </p:nvSpPr>
        <p:spPr>
          <a:xfrm>
            <a:off x="3850560" y="9430200"/>
            <a:ext cx="2945160" cy="497880"/>
          </a:xfrm>
          <a:prstGeom prst="rect">
            <a:avLst/>
          </a:prstGeom>
          <a:noFill/>
          <a:ln w="0">
            <a:noFill/>
          </a:ln>
        </p:spPr>
        <p:txBody>
          <a:bodyPr lIns="91440" tIns="45720" rIns="91440" bIns="45720" anchor="b">
            <a:noAutofit/>
          </a:bodyPr>
          <a:lstStyle>
            <a:lvl1pPr indent="0" algn="r">
              <a:lnSpc>
                <a:spcPct val="100000"/>
              </a:lnSpc>
              <a:buNone/>
              <a:defRPr lang="en-GB" sz="1200" b="0" strike="noStrike" spc="-1">
                <a:solidFill>
                  <a:srgbClr val="000000"/>
                </a:solidFill>
                <a:latin typeface="Invention"/>
              </a:defRPr>
            </a:lvl1pPr>
          </a:lstStyle>
          <a:p>
            <a:pPr indent="0" algn="r">
              <a:lnSpc>
                <a:spcPct val="100000"/>
              </a:lnSpc>
              <a:buNone/>
            </a:pPr>
            <a:fld id="{09FCDD79-3C0A-4B4A-9836-3A877A424991}" type="slidenum">
              <a:rPr lang="en-GB" sz="1200" b="0" strike="noStrike" spc="-1">
                <a:solidFill>
                  <a:srgbClr val="000000"/>
                </a:solidFill>
                <a:latin typeface="Invention"/>
              </a:rPr>
              <a:t>3</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9" name="PlaceHolder 1"/>
          <p:cNvSpPr>
            <a:spLocks noGrp="1" noRot="1" noChangeAspect="1"/>
          </p:cNvSpPr>
          <p:nvPr>
            <p:ph type="sldImg"/>
          </p:nvPr>
        </p:nvSpPr>
        <p:spPr>
          <a:xfrm>
            <a:off x="422280" y="1241280"/>
            <a:ext cx="5952600" cy="3349440"/>
          </a:xfrm>
          <a:prstGeom prst="rect">
            <a:avLst/>
          </a:prstGeom>
          <a:ln w="0">
            <a:noFill/>
          </a:ln>
        </p:spPr>
      </p:sp>
      <p:sp>
        <p:nvSpPr>
          <p:cNvPr id="1730" name="PlaceHolder 2"/>
          <p:cNvSpPr>
            <a:spLocks noGrp="1"/>
          </p:cNvSpPr>
          <p:nvPr>
            <p:ph type="body"/>
          </p:nvPr>
        </p:nvSpPr>
        <p:spPr>
          <a:xfrm>
            <a:off x="679680" y="4777920"/>
            <a:ext cx="5437800" cy="39088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1731" name="PlaceHolder 3"/>
          <p:cNvSpPr>
            <a:spLocks noGrp="1"/>
          </p:cNvSpPr>
          <p:nvPr>
            <p:ph type="sldNum" idx="285"/>
          </p:nvPr>
        </p:nvSpPr>
        <p:spPr>
          <a:xfrm>
            <a:off x="3850560" y="9430200"/>
            <a:ext cx="2945160" cy="497880"/>
          </a:xfrm>
          <a:prstGeom prst="rect">
            <a:avLst/>
          </a:prstGeom>
          <a:noFill/>
          <a:ln w="0">
            <a:noFill/>
          </a:ln>
        </p:spPr>
        <p:txBody>
          <a:bodyPr lIns="91440" tIns="45720" rIns="91440" bIns="45720" anchor="b">
            <a:noAutofit/>
          </a:bodyPr>
          <a:lstStyle>
            <a:lvl1pPr indent="0" algn="r">
              <a:lnSpc>
                <a:spcPct val="100000"/>
              </a:lnSpc>
              <a:buNone/>
              <a:defRPr lang="en-GB" sz="1200" b="0" strike="noStrike" spc="-1">
                <a:solidFill>
                  <a:srgbClr val="000000"/>
                </a:solidFill>
                <a:latin typeface="Invention"/>
              </a:defRPr>
            </a:lvl1pPr>
          </a:lstStyle>
          <a:p>
            <a:pPr indent="0" algn="r">
              <a:lnSpc>
                <a:spcPct val="100000"/>
              </a:lnSpc>
              <a:buNone/>
            </a:pPr>
            <a:fld id="{4C855C78-ACF3-4AA2-AB12-A3718C864A5A}" type="slidenum">
              <a:rPr lang="en-GB" sz="1200" b="0" strike="noStrike" spc="-1">
                <a:solidFill>
                  <a:srgbClr val="000000"/>
                </a:solidFill>
                <a:latin typeface="Invention"/>
              </a:rPr>
              <a:t>6</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 name="PlaceHolder 1"/>
          <p:cNvSpPr>
            <a:spLocks noGrp="1" noRot="1" noChangeAspect="1"/>
          </p:cNvSpPr>
          <p:nvPr>
            <p:ph type="sldImg"/>
          </p:nvPr>
        </p:nvSpPr>
        <p:spPr>
          <a:xfrm>
            <a:off x="422275" y="1241425"/>
            <a:ext cx="5953125" cy="3349625"/>
          </a:xfrm>
          <a:prstGeom prst="rect">
            <a:avLst/>
          </a:prstGeom>
          <a:ln w="0">
            <a:noFill/>
          </a:ln>
        </p:spPr>
      </p:sp>
      <p:sp>
        <p:nvSpPr>
          <p:cNvPr id="1733" name="PlaceHolder 2"/>
          <p:cNvSpPr>
            <a:spLocks noGrp="1"/>
          </p:cNvSpPr>
          <p:nvPr>
            <p:ph type="body"/>
          </p:nvPr>
        </p:nvSpPr>
        <p:spPr>
          <a:xfrm>
            <a:off x="679680" y="4777920"/>
            <a:ext cx="5437800" cy="3908880"/>
          </a:xfrm>
          <a:prstGeom prst="rect">
            <a:avLst/>
          </a:prstGeom>
          <a:noFill/>
          <a:ln w="0">
            <a:noFill/>
          </a:ln>
        </p:spPr>
        <p:txBody>
          <a:bodyPr lIns="91440" tIns="45720" rIns="91440" bIns="45720" anchor="t">
            <a:noAutofit/>
          </a:bodyPr>
          <a:lstStyle/>
          <a:p>
            <a:pPr marL="393840" indent="-285840">
              <a:lnSpc>
                <a:spcPct val="100000"/>
              </a:lnSpc>
              <a:buNone/>
              <a:tabLst>
                <a:tab pos="0" algn="l"/>
              </a:tabLst>
            </a:pPr>
            <a:r>
              <a:rPr lang="en-US" sz="2000" b="0" strike="noStrike" spc="-1">
                <a:solidFill>
                  <a:srgbClr val="000000"/>
                </a:solidFill>
                <a:latin typeface="Arial"/>
              </a:rPr>
              <a:t>Metric(s) used (e.g. sample size, retrospective power calculation, etc.)</a:t>
            </a:r>
          </a:p>
          <a:p>
            <a:pPr marL="393840" indent="-285840">
              <a:lnSpc>
                <a:spcPct val="100000"/>
              </a:lnSpc>
              <a:buNone/>
              <a:tabLst>
                <a:tab pos="0" algn="l"/>
              </a:tabLst>
            </a:pPr>
            <a:r>
              <a:rPr lang="en-US" sz="2000" b="0" strike="noStrike" spc="-1">
                <a:solidFill>
                  <a:srgbClr val="000000"/>
                </a:solidFill>
                <a:latin typeface="Arial"/>
              </a:rPr>
              <a:t>Cut-off point (N=20/arm, power of 50%, etc.)</a:t>
            </a:r>
          </a:p>
          <a:p>
            <a:pPr marL="393840" indent="0">
              <a:lnSpc>
                <a:spcPct val="100000"/>
              </a:lnSpc>
              <a:buNone/>
              <a:tabLst>
                <a:tab pos="0" algn="l"/>
              </a:tabLst>
            </a:pPr>
            <a:endParaRPr lang="en-US" sz="2000" b="0" strike="noStrike" spc="-1">
              <a:solidFill>
                <a:srgbClr val="000000"/>
              </a:solidFill>
              <a:latin typeface="Arial"/>
            </a:endParaRPr>
          </a:p>
        </p:txBody>
      </p:sp>
      <p:sp>
        <p:nvSpPr>
          <p:cNvPr id="1734" name="PlaceHolder 3"/>
          <p:cNvSpPr>
            <a:spLocks noGrp="1"/>
          </p:cNvSpPr>
          <p:nvPr>
            <p:ph type="sldNum" idx="286"/>
          </p:nvPr>
        </p:nvSpPr>
        <p:spPr>
          <a:xfrm>
            <a:off x="3850560" y="9430200"/>
            <a:ext cx="2945160" cy="497880"/>
          </a:xfrm>
          <a:prstGeom prst="rect">
            <a:avLst/>
          </a:prstGeom>
          <a:noFill/>
          <a:ln w="0">
            <a:noFill/>
          </a:ln>
        </p:spPr>
        <p:txBody>
          <a:bodyPr lIns="91440" tIns="45720" rIns="91440" bIns="45720" anchor="b">
            <a:noAutofit/>
          </a:bodyPr>
          <a:lstStyle>
            <a:lvl1pPr indent="0" algn="r">
              <a:lnSpc>
                <a:spcPct val="100000"/>
              </a:lnSpc>
              <a:buNone/>
              <a:defRPr lang="en-GB" sz="1200" b="0" strike="noStrike" spc="-1">
                <a:solidFill>
                  <a:srgbClr val="000000"/>
                </a:solidFill>
                <a:latin typeface="Invention"/>
              </a:defRPr>
            </a:lvl1pPr>
          </a:lstStyle>
          <a:p>
            <a:pPr indent="0" algn="r">
              <a:lnSpc>
                <a:spcPct val="100000"/>
              </a:lnSpc>
              <a:buNone/>
            </a:pPr>
            <a:fld id="{3F6DF19C-1348-4386-8018-36F807325983}" type="slidenum">
              <a:rPr lang="en-GB" sz="1200" b="0" strike="noStrike" spc="-1">
                <a:solidFill>
                  <a:srgbClr val="000000"/>
                </a:solidFill>
                <a:latin typeface="Invention"/>
              </a:rPr>
              <a:t>14</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Slide – Lymphocytes">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18FFAD08-10A9-44CC-94E8-87267365A68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Slide – Lg Lymphocytes">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57086F01-3613-41D0-969A-F2DECCF6AC88}"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 Slide – Lg Photo">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lstStyle/>
          <a:p>
            <a:fld id="{3B2AF6EC-49F1-42D5-BEBE-498CF26942D7}"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Slide Teal">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 Slide Whit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 Slide with Image">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lstStyle/>
          <a:p>
            <a:r>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ection Header with Two Images">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31E52AA7-48B6-4346-BAFD-D66F9EC4C8FE}"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with Imag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B3C39E4B-26FA-41B6-A66F-83DFFD57880A}"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ivider Photo">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ivider Dk Blue Bar">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ivider Lt Teal Bar">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Slide – Neurons">
    <p:spTree>
      <p:nvGrpSpPr>
        <p:cNvPr id="1" name=""/>
        <p:cNvGrpSpPr/>
        <p:nvPr/>
      </p:nvGrpSpPr>
      <p:grpSpPr>
        <a:xfrm>
          <a:off x="0" y="0"/>
          <a:ext cx="0" cy="0"/>
          <a:chOff x="0" y="0"/>
          <a:chExt cx="0" cy="0"/>
        </a:xfrm>
      </p:grpSpPr>
      <p:sp>
        <p:nvSpPr>
          <p:cNvPr id="2" name="PlaceHolder 1"/>
          <p:cNvSpPr>
            <a:spLocks noGrp="1"/>
          </p:cNvSpPr>
          <p:nvPr>
            <p:ph type="sldNum" idx="13"/>
          </p:nvPr>
        </p:nvSpPr>
        <p:spPr/>
        <p:txBody>
          <a:bodyPr/>
          <a:lstStyle/>
          <a:p>
            <a:fld id="{4FEA2C7D-7259-4D31-BBCA-CD37108B55F8}"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Divider Lime Bar">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Divider Lemon Bar">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Divider Pastel Blue Bar">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ivider Vista Blue Bar">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Divider Rich Blue Bar">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Agenda Photo">
    <p:spTree>
      <p:nvGrpSpPr>
        <p:cNvPr id="1" name=""/>
        <p:cNvGrpSpPr/>
        <p:nvPr/>
      </p:nvGrpSpPr>
      <p:grpSpPr>
        <a:xfrm>
          <a:off x="0" y="0"/>
          <a:ext cx="0" cy="0"/>
          <a:chOff x="0" y="0"/>
          <a:chExt cx="0" cy="0"/>
        </a:xfrm>
      </p:grpSpPr>
      <p:sp>
        <p:nvSpPr>
          <p:cNvPr id="2" name="PlaceHolder 1"/>
          <p:cNvSpPr>
            <a:spLocks noGrp="1"/>
          </p:cNvSpPr>
          <p:nvPr>
            <p:ph type="ftr" idx="15"/>
          </p:nvPr>
        </p:nvSpPr>
        <p:spPr/>
        <p:txBody>
          <a:bodyPr/>
          <a:lstStyle/>
          <a:p>
            <a:r>
              <a:t>Footer</a:t>
            </a:r>
          </a:p>
        </p:txBody>
      </p:sp>
      <p:sp>
        <p:nvSpPr>
          <p:cNvPr id="3" name="PlaceHolder 2"/>
          <p:cNvSpPr>
            <a:spLocks noGrp="1"/>
          </p:cNvSpPr>
          <p:nvPr>
            <p:ph type="sldNum" idx="16"/>
          </p:nvPr>
        </p:nvSpPr>
        <p:spPr/>
        <p:txBody>
          <a:bodyPr/>
          <a:lstStyle/>
          <a:p>
            <a:fld id="{A1D0D952-CC77-422C-B246-58FC156CE509}" type="slidenum">
              <a:t>‹#›</a:t>
            </a:fld>
            <a:endParaRPr/>
          </a:p>
        </p:txBody>
      </p:sp>
      <p:sp>
        <p:nvSpPr>
          <p:cNvPr id="4" name="PlaceHolder 3"/>
          <p:cNvSpPr>
            <a:spLocks noGrp="1"/>
          </p:cNvSpPr>
          <p:nvPr>
            <p:ph type="dt" idx="1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Agenda Num List">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lstStyle/>
          <a:p>
            <a:r>
              <a:t>Footer</a:t>
            </a:r>
          </a:p>
        </p:txBody>
      </p:sp>
      <p:sp>
        <p:nvSpPr>
          <p:cNvPr id="3" name="PlaceHolder 2"/>
          <p:cNvSpPr>
            <a:spLocks noGrp="1"/>
          </p:cNvSpPr>
          <p:nvPr>
            <p:ph type="sldNum" idx="19"/>
          </p:nvPr>
        </p:nvSpPr>
        <p:spPr/>
        <p:txBody>
          <a:bodyPr/>
          <a:lstStyle/>
          <a:p>
            <a:fld id="{0F91C6A4-3767-4347-ACA6-4C66D258B1AC}" type="slidenum">
              <a:t>‹#›</a:t>
            </a:fld>
            <a:endParaRPr/>
          </a:p>
        </p:txBody>
      </p:sp>
      <p:sp>
        <p:nvSpPr>
          <p:cNvPr id="4" name="PlaceHolder 3"/>
          <p:cNvSpPr>
            <a:spLocks noGrp="1"/>
          </p:cNvSpPr>
          <p:nvPr>
            <p:ph type="dt" idx="17"/>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omplex Agenda List">
    <p:spTree>
      <p:nvGrpSpPr>
        <p:cNvPr id="1" name=""/>
        <p:cNvGrpSpPr/>
        <p:nvPr/>
      </p:nvGrpSpPr>
      <p:grpSpPr>
        <a:xfrm>
          <a:off x="0" y="0"/>
          <a:ext cx="0" cy="0"/>
          <a:chOff x="0" y="0"/>
          <a:chExt cx="0" cy="0"/>
        </a:xfrm>
      </p:grpSpPr>
      <p:sp>
        <p:nvSpPr>
          <p:cNvPr id="2" name="PlaceHolder 1"/>
          <p:cNvSpPr>
            <a:spLocks noGrp="1"/>
          </p:cNvSpPr>
          <p:nvPr>
            <p:ph type="ftr" idx="21"/>
          </p:nvPr>
        </p:nvSpPr>
        <p:spPr/>
        <p:txBody>
          <a:bodyPr/>
          <a:lstStyle/>
          <a:p>
            <a:r>
              <a:t>Footer</a:t>
            </a:r>
          </a:p>
        </p:txBody>
      </p:sp>
      <p:sp>
        <p:nvSpPr>
          <p:cNvPr id="3" name="PlaceHolder 2"/>
          <p:cNvSpPr>
            <a:spLocks noGrp="1"/>
          </p:cNvSpPr>
          <p:nvPr>
            <p:ph type="sldNum" idx="22"/>
          </p:nvPr>
        </p:nvSpPr>
        <p:spPr/>
        <p:txBody>
          <a:bodyPr/>
          <a:lstStyle/>
          <a:p>
            <a:fld id="{19B4A4B7-8DD4-45BC-AF39-F7B42E23C7A7}" type="slidenum">
              <a:t>‹#›</a:t>
            </a:fld>
            <a:endParaRPr/>
          </a:p>
        </p:txBody>
      </p:sp>
      <p:sp>
        <p:nvSpPr>
          <p:cNvPr id="4" name="PlaceHolder 3"/>
          <p:cNvSpPr>
            <a:spLocks noGrp="1"/>
          </p:cNvSpPr>
          <p:nvPr>
            <p:ph type="dt" idx="20"/>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 Header with Content">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lstStyle/>
          <a:p>
            <a:r>
              <a:t>Footer</a:t>
            </a:r>
          </a:p>
        </p:txBody>
      </p:sp>
      <p:sp>
        <p:nvSpPr>
          <p:cNvPr id="3" name="PlaceHolder 2"/>
          <p:cNvSpPr>
            <a:spLocks noGrp="1"/>
          </p:cNvSpPr>
          <p:nvPr>
            <p:ph type="sldNum" idx="25"/>
          </p:nvPr>
        </p:nvSpPr>
        <p:spPr/>
        <p:txBody>
          <a:bodyPr/>
          <a:lstStyle/>
          <a:p>
            <a:fld id="{C94C211D-8D1B-4DD3-902B-247137E75D4E}" type="slidenum">
              <a:t>‹#›</a:t>
            </a:fld>
            <a:endParaRPr/>
          </a:p>
        </p:txBody>
      </p:sp>
      <p:sp>
        <p:nvSpPr>
          <p:cNvPr id="4" name="PlaceHolder 3"/>
          <p:cNvSpPr>
            <a:spLocks noGrp="1"/>
          </p:cNvSpPr>
          <p:nvPr>
            <p:ph type="dt" idx="23"/>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 Header Dk Blue">
    <p:spTree>
      <p:nvGrpSpPr>
        <p:cNvPr id="1" name=""/>
        <p:cNvGrpSpPr/>
        <p:nvPr/>
      </p:nvGrpSpPr>
      <p:grpSpPr>
        <a:xfrm>
          <a:off x="0" y="0"/>
          <a:ext cx="0" cy="0"/>
          <a:chOff x="0" y="0"/>
          <a:chExt cx="0" cy="0"/>
        </a:xfrm>
      </p:grpSpPr>
      <p:sp>
        <p:nvSpPr>
          <p:cNvPr id="2" name="PlaceHolder 1"/>
          <p:cNvSpPr>
            <a:spLocks noGrp="1"/>
          </p:cNvSpPr>
          <p:nvPr>
            <p:ph type="ftr" idx="27"/>
          </p:nvPr>
        </p:nvSpPr>
        <p:spPr/>
        <p:txBody>
          <a:bodyPr/>
          <a:lstStyle/>
          <a:p>
            <a:r>
              <a:t>Footer</a:t>
            </a:r>
          </a:p>
        </p:txBody>
      </p:sp>
      <p:sp>
        <p:nvSpPr>
          <p:cNvPr id="3" name="PlaceHolder 2"/>
          <p:cNvSpPr>
            <a:spLocks noGrp="1"/>
          </p:cNvSpPr>
          <p:nvPr>
            <p:ph type="sldNum" idx="28"/>
          </p:nvPr>
        </p:nvSpPr>
        <p:spPr/>
        <p:txBody>
          <a:bodyPr/>
          <a:lstStyle/>
          <a:p>
            <a:fld id="{2F42F9F2-9BC7-40AC-9E55-7B9E05E26388}" type="slidenum">
              <a:t>‹#›</a:t>
            </a:fld>
            <a:endParaRPr/>
          </a:p>
        </p:txBody>
      </p:sp>
      <p:sp>
        <p:nvSpPr>
          <p:cNvPr id="4" name="PlaceHolder 3"/>
          <p:cNvSpPr>
            <a:spLocks noGrp="1"/>
          </p:cNvSpPr>
          <p:nvPr>
            <p:ph type="dt" idx="2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Slide – Life Family">
    <p:spTree>
      <p:nvGrpSpPr>
        <p:cNvPr id="1" name=""/>
        <p:cNvGrpSpPr/>
        <p:nvPr/>
      </p:nvGrpSpPr>
      <p:grpSpPr>
        <a:xfrm>
          <a:off x="0" y="0"/>
          <a:ext cx="0" cy="0"/>
          <a:chOff x="0" y="0"/>
          <a:chExt cx="0" cy="0"/>
        </a:xfrm>
      </p:grpSpPr>
      <p:sp>
        <p:nvSpPr>
          <p:cNvPr id="2" name="PlaceHolder 1"/>
          <p:cNvSpPr>
            <a:spLocks noGrp="1"/>
          </p:cNvSpPr>
          <p:nvPr>
            <p:ph type="sldNum" idx="29"/>
          </p:nvPr>
        </p:nvSpPr>
        <p:spPr/>
        <p:txBody>
          <a:bodyPr/>
          <a:lstStyle/>
          <a:p>
            <a:fld id="{4BC0E4A4-7DBD-4B8D-A352-D823F191EFE9}"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Div Section Slide Teal">
    <p:spTree>
      <p:nvGrpSpPr>
        <p:cNvPr id="1" name=""/>
        <p:cNvGrpSpPr/>
        <p:nvPr/>
      </p:nvGrpSpPr>
      <p:grpSpPr>
        <a:xfrm>
          <a:off x="0" y="0"/>
          <a:ext cx="0" cy="0"/>
          <a:chOff x="0" y="0"/>
          <a:chExt cx="0" cy="0"/>
        </a:xfrm>
      </p:grpSpPr>
      <p:sp>
        <p:nvSpPr>
          <p:cNvPr id="2" name="PlaceHolder 1"/>
          <p:cNvSpPr>
            <a:spLocks noGrp="1"/>
          </p:cNvSpPr>
          <p:nvPr>
            <p:ph type="sldNum" idx="30"/>
          </p:nvPr>
        </p:nvSpPr>
        <p:spPr/>
        <p:txBody>
          <a:bodyPr/>
          <a:lstStyle/>
          <a:p>
            <a:fld id="{CB69EFE6-6379-434F-925F-A8BED68461F2}"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iv Section Teal Patient">
    <p:spTree>
      <p:nvGrpSpPr>
        <p:cNvPr id="1" name=""/>
        <p:cNvGrpSpPr/>
        <p:nvPr/>
      </p:nvGrpSpPr>
      <p:grpSpPr>
        <a:xfrm>
          <a:off x="0" y="0"/>
          <a:ext cx="0" cy="0"/>
          <a:chOff x="0" y="0"/>
          <a:chExt cx="0" cy="0"/>
        </a:xfrm>
      </p:grpSpPr>
      <p:sp>
        <p:nvSpPr>
          <p:cNvPr id="2" name="PlaceHolder 1"/>
          <p:cNvSpPr>
            <a:spLocks noGrp="1"/>
          </p:cNvSpPr>
          <p:nvPr>
            <p:ph type="sldNum" idx="31"/>
          </p:nvPr>
        </p:nvSpPr>
        <p:spPr/>
        <p:txBody>
          <a:bodyPr/>
          <a:lstStyle/>
          <a:p>
            <a:fld id="{85F674F6-220F-45DE-93D9-A190D3DB8F7F}"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iv Section Teal Science">
    <p:spTree>
      <p:nvGrpSpPr>
        <p:cNvPr id="1" name=""/>
        <p:cNvGrpSpPr/>
        <p:nvPr/>
      </p:nvGrpSpPr>
      <p:grpSpPr>
        <a:xfrm>
          <a:off x="0" y="0"/>
          <a:ext cx="0" cy="0"/>
          <a:chOff x="0" y="0"/>
          <a:chExt cx="0" cy="0"/>
        </a:xfrm>
      </p:grpSpPr>
      <p:sp>
        <p:nvSpPr>
          <p:cNvPr id="2" name="PlaceHolder 1"/>
          <p:cNvSpPr>
            <a:spLocks noGrp="1"/>
          </p:cNvSpPr>
          <p:nvPr>
            <p:ph type="sldNum" idx="32"/>
          </p:nvPr>
        </p:nvSpPr>
        <p:spPr/>
        <p:txBody>
          <a:bodyPr/>
          <a:lstStyle/>
          <a:p>
            <a:fld id="{FAA9DAF6-4563-41DF-9337-37AA581987B5}"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Div Section Teal Tech">
    <p:spTree>
      <p:nvGrpSpPr>
        <p:cNvPr id="1" name=""/>
        <p:cNvGrpSpPr/>
        <p:nvPr/>
      </p:nvGrpSpPr>
      <p:grpSpPr>
        <a:xfrm>
          <a:off x="0" y="0"/>
          <a:ext cx="0" cy="0"/>
          <a:chOff x="0" y="0"/>
          <a:chExt cx="0" cy="0"/>
        </a:xfrm>
      </p:grpSpPr>
      <p:sp>
        <p:nvSpPr>
          <p:cNvPr id="2" name="PlaceHolder 1"/>
          <p:cNvSpPr>
            <a:spLocks noGrp="1"/>
          </p:cNvSpPr>
          <p:nvPr>
            <p:ph type="sldNum" idx="33"/>
          </p:nvPr>
        </p:nvSpPr>
        <p:spPr/>
        <p:txBody>
          <a:bodyPr/>
          <a:lstStyle/>
          <a:p>
            <a:fld id="{1077FCFD-0F5F-4AE8-93C5-D320EBAE7CE2}"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Div Section Slide Blue">
    <p:spTree>
      <p:nvGrpSpPr>
        <p:cNvPr id="1" name=""/>
        <p:cNvGrpSpPr/>
        <p:nvPr/>
      </p:nvGrpSpPr>
      <p:grpSpPr>
        <a:xfrm>
          <a:off x="0" y="0"/>
          <a:ext cx="0" cy="0"/>
          <a:chOff x="0" y="0"/>
          <a:chExt cx="0" cy="0"/>
        </a:xfrm>
      </p:grpSpPr>
      <p:sp>
        <p:nvSpPr>
          <p:cNvPr id="2" name="PlaceHolder 1"/>
          <p:cNvSpPr>
            <a:spLocks noGrp="1"/>
          </p:cNvSpPr>
          <p:nvPr>
            <p:ph type="sldNum" idx="34"/>
          </p:nvPr>
        </p:nvSpPr>
        <p:spPr/>
        <p:txBody>
          <a:bodyPr/>
          <a:lstStyle/>
          <a:p>
            <a:fld id="{4B501B15-51E3-4CC4-A2D9-A1499FE4CBE2}"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iv Section Blue Patient">
    <p:spTree>
      <p:nvGrpSpPr>
        <p:cNvPr id="1" name=""/>
        <p:cNvGrpSpPr/>
        <p:nvPr/>
      </p:nvGrpSpPr>
      <p:grpSpPr>
        <a:xfrm>
          <a:off x="0" y="0"/>
          <a:ext cx="0" cy="0"/>
          <a:chOff x="0" y="0"/>
          <a:chExt cx="0" cy="0"/>
        </a:xfrm>
      </p:grpSpPr>
      <p:sp>
        <p:nvSpPr>
          <p:cNvPr id="2" name="PlaceHolder 1"/>
          <p:cNvSpPr>
            <a:spLocks noGrp="1"/>
          </p:cNvSpPr>
          <p:nvPr>
            <p:ph type="sldNum" idx="35"/>
          </p:nvPr>
        </p:nvSpPr>
        <p:spPr/>
        <p:txBody>
          <a:bodyPr/>
          <a:lstStyle/>
          <a:p>
            <a:fld id="{B7C8640F-0B3E-4438-9C2F-242FBA191DE7}"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iv Section Blue Science">
    <p:spTree>
      <p:nvGrpSpPr>
        <p:cNvPr id="1" name=""/>
        <p:cNvGrpSpPr/>
        <p:nvPr/>
      </p:nvGrpSpPr>
      <p:grpSpPr>
        <a:xfrm>
          <a:off x="0" y="0"/>
          <a:ext cx="0" cy="0"/>
          <a:chOff x="0" y="0"/>
          <a:chExt cx="0" cy="0"/>
        </a:xfrm>
      </p:grpSpPr>
      <p:sp>
        <p:nvSpPr>
          <p:cNvPr id="2" name="PlaceHolder 1"/>
          <p:cNvSpPr>
            <a:spLocks noGrp="1"/>
          </p:cNvSpPr>
          <p:nvPr>
            <p:ph type="sldNum" idx="36"/>
          </p:nvPr>
        </p:nvSpPr>
        <p:spPr/>
        <p:txBody>
          <a:bodyPr/>
          <a:lstStyle/>
          <a:p>
            <a:fld id="{F66FF0F7-5108-4DD6-851A-F321AA767DBF}"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Div Section Blue Tech">
    <p:spTree>
      <p:nvGrpSpPr>
        <p:cNvPr id="1" name=""/>
        <p:cNvGrpSpPr/>
        <p:nvPr/>
      </p:nvGrpSpPr>
      <p:grpSpPr>
        <a:xfrm>
          <a:off x="0" y="0"/>
          <a:ext cx="0" cy="0"/>
          <a:chOff x="0" y="0"/>
          <a:chExt cx="0" cy="0"/>
        </a:xfrm>
      </p:grpSpPr>
      <p:sp>
        <p:nvSpPr>
          <p:cNvPr id="2" name="PlaceHolder 1"/>
          <p:cNvSpPr>
            <a:spLocks noGrp="1"/>
          </p:cNvSpPr>
          <p:nvPr>
            <p:ph type="sldNum" idx="37"/>
          </p:nvPr>
        </p:nvSpPr>
        <p:spPr/>
        <p:txBody>
          <a:bodyPr/>
          <a:lstStyle/>
          <a:p>
            <a:fld id="{56126931-880F-46D8-AD80-90C0F224819E}"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iv Section Slide Lt Teal">
    <p:spTree>
      <p:nvGrpSpPr>
        <p:cNvPr id="1" name=""/>
        <p:cNvGrpSpPr/>
        <p:nvPr/>
      </p:nvGrpSpPr>
      <p:grpSpPr>
        <a:xfrm>
          <a:off x="0" y="0"/>
          <a:ext cx="0" cy="0"/>
          <a:chOff x="0" y="0"/>
          <a:chExt cx="0" cy="0"/>
        </a:xfrm>
      </p:grpSpPr>
      <p:sp>
        <p:nvSpPr>
          <p:cNvPr id="2" name="PlaceHolder 1"/>
          <p:cNvSpPr>
            <a:spLocks noGrp="1"/>
          </p:cNvSpPr>
          <p:nvPr>
            <p:ph type="sldNum" idx="38"/>
          </p:nvPr>
        </p:nvSpPr>
        <p:spPr/>
        <p:txBody>
          <a:bodyPr/>
          <a:lstStyle/>
          <a:p>
            <a:fld id="{92832581-F861-4469-A239-00FE514669A1}"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iv Section Lt Teal Patient">
    <p:spTree>
      <p:nvGrpSpPr>
        <p:cNvPr id="1" name=""/>
        <p:cNvGrpSpPr/>
        <p:nvPr/>
      </p:nvGrpSpPr>
      <p:grpSpPr>
        <a:xfrm>
          <a:off x="0" y="0"/>
          <a:ext cx="0" cy="0"/>
          <a:chOff x="0" y="0"/>
          <a:chExt cx="0" cy="0"/>
        </a:xfrm>
      </p:grpSpPr>
      <p:sp>
        <p:nvSpPr>
          <p:cNvPr id="2" name="PlaceHolder 1"/>
          <p:cNvSpPr>
            <a:spLocks noGrp="1"/>
          </p:cNvSpPr>
          <p:nvPr>
            <p:ph type="sldNum" idx="39"/>
          </p:nvPr>
        </p:nvSpPr>
        <p:spPr/>
        <p:txBody>
          <a:bodyPr/>
          <a:lstStyle/>
          <a:p>
            <a:fld id="{8B8D141A-6449-43EB-9CC5-1606FA21F4CB}"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Title Slide – Life Friends">
    <p:spTree>
      <p:nvGrpSpPr>
        <p:cNvPr id="1" name=""/>
        <p:cNvGrpSpPr/>
        <p:nvPr/>
      </p:nvGrpSpPr>
      <p:grpSpPr>
        <a:xfrm>
          <a:off x="0" y="0"/>
          <a:ext cx="0" cy="0"/>
          <a:chOff x="0" y="0"/>
          <a:chExt cx="0" cy="0"/>
        </a:xfrm>
      </p:grpSpPr>
      <p:sp>
        <p:nvSpPr>
          <p:cNvPr id="2" name="PlaceHolder 1"/>
          <p:cNvSpPr>
            <a:spLocks noGrp="1"/>
          </p:cNvSpPr>
          <p:nvPr>
            <p:ph type="sldNum" idx="40"/>
          </p:nvPr>
        </p:nvSpPr>
        <p:spPr/>
        <p:txBody>
          <a:bodyPr/>
          <a:lstStyle/>
          <a:p>
            <a:fld id="{81D08274-589F-4F81-9907-608A0FF937C5}"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iv Section Lt Teal Science">
    <p:spTree>
      <p:nvGrpSpPr>
        <p:cNvPr id="1" name=""/>
        <p:cNvGrpSpPr/>
        <p:nvPr/>
      </p:nvGrpSpPr>
      <p:grpSpPr>
        <a:xfrm>
          <a:off x="0" y="0"/>
          <a:ext cx="0" cy="0"/>
          <a:chOff x="0" y="0"/>
          <a:chExt cx="0" cy="0"/>
        </a:xfrm>
      </p:grpSpPr>
      <p:sp>
        <p:nvSpPr>
          <p:cNvPr id="2" name="PlaceHolder 1"/>
          <p:cNvSpPr>
            <a:spLocks noGrp="1"/>
          </p:cNvSpPr>
          <p:nvPr>
            <p:ph type="sldNum" idx="41"/>
          </p:nvPr>
        </p:nvSpPr>
        <p:spPr/>
        <p:txBody>
          <a:bodyPr/>
          <a:lstStyle/>
          <a:p>
            <a:fld id="{414EA334-C8A7-44E4-B134-6F078DD239A1}"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Div Section Lt Teal Tech">
    <p:spTree>
      <p:nvGrpSpPr>
        <p:cNvPr id="1" name=""/>
        <p:cNvGrpSpPr/>
        <p:nvPr/>
      </p:nvGrpSpPr>
      <p:grpSpPr>
        <a:xfrm>
          <a:off x="0" y="0"/>
          <a:ext cx="0" cy="0"/>
          <a:chOff x="0" y="0"/>
          <a:chExt cx="0" cy="0"/>
        </a:xfrm>
      </p:grpSpPr>
      <p:sp>
        <p:nvSpPr>
          <p:cNvPr id="2" name="PlaceHolder 1"/>
          <p:cNvSpPr>
            <a:spLocks noGrp="1"/>
          </p:cNvSpPr>
          <p:nvPr>
            <p:ph type="sldNum" idx="42"/>
          </p:nvPr>
        </p:nvSpPr>
        <p:spPr/>
        <p:txBody>
          <a:bodyPr/>
          <a:lstStyle/>
          <a:p>
            <a:fld id="{F96996DF-BF63-40BD-BBC5-F9C8E9F28DDE}"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and Text Content">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lstStyle/>
          <a:p>
            <a:r>
              <a:t>Footer</a:t>
            </a:r>
          </a:p>
        </p:txBody>
      </p:sp>
      <p:sp>
        <p:nvSpPr>
          <p:cNvPr id="3" name="PlaceHolder 2"/>
          <p:cNvSpPr>
            <a:spLocks noGrp="1"/>
          </p:cNvSpPr>
          <p:nvPr>
            <p:ph type="sldNum" idx="45"/>
          </p:nvPr>
        </p:nvSpPr>
        <p:spPr/>
        <p:txBody>
          <a:bodyPr/>
          <a:lstStyle/>
          <a:p>
            <a:fld id="{013E5A66-3953-443D-8BDE-3B8EEFAD6708}" type="slidenum">
              <a:t>‹#›</a:t>
            </a:fld>
            <a:endParaRPr/>
          </a:p>
        </p:txBody>
      </p:sp>
      <p:sp>
        <p:nvSpPr>
          <p:cNvPr id="4" name="PlaceHolder 3"/>
          <p:cNvSpPr>
            <a:spLocks noGrp="1"/>
          </p:cNvSpPr>
          <p:nvPr>
            <p:ph type="dt" idx="43"/>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Content and Image Right">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lstStyle/>
          <a:p>
            <a:r>
              <a:t>Footer</a:t>
            </a:r>
          </a:p>
        </p:txBody>
      </p:sp>
      <p:sp>
        <p:nvSpPr>
          <p:cNvPr id="3" name="PlaceHolder 2"/>
          <p:cNvSpPr>
            <a:spLocks noGrp="1"/>
          </p:cNvSpPr>
          <p:nvPr>
            <p:ph type="sldNum" idx="48"/>
          </p:nvPr>
        </p:nvSpPr>
        <p:spPr/>
        <p:txBody>
          <a:bodyPr/>
          <a:lstStyle/>
          <a:p>
            <a:fld id="{8804AE34-D18B-4AE8-BF37-3BA59564A764}" type="slidenum">
              <a:t>‹#›</a:t>
            </a:fld>
            <a:endParaRPr/>
          </a:p>
        </p:txBody>
      </p:sp>
      <p:sp>
        <p:nvSpPr>
          <p:cNvPr id="4" name="PlaceHolder 3"/>
          <p:cNvSpPr>
            <a:spLocks noGrp="1"/>
          </p:cNvSpPr>
          <p:nvPr>
            <p:ph type="dt" idx="46"/>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Content and Image Left">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lstStyle/>
          <a:p>
            <a:r>
              <a:t>Footer</a:t>
            </a:r>
          </a:p>
        </p:txBody>
      </p:sp>
      <p:sp>
        <p:nvSpPr>
          <p:cNvPr id="3" name="PlaceHolder 2"/>
          <p:cNvSpPr>
            <a:spLocks noGrp="1"/>
          </p:cNvSpPr>
          <p:nvPr>
            <p:ph type="sldNum" idx="51"/>
          </p:nvPr>
        </p:nvSpPr>
        <p:spPr/>
        <p:txBody>
          <a:bodyPr/>
          <a:lstStyle/>
          <a:p>
            <a:fld id="{D97248B0-BAB0-4FFA-BF19-57FEE7E4A83D}" type="slidenum">
              <a:t>‹#›</a:t>
            </a:fld>
            <a:endParaRPr/>
          </a:p>
        </p:txBody>
      </p:sp>
      <p:sp>
        <p:nvSpPr>
          <p:cNvPr id="4" name="PlaceHolder 3"/>
          <p:cNvSpPr>
            <a:spLocks noGrp="1"/>
          </p:cNvSpPr>
          <p:nvPr>
            <p:ph type="dt" idx="49"/>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Two Content Large Left">
    <p:spTree>
      <p:nvGrpSpPr>
        <p:cNvPr id="1" name=""/>
        <p:cNvGrpSpPr/>
        <p:nvPr/>
      </p:nvGrpSpPr>
      <p:grpSpPr>
        <a:xfrm>
          <a:off x="0" y="0"/>
          <a:ext cx="0" cy="0"/>
          <a:chOff x="0" y="0"/>
          <a:chExt cx="0" cy="0"/>
        </a:xfrm>
      </p:grpSpPr>
      <p:sp>
        <p:nvSpPr>
          <p:cNvPr id="2" name="PlaceHolder 1"/>
          <p:cNvSpPr>
            <a:spLocks noGrp="1"/>
          </p:cNvSpPr>
          <p:nvPr>
            <p:ph type="ftr" idx="53"/>
          </p:nvPr>
        </p:nvSpPr>
        <p:spPr/>
        <p:txBody>
          <a:bodyPr/>
          <a:lstStyle/>
          <a:p>
            <a:r>
              <a:t>Footer</a:t>
            </a:r>
          </a:p>
        </p:txBody>
      </p:sp>
      <p:sp>
        <p:nvSpPr>
          <p:cNvPr id="3" name="PlaceHolder 2"/>
          <p:cNvSpPr>
            <a:spLocks noGrp="1"/>
          </p:cNvSpPr>
          <p:nvPr>
            <p:ph type="sldNum" idx="54"/>
          </p:nvPr>
        </p:nvSpPr>
        <p:spPr/>
        <p:txBody>
          <a:bodyPr/>
          <a:lstStyle/>
          <a:p>
            <a:fld id="{D2904C49-2840-436D-BFFC-565214479A1C}" type="slidenum">
              <a:t>‹#›</a:t>
            </a:fld>
            <a:endParaRPr/>
          </a:p>
        </p:txBody>
      </p:sp>
      <p:sp>
        <p:nvSpPr>
          <p:cNvPr id="4" name="PlaceHolder 3"/>
          <p:cNvSpPr>
            <a:spLocks noGrp="1"/>
          </p:cNvSpPr>
          <p:nvPr>
            <p:ph type="dt" idx="52"/>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Two Content Large Right">
    <p:spTree>
      <p:nvGrpSpPr>
        <p:cNvPr id="1" name=""/>
        <p:cNvGrpSpPr/>
        <p:nvPr/>
      </p:nvGrpSpPr>
      <p:grpSpPr>
        <a:xfrm>
          <a:off x="0" y="0"/>
          <a:ext cx="0" cy="0"/>
          <a:chOff x="0" y="0"/>
          <a:chExt cx="0" cy="0"/>
        </a:xfrm>
      </p:grpSpPr>
      <p:sp>
        <p:nvSpPr>
          <p:cNvPr id="2" name="PlaceHolder 1"/>
          <p:cNvSpPr>
            <a:spLocks noGrp="1"/>
          </p:cNvSpPr>
          <p:nvPr>
            <p:ph type="ftr" idx="56"/>
          </p:nvPr>
        </p:nvSpPr>
        <p:spPr/>
        <p:txBody>
          <a:bodyPr/>
          <a:lstStyle/>
          <a:p>
            <a:r>
              <a:t>Footer</a:t>
            </a:r>
          </a:p>
        </p:txBody>
      </p:sp>
      <p:sp>
        <p:nvSpPr>
          <p:cNvPr id="3" name="PlaceHolder 2"/>
          <p:cNvSpPr>
            <a:spLocks noGrp="1"/>
          </p:cNvSpPr>
          <p:nvPr>
            <p:ph type="sldNum" idx="57"/>
          </p:nvPr>
        </p:nvSpPr>
        <p:spPr/>
        <p:txBody>
          <a:bodyPr/>
          <a:lstStyle/>
          <a:p>
            <a:fld id="{FE5E84A4-2E01-4502-8B29-9F910A0F50F0}" type="slidenum">
              <a:t>‹#›</a:t>
            </a:fld>
            <a:endParaRPr/>
          </a:p>
        </p:txBody>
      </p:sp>
      <p:sp>
        <p:nvSpPr>
          <p:cNvPr id="4" name="PlaceHolder 3"/>
          <p:cNvSpPr>
            <a:spLocks noGrp="1"/>
          </p:cNvSpPr>
          <p:nvPr>
            <p:ph type="dt" idx="55"/>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59"/>
          </p:nvPr>
        </p:nvSpPr>
        <p:spPr/>
        <p:txBody>
          <a:bodyPr/>
          <a:lstStyle/>
          <a:p>
            <a:r>
              <a:t>Footer</a:t>
            </a:r>
          </a:p>
        </p:txBody>
      </p:sp>
      <p:sp>
        <p:nvSpPr>
          <p:cNvPr id="3" name="PlaceHolder 2"/>
          <p:cNvSpPr>
            <a:spLocks noGrp="1"/>
          </p:cNvSpPr>
          <p:nvPr>
            <p:ph type="sldNum" idx="60"/>
          </p:nvPr>
        </p:nvSpPr>
        <p:spPr/>
        <p:txBody>
          <a:bodyPr/>
          <a:lstStyle/>
          <a:p>
            <a:fld id="{34119FF6-977D-4389-A3A6-2BF70964090B}" type="slidenum">
              <a:t>‹#›</a:t>
            </a:fld>
            <a:endParaRPr/>
          </a:p>
        </p:txBody>
      </p:sp>
      <p:sp>
        <p:nvSpPr>
          <p:cNvPr id="4" name="PlaceHolder 3"/>
          <p:cNvSpPr>
            <a:spLocks noGrp="1"/>
          </p:cNvSpPr>
          <p:nvPr>
            <p:ph type="dt" idx="5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Content with Three Boxes">
    <p:spTree>
      <p:nvGrpSpPr>
        <p:cNvPr id="1" name=""/>
        <p:cNvGrpSpPr/>
        <p:nvPr/>
      </p:nvGrpSpPr>
      <p:grpSpPr>
        <a:xfrm>
          <a:off x="0" y="0"/>
          <a:ext cx="0" cy="0"/>
          <a:chOff x="0" y="0"/>
          <a:chExt cx="0" cy="0"/>
        </a:xfrm>
      </p:grpSpPr>
      <p:sp>
        <p:nvSpPr>
          <p:cNvPr id="2" name="PlaceHolder 1"/>
          <p:cNvSpPr>
            <a:spLocks noGrp="1"/>
          </p:cNvSpPr>
          <p:nvPr>
            <p:ph type="ftr" idx="62"/>
          </p:nvPr>
        </p:nvSpPr>
        <p:spPr/>
        <p:txBody>
          <a:bodyPr/>
          <a:lstStyle/>
          <a:p>
            <a:r>
              <a:t>Footer</a:t>
            </a:r>
          </a:p>
        </p:txBody>
      </p:sp>
      <p:sp>
        <p:nvSpPr>
          <p:cNvPr id="3" name="PlaceHolder 2"/>
          <p:cNvSpPr>
            <a:spLocks noGrp="1"/>
          </p:cNvSpPr>
          <p:nvPr>
            <p:ph type="sldNum" idx="63"/>
          </p:nvPr>
        </p:nvSpPr>
        <p:spPr/>
        <p:txBody>
          <a:bodyPr/>
          <a:lstStyle/>
          <a:p>
            <a:fld id="{7A4F53EE-7942-4409-AECC-28F3FC98A3AA}" type="slidenum">
              <a:t>‹#›</a:t>
            </a:fld>
            <a:endParaRPr/>
          </a:p>
        </p:txBody>
      </p:sp>
      <p:sp>
        <p:nvSpPr>
          <p:cNvPr id="4" name="PlaceHolder 3"/>
          <p:cNvSpPr>
            <a:spLocks noGrp="1"/>
          </p:cNvSpPr>
          <p:nvPr>
            <p:ph type="dt" idx="61"/>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Four Column Boxed">
    <p:spTree>
      <p:nvGrpSpPr>
        <p:cNvPr id="1" name=""/>
        <p:cNvGrpSpPr/>
        <p:nvPr/>
      </p:nvGrpSpPr>
      <p:grpSpPr>
        <a:xfrm>
          <a:off x="0" y="0"/>
          <a:ext cx="0" cy="0"/>
          <a:chOff x="0" y="0"/>
          <a:chExt cx="0" cy="0"/>
        </a:xfrm>
      </p:grpSpPr>
      <p:sp>
        <p:nvSpPr>
          <p:cNvPr id="2" name="PlaceHolder 1"/>
          <p:cNvSpPr>
            <a:spLocks noGrp="1"/>
          </p:cNvSpPr>
          <p:nvPr>
            <p:ph type="ftr" idx="65"/>
          </p:nvPr>
        </p:nvSpPr>
        <p:spPr/>
        <p:txBody>
          <a:bodyPr/>
          <a:lstStyle/>
          <a:p>
            <a:r>
              <a:t>Footer</a:t>
            </a:r>
          </a:p>
        </p:txBody>
      </p:sp>
      <p:sp>
        <p:nvSpPr>
          <p:cNvPr id="3" name="PlaceHolder 2"/>
          <p:cNvSpPr>
            <a:spLocks noGrp="1"/>
          </p:cNvSpPr>
          <p:nvPr>
            <p:ph type="sldNum" idx="66"/>
          </p:nvPr>
        </p:nvSpPr>
        <p:spPr/>
        <p:txBody>
          <a:bodyPr/>
          <a:lstStyle/>
          <a:p>
            <a:fld id="{D151F8EB-04B7-4C7F-9E3F-B2F62A74E899}" type="slidenum">
              <a:t>‹#›</a:t>
            </a:fld>
            <a:endParaRPr/>
          </a:p>
        </p:txBody>
      </p:sp>
      <p:sp>
        <p:nvSpPr>
          <p:cNvPr id="4" name="PlaceHolder 3"/>
          <p:cNvSpPr>
            <a:spLocks noGrp="1"/>
          </p:cNvSpPr>
          <p:nvPr>
            <p:ph type="dt" idx="64"/>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Title Slide – Patient HCP">
    <p:spTree>
      <p:nvGrpSpPr>
        <p:cNvPr id="1" name=""/>
        <p:cNvGrpSpPr/>
        <p:nvPr/>
      </p:nvGrpSpPr>
      <p:grpSpPr>
        <a:xfrm>
          <a:off x="0" y="0"/>
          <a:ext cx="0" cy="0"/>
          <a:chOff x="0" y="0"/>
          <a:chExt cx="0" cy="0"/>
        </a:xfrm>
      </p:grpSpPr>
      <p:sp>
        <p:nvSpPr>
          <p:cNvPr id="2" name="PlaceHolder 1"/>
          <p:cNvSpPr>
            <a:spLocks noGrp="1"/>
          </p:cNvSpPr>
          <p:nvPr>
            <p:ph type="sldNum" idx="67"/>
          </p:nvPr>
        </p:nvSpPr>
        <p:spPr/>
        <p:txBody>
          <a:bodyPr/>
          <a:lstStyle/>
          <a:p>
            <a:fld id="{C630580F-93B9-448F-BDEA-C9C41347A51E}"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Four Column with Image">
    <p:spTree>
      <p:nvGrpSpPr>
        <p:cNvPr id="1" name=""/>
        <p:cNvGrpSpPr/>
        <p:nvPr/>
      </p:nvGrpSpPr>
      <p:grpSpPr>
        <a:xfrm>
          <a:off x="0" y="0"/>
          <a:ext cx="0" cy="0"/>
          <a:chOff x="0" y="0"/>
          <a:chExt cx="0" cy="0"/>
        </a:xfrm>
      </p:grpSpPr>
      <p:sp>
        <p:nvSpPr>
          <p:cNvPr id="2" name="PlaceHolder 1"/>
          <p:cNvSpPr>
            <a:spLocks noGrp="1"/>
          </p:cNvSpPr>
          <p:nvPr>
            <p:ph type="ftr" idx="69"/>
          </p:nvPr>
        </p:nvSpPr>
        <p:spPr/>
        <p:txBody>
          <a:bodyPr/>
          <a:lstStyle/>
          <a:p>
            <a:r>
              <a:t>Footer</a:t>
            </a:r>
          </a:p>
        </p:txBody>
      </p:sp>
      <p:sp>
        <p:nvSpPr>
          <p:cNvPr id="3" name="PlaceHolder 2"/>
          <p:cNvSpPr>
            <a:spLocks noGrp="1"/>
          </p:cNvSpPr>
          <p:nvPr>
            <p:ph type="sldNum" idx="70"/>
          </p:nvPr>
        </p:nvSpPr>
        <p:spPr/>
        <p:txBody>
          <a:bodyPr/>
          <a:lstStyle/>
          <a:p>
            <a:fld id="{02A1C608-DC96-4449-BC04-506058A54BA4}" type="slidenum">
              <a:t>‹#›</a:t>
            </a:fld>
            <a:endParaRPr/>
          </a:p>
        </p:txBody>
      </p:sp>
      <p:sp>
        <p:nvSpPr>
          <p:cNvPr id="4" name="PlaceHolder 3"/>
          <p:cNvSpPr>
            <a:spLocks noGrp="1"/>
          </p:cNvSpPr>
          <p:nvPr>
            <p:ph type="dt" idx="6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Four Boxes with Icons">
    <p:spTree>
      <p:nvGrpSpPr>
        <p:cNvPr id="1" name=""/>
        <p:cNvGrpSpPr/>
        <p:nvPr/>
      </p:nvGrpSpPr>
      <p:grpSpPr>
        <a:xfrm>
          <a:off x="0" y="0"/>
          <a:ext cx="0" cy="0"/>
          <a:chOff x="0" y="0"/>
          <a:chExt cx="0" cy="0"/>
        </a:xfrm>
      </p:grpSpPr>
      <p:sp>
        <p:nvSpPr>
          <p:cNvPr id="2" name="PlaceHolder 1"/>
          <p:cNvSpPr>
            <a:spLocks noGrp="1"/>
          </p:cNvSpPr>
          <p:nvPr>
            <p:ph type="ftr" idx="72"/>
          </p:nvPr>
        </p:nvSpPr>
        <p:spPr/>
        <p:txBody>
          <a:bodyPr/>
          <a:lstStyle/>
          <a:p>
            <a:r>
              <a:t>Footer</a:t>
            </a:r>
          </a:p>
        </p:txBody>
      </p:sp>
      <p:sp>
        <p:nvSpPr>
          <p:cNvPr id="3" name="PlaceHolder 2"/>
          <p:cNvSpPr>
            <a:spLocks noGrp="1"/>
          </p:cNvSpPr>
          <p:nvPr>
            <p:ph type="sldNum" idx="73"/>
          </p:nvPr>
        </p:nvSpPr>
        <p:spPr/>
        <p:txBody>
          <a:bodyPr/>
          <a:lstStyle/>
          <a:p>
            <a:fld id="{86730B0E-67E6-46B2-8F20-198F0EEA1814}" type="slidenum">
              <a:t>‹#›</a:t>
            </a:fld>
            <a:endParaRPr/>
          </a:p>
        </p:txBody>
      </p:sp>
      <p:sp>
        <p:nvSpPr>
          <p:cNvPr id="4" name="PlaceHolder 3"/>
          <p:cNvSpPr>
            <a:spLocks noGrp="1"/>
          </p:cNvSpPr>
          <p:nvPr>
            <p:ph type="dt" idx="71"/>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Left Column with Four Images">
    <p:spTree>
      <p:nvGrpSpPr>
        <p:cNvPr id="1" name=""/>
        <p:cNvGrpSpPr/>
        <p:nvPr/>
      </p:nvGrpSpPr>
      <p:grpSpPr>
        <a:xfrm>
          <a:off x="0" y="0"/>
          <a:ext cx="0" cy="0"/>
          <a:chOff x="0" y="0"/>
          <a:chExt cx="0" cy="0"/>
        </a:xfrm>
      </p:grpSpPr>
      <p:sp>
        <p:nvSpPr>
          <p:cNvPr id="2" name="PlaceHolder 1"/>
          <p:cNvSpPr>
            <a:spLocks noGrp="1"/>
          </p:cNvSpPr>
          <p:nvPr>
            <p:ph type="sldNum" idx="75"/>
          </p:nvPr>
        </p:nvSpPr>
        <p:spPr/>
        <p:txBody>
          <a:bodyPr/>
          <a:lstStyle/>
          <a:p>
            <a:fld id="{54708539-BDD8-45EB-A1BA-8D292CF16963}" type="slidenum">
              <a:t>‹#›</a:t>
            </a:fld>
            <a:endParaRPr/>
          </a:p>
        </p:txBody>
      </p:sp>
      <p:sp>
        <p:nvSpPr>
          <p:cNvPr id="3" name="PlaceHolder 2"/>
          <p:cNvSpPr>
            <a:spLocks noGrp="1"/>
          </p:cNvSpPr>
          <p:nvPr>
            <p:ph type="dt" idx="74"/>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Left Column with Four Icons">
    <p:spTree>
      <p:nvGrpSpPr>
        <p:cNvPr id="1" name=""/>
        <p:cNvGrpSpPr/>
        <p:nvPr/>
      </p:nvGrpSpPr>
      <p:grpSpPr>
        <a:xfrm>
          <a:off x="0" y="0"/>
          <a:ext cx="0" cy="0"/>
          <a:chOff x="0" y="0"/>
          <a:chExt cx="0" cy="0"/>
        </a:xfrm>
      </p:grpSpPr>
      <p:sp>
        <p:nvSpPr>
          <p:cNvPr id="2" name="PlaceHolder 1"/>
          <p:cNvSpPr>
            <a:spLocks noGrp="1"/>
          </p:cNvSpPr>
          <p:nvPr>
            <p:ph type="sldNum" idx="77"/>
          </p:nvPr>
        </p:nvSpPr>
        <p:spPr/>
        <p:txBody>
          <a:bodyPr/>
          <a:lstStyle/>
          <a:p>
            <a:fld id="{33B38543-3D65-4E83-8ED5-C4AB59F0C9AA}" type="slidenum">
              <a:t>‹#›</a:t>
            </a:fld>
            <a:endParaRPr/>
          </a:p>
        </p:txBody>
      </p:sp>
      <p:sp>
        <p:nvSpPr>
          <p:cNvPr id="3" name="PlaceHolder 2"/>
          <p:cNvSpPr>
            <a:spLocks noGrp="1"/>
          </p:cNvSpPr>
          <p:nvPr>
            <p:ph type="dt" idx="76"/>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Five Column with Images">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Five Column with Images Numbered">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Content with Six Icons">
    <p:spTree>
      <p:nvGrpSpPr>
        <p:cNvPr id="1" name=""/>
        <p:cNvGrpSpPr/>
        <p:nvPr/>
      </p:nvGrpSpPr>
      <p:grpSpPr>
        <a:xfrm>
          <a:off x="0" y="0"/>
          <a:ext cx="0" cy="0"/>
          <a:chOff x="0" y="0"/>
          <a:chExt cx="0" cy="0"/>
        </a:xfrm>
      </p:grpSpPr>
      <p:sp>
        <p:nvSpPr>
          <p:cNvPr id="2" name="PlaceHolder 1"/>
          <p:cNvSpPr>
            <a:spLocks noGrp="1"/>
          </p:cNvSpPr>
          <p:nvPr>
            <p:ph type="ftr" idx="79"/>
          </p:nvPr>
        </p:nvSpPr>
        <p:spPr/>
        <p:txBody>
          <a:bodyPr/>
          <a:lstStyle/>
          <a:p>
            <a:r>
              <a:t>Footer</a:t>
            </a:r>
          </a:p>
        </p:txBody>
      </p:sp>
      <p:sp>
        <p:nvSpPr>
          <p:cNvPr id="3" name="PlaceHolder 2"/>
          <p:cNvSpPr>
            <a:spLocks noGrp="1"/>
          </p:cNvSpPr>
          <p:nvPr>
            <p:ph type="sldNum" idx="80"/>
          </p:nvPr>
        </p:nvSpPr>
        <p:spPr/>
        <p:txBody>
          <a:bodyPr/>
          <a:lstStyle/>
          <a:p>
            <a:fld id="{B2945989-E3FD-4491-9097-A92FB2B43092}" type="slidenum">
              <a:t>‹#›</a:t>
            </a:fld>
            <a:endParaRPr/>
          </a:p>
        </p:txBody>
      </p:sp>
      <p:sp>
        <p:nvSpPr>
          <p:cNvPr id="4" name="PlaceHolder 3"/>
          <p:cNvSpPr>
            <a:spLocks noGrp="1"/>
          </p:cNvSpPr>
          <p:nvPr>
            <p:ph type="dt" idx="78"/>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Ten Images and Captions">
    <p:spTree>
      <p:nvGrpSpPr>
        <p:cNvPr id="1" name=""/>
        <p:cNvGrpSpPr/>
        <p:nvPr/>
      </p:nvGrpSpPr>
      <p:grpSpPr>
        <a:xfrm>
          <a:off x="0" y="0"/>
          <a:ext cx="0" cy="0"/>
          <a:chOff x="0" y="0"/>
          <a:chExt cx="0" cy="0"/>
        </a:xfrm>
      </p:grpSpPr>
      <p:sp>
        <p:nvSpPr>
          <p:cNvPr id="2" name="PlaceHolder 1"/>
          <p:cNvSpPr>
            <a:spLocks noGrp="1"/>
          </p:cNvSpPr>
          <p:nvPr>
            <p:ph type="ftr" idx="82"/>
          </p:nvPr>
        </p:nvSpPr>
        <p:spPr/>
        <p:txBody>
          <a:bodyPr/>
          <a:lstStyle/>
          <a:p>
            <a:r>
              <a:t>Footer</a:t>
            </a:r>
          </a:p>
        </p:txBody>
      </p:sp>
      <p:sp>
        <p:nvSpPr>
          <p:cNvPr id="3" name="PlaceHolder 2"/>
          <p:cNvSpPr>
            <a:spLocks noGrp="1"/>
          </p:cNvSpPr>
          <p:nvPr>
            <p:ph type="sldNum" idx="83"/>
          </p:nvPr>
        </p:nvSpPr>
        <p:spPr/>
        <p:txBody>
          <a:bodyPr/>
          <a:lstStyle/>
          <a:p>
            <a:fld id="{464E41E8-D700-433C-8803-593F4FA2BAC0}" type="slidenum">
              <a:t>‹#›</a:t>
            </a:fld>
            <a:endParaRPr/>
          </a:p>
        </p:txBody>
      </p:sp>
      <p:sp>
        <p:nvSpPr>
          <p:cNvPr id="4" name="PlaceHolder 3"/>
          <p:cNvSpPr>
            <a:spLocks noGrp="1"/>
          </p:cNvSpPr>
          <p:nvPr>
            <p:ph type="dt" idx="81"/>
          </p:nvPr>
        </p:nvSpPr>
        <p:spPr/>
        <p:txBody>
          <a:body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Callout/Quote Slide">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lstStyle/>
          <a:p>
            <a:r>
              <a:t>Footer</a:t>
            </a:r>
          </a:p>
        </p:txBody>
      </p:sp>
      <p:sp>
        <p:nvSpPr>
          <p:cNvPr id="3" name="PlaceHolder 2"/>
          <p:cNvSpPr>
            <a:spLocks noGrp="1"/>
          </p:cNvSpPr>
          <p:nvPr>
            <p:ph type="sldNum" idx="86"/>
          </p:nvPr>
        </p:nvSpPr>
        <p:spPr/>
        <p:txBody>
          <a:bodyPr/>
          <a:lstStyle/>
          <a:p>
            <a:fld id="{8DA115F3-70E3-4200-A639-D367E2508DB0}" type="slidenum">
              <a:t>‹#›</a:t>
            </a:fld>
            <a:endParaRPr/>
          </a:p>
        </p:txBody>
      </p:sp>
      <p:sp>
        <p:nvSpPr>
          <p:cNvPr id="4" name="PlaceHolder 3"/>
          <p:cNvSpPr>
            <a:spLocks noGrp="1"/>
          </p:cNvSpPr>
          <p:nvPr>
            <p:ph type="dt" idx="84"/>
          </p:nvPr>
        </p:nvSpPr>
        <p:spPr/>
        <p:txBody>
          <a:body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Large Image Right with Three Content">
    <p:spTree>
      <p:nvGrpSpPr>
        <p:cNvPr id="1" name=""/>
        <p:cNvGrpSpPr/>
        <p:nvPr/>
      </p:nvGrpSpPr>
      <p:grpSpPr>
        <a:xfrm>
          <a:off x="0" y="0"/>
          <a:ext cx="0" cy="0"/>
          <a:chOff x="0" y="0"/>
          <a:chExt cx="0" cy="0"/>
        </a:xfrm>
      </p:grpSpPr>
      <p:sp>
        <p:nvSpPr>
          <p:cNvPr id="2" name="PlaceHolder 1"/>
          <p:cNvSpPr>
            <a:spLocks noGrp="1"/>
          </p:cNvSpPr>
          <p:nvPr>
            <p:ph type="ftr" idx="88"/>
          </p:nvPr>
        </p:nvSpPr>
        <p:spPr/>
        <p:txBody>
          <a:bodyPr/>
          <a:lstStyle/>
          <a:p>
            <a:r>
              <a:t>Footer</a:t>
            </a:r>
          </a:p>
        </p:txBody>
      </p:sp>
      <p:sp>
        <p:nvSpPr>
          <p:cNvPr id="3" name="PlaceHolder 2"/>
          <p:cNvSpPr>
            <a:spLocks noGrp="1"/>
          </p:cNvSpPr>
          <p:nvPr>
            <p:ph type="sldNum" idx="89"/>
          </p:nvPr>
        </p:nvSpPr>
        <p:spPr/>
        <p:txBody>
          <a:bodyPr/>
          <a:lstStyle/>
          <a:p>
            <a:fld id="{6B9205F9-4256-457A-8C2C-40A7262D72D3}" type="slidenum">
              <a:t>‹#›</a:t>
            </a:fld>
            <a:endParaRPr/>
          </a:p>
        </p:txBody>
      </p:sp>
      <p:sp>
        <p:nvSpPr>
          <p:cNvPr id="4" name="PlaceHolder 3"/>
          <p:cNvSpPr>
            <a:spLocks noGrp="1"/>
          </p:cNvSpPr>
          <p:nvPr>
            <p:ph type="dt" idx="87"/>
          </p:nvPr>
        </p:nvSpPr>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Title Slide - Manufacturing">
    <p:spTree>
      <p:nvGrpSpPr>
        <p:cNvPr id="1" name=""/>
        <p:cNvGrpSpPr/>
        <p:nvPr/>
      </p:nvGrpSpPr>
      <p:grpSpPr>
        <a:xfrm>
          <a:off x="0" y="0"/>
          <a:ext cx="0" cy="0"/>
          <a:chOff x="0" y="0"/>
          <a:chExt cx="0" cy="0"/>
        </a:xfrm>
      </p:grpSpPr>
      <p:sp>
        <p:nvSpPr>
          <p:cNvPr id="2" name="PlaceHolder 1"/>
          <p:cNvSpPr>
            <a:spLocks noGrp="1"/>
          </p:cNvSpPr>
          <p:nvPr>
            <p:ph type="sldNum" idx="90"/>
          </p:nvPr>
        </p:nvSpPr>
        <p:spPr/>
        <p:txBody>
          <a:bodyPr/>
          <a:lstStyle/>
          <a:p>
            <a:fld id="{890335FC-13D7-4A6C-999B-910EAE2A55E3}" type="slidenum">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Large Image with Two Content">
    <p:spTree>
      <p:nvGrpSpPr>
        <p:cNvPr id="1" name=""/>
        <p:cNvGrpSpPr/>
        <p:nvPr/>
      </p:nvGrpSpPr>
      <p:grpSpPr>
        <a:xfrm>
          <a:off x="0" y="0"/>
          <a:ext cx="0" cy="0"/>
          <a:chOff x="0" y="0"/>
          <a:chExt cx="0" cy="0"/>
        </a:xfrm>
      </p:grpSpPr>
      <p:sp>
        <p:nvSpPr>
          <p:cNvPr id="2" name="PlaceHolder 1"/>
          <p:cNvSpPr>
            <a:spLocks noGrp="1"/>
          </p:cNvSpPr>
          <p:nvPr>
            <p:ph type="ftr" idx="92"/>
          </p:nvPr>
        </p:nvSpPr>
        <p:spPr/>
        <p:txBody>
          <a:bodyPr/>
          <a:lstStyle/>
          <a:p>
            <a:r>
              <a:t>Footer</a:t>
            </a:r>
          </a:p>
        </p:txBody>
      </p:sp>
      <p:sp>
        <p:nvSpPr>
          <p:cNvPr id="3" name="PlaceHolder 2"/>
          <p:cNvSpPr>
            <a:spLocks noGrp="1"/>
          </p:cNvSpPr>
          <p:nvPr>
            <p:ph type="sldNum" idx="93"/>
          </p:nvPr>
        </p:nvSpPr>
        <p:spPr/>
        <p:txBody>
          <a:bodyPr/>
          <a:lstStyle/>
          <a:p>
            <a:fld id="{65F948E7-7362-43E1-9AC4-92FF5C0EC480}" type="slidenum">
              <a:t>‹#›</a:t>
            </a:fld>
            <a:endParaRPr/>
          </a:p>
        </p:txBody>
      </p:sp>
      <p:sp>
        <p:nvSpPr>
          <p:cNvPr id="4" name="PlaceHolder 3"/>
          <p:cNvSpPr>
            <a:spLocks noGrp="1"/>
          </p:cNvSpPr>
          <p:nvPr>
            <p:ph type="dt" idx="91"/>
          </p:nvPr>
        </p:nvSpPr>
        <p:spPr/>
        <p:txBody>
          <a:body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Large Image Left with Three Content">
    <p:spTree>
      <p:nvGrpSpPr>
        <p:cNvPr id="1" name=""/>
        <p:cNvGrpSpPr/>
        <p:nvPr/>
      </p:nvGrpSpPr>
      <p:grpSpPr>
        <a:xfrm>
          <a:off x="0" y="0"/>
          <a:ext cx="0" cy="0"/>
          <a:chOff x="0" y="0"/>
          <a:chExt cx="0" cy="0"/>
        </a:xfrm>
      </p:grpSpPr>
      <p:sp>
        <p:nvSpPr>
          <p:cNvPr id="2" name="PlaceHolder 1"/>
          <p:cNvSpPr>
            <a:spLocks noGrp="1"/>
          </p:cNvSpPr>
          <p:nvPr>
            <p:ph type="ftr" idx="95"/>
          </p:nvPr>
        </p:nvSpPr>
        <p:spPr/>
        <p:txBody>
          <a:bodyPr/>
          <a:lstStyle/>
          <a:p>
            <a:r>
              <a:t>Footer</a:t>
            </a:r>
          </a:p>
        </p:txBody>
      </p:sp>
      <p:sp>
        <p:nvSpPr>
          <p:cNvPr id="3" name="PlaceHolder 2"/>
          <p:cNvSpPr>
            <a:spLocks noGrp="1"/>
          </p:cNvSpPr>
          <p:nvPr>
            <p:ph type="sldNum" idx="96"/>
          </p:nvPr>
        </p:nvSpPr>
        <p:spPr/>
        <p:txBody>
          <a:bodyPr/>
          <a:lstStyle/>
          <a:p>
            <a:fld id="{98598514-62A6-4B2A-B18D-94083F311DBD}" type="slidenum">
              <a:t>‹#›</a:t>
            </a:fld>
            <a:endParaRPr/>
          </a:p>
        </p:txBody>
      </p:sp>
      <p:sp>
        <p:nvSpPr>
          <p:cNvPr id="4" name="PlaceHolder 3"/>
          <p:cNvSpPr>
            <a:spLocks noGrp="1"/>
          </p:cNvSpPr>
          <p:nvPr>
            <p:ph type="dt" idx="94"/>
          </p:nvPr>
        </p:nvSpPr>
        <p:spPr/>
        <p:txBody>
          <a:body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Large Image Left with Content ">
    <p:spTree>
      <p:nvGrpSpPr>
        <p:cNvPr id="1" name=""/>
        <p:cNvGrpSpPr/>
        <p:nvPr/>
      </p:nvGrpSpPr>
      <p:grpSpPr>
        <a:xfrm>
          <a:off x="0" y="0"/>
          <a:ext cx="0" cy="0"/>
          <a:chOff x="0" y="0"/>
          <a:chExt cx="0" cy="0"/>
        </a:xfrm>
      </p:grpSpPr>
      <p:sp>
        <p:nvSpPr>
          <p:cNvPr id="2" name="PlaceHolder 1"/>
          <p:cNvSpPr>
            <a:spLocks noGrp="1"/>
          </p:cNvSpPr>
          <p:nvPr>
            <p:ph type="ftr" idx="98"/>
          </p:nvPr>
        </p:nvSpPr>
        <p:spPr/>
        <p:txBody>
          <a:bodyPr/>
          <a:lstStyle/>
          <a:p>
            <a:r>
              <a:t>Footer</a:t>
            </a:r>
          </a:p>
        </p:txBody>
      </p:sp>
      <p:sp>
        <p:nvSpPr>
          <p:cNvPr id="3" name="PlaceHolder 2"/>
          <p:cNvSpPr>
            <a:spLocks noGrp="1"/>
          </p:cNvSpPr>
          <p:nvPr>
            <p:ph type="sldNum" idx="99"/>
          </p:nvPr>
        </p:nvSpPr>
        <p:spPr/>
        <p:txBody>
          <a:bodyPr/>
          <a:lstStyle/>
          <a:p>
            <a:fld id="{7201C3EF-825D-40D8-B4A0-664B130C1BC3}" type="slidenum">
              <a:t>‹#›</a:t>
            </a:fld>
            <a:endParaRPr/>
          </a:p>
        </p:txBody>
      </p:sp>
      <p:sp>
        <p:nvSpPr>
          <p:cNvPr id="4" name="PlaceHolder 3"/>
          <p:cNvSpPr>
            <a:spLocks noGrp="1"/>
          </p:cNvSpPr>
          <p:nvPr>
            <p:ph type="dt" idx="97"/>
          </p:nvPr>
        </p:nvSpPr>
        <p:spPr/>
        <p:txBody>
          <a:body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Large Image Right with Content">
    <p:spTree>
      <p:nvGrpSpPr>
        <p:cNvPr id="1" name=""/>
        <p:cNvGrpSpPr/>
        <p:nvPr/>
      </p:nvGrpSpPr>
      <p:grpSpPr>
        <a:xfrm>
          <a:off x="0" y="0"/>
          <a:ext cx="0" cy="0"/>
          <a:chOff x="0" y="0"/>
          <a:chExt cx="0" cy="0"/>
        </a:xfrm>
      </p:grpSpPr>
      <p:sp>
        <p:nvSpPr>
          <p:cNvPr id="2" name="PlaceHolder 1"/>
          <p:cNvSpPr>
            <a:spLocks noGrp="1"/>
          </p:cNvSpPr>
          <p:nvPr>
            <p:ph type="ftr" idx="101"/>
          </p:nvPr>
        </p:nvSpPr>
        <p:spPr/>
        <p:txBody>
          <a:bodyPr/>
          <a:lstStyle/>
          <a:p>
            <a:r>
              <a:t>Footer</a:t>
            </a:r>
          </a:p>
        </p:txBody>
      </p:sp>
      <p:sp>
        <p:nvSpPr>
          <p:cNvPr id="3" name="PlaceHolder 2"/>
          <p:cNvSpPr>
            <a:spLocks noGrp="1"/>
          </p:cNvSpPr>
          <p:nvPr>
            <p:ph type="sldNum" idx="102"/>
          </p:nvPr>
        </p:nvSpPr>
        <p:spPr/>
        <p:txBody>
          <a:bodyPr/>
          <a:lstStyle/>
          <a:p>
            <a:fld id="{3872E297-820D-4529-ABF3-B01D556182C4}" type="slidenum">
              <a:t>‹#›</a:t>
            </a:fld>
            <a:endParaRPr/>
          </a:p>
        </p:txBody>
      </p:sp>
      <p:sp>
        <p:nvSpPr>
          <p:cNvPr id="4" name="PlaceHolder 3"/>
          <p:cNvSpPr>
            <a:spLocks noGrp="1"/>
          </p:cNvSpPr>
          <p:nvPr>
            <p:ph type="dt" idx="100"/>
          </p:nvPr>
        </p:nvSpPr>
        <p:spPr/>
        <p:txBody>
          <a:body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Large Image Left with Header">
    <p:spTree>
      <p:nvGrpSpPr>
        <p:cNvPr id="1" name=""/>
        <p:cNvGrpSpPr/>
        <p:nvPr/>
      </p:nvGrpSpPr>
      <p:grpSpPr>
        <a:xfrm>
          <a:off x="0" y="0"/>
          <a:ext cx="0" cy="0"/>
          <a:chOff x="0" y="0"/>
          <a:chExt cx="0" cy="0"/>
        </a:xfrm>
      </p:grpSpPr>
      <p:sp>
        <p:nvSpPr>
          <p:cNvPr id="2" name="PlaceHolder 1"/>
          <p:cNvSpPr>
            <a:spLocks noGrp="1"/>
          </p:cNvSpPr>
          <p:nvPr>
            <p:ph type="ftr" idx="104"/>
          </p:nvPr>
        </p:nvSpPr>
        <p:spPr/>
        <p:txBody>
          <a:bodyPr/>
          <a:lstStyle/>
          <a:p>
            <a:r>
              <a:t>Footer</a:t>
            </a:r>
          </a:p>
        </p:txBody>
      </p:sp>
      <p:sp>
        <p:nvSpPr>
          <p:cNvPr id="3" name="PlaceHolder 2"/>
          <p:cNvSpPr>
            <a:spLocks noGrp="1"/>
          </p:cNvSpPr>
          <p:nvPr>
            <p:ph type="sldNum" idx="105"/>
          </p:nvPr>
        </p:nvSpPr>
        <p:spPr/>
        <p:txBody>
          <a:bodyPr/>
          <a:lstStyle/>
          <a:p>
            <a:fld id="{8FEFB8FA-B109-4CD0-B02B-75B8C910E3DB}" type="slidenum">
              <a:t>‹#›</a:t>
            </a:fld>
            <a:endParaRPr/>
          </a:p>
        </p:txBody>
      </p:sp>
      <p:sp>
        <p:nvSpPr>
          <p:cNvPr id="4" name="PlaceHolder 3"/>
          <p:cNvSpPr>
            <a:spLocks noGrp="1"/>
          </p:cNvSpPr>
          <p:nvPr>
            <p:ph type="dt" idx="103"/>
          </p:nvPr>
        </p:nvSpPr>
        <p:spPr/>
        <p:txBody>
          <a:body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Large Image Left with Four Callouts">
    <p:spTree>
      <p:nvGrpSpPr>
        <p:cNvPr id="1" name=""/>
        <p:cNvGrpSpPr/>
        <p:nvPr/>
      </p:nvGrpSpPr>
      <p:grpSpPr>
        <a:xfrm>
          <a:off x="0" y="0"/>
          <a:ext cx="0" cy="0"/>
          <a:chOff x="0" y="0"/>
          <a:chExt cx="0" cy="0"/>
        </a:xfrm>
      </p:grpSpPr>
      <p:sp>
        <p:nvSpPr>
          <p:cNvPr id="2" name="PlaceHolder 1"/>
          <p:cNvSpPr>
            <a:spLocks noGrp="1"/>
          </p:cNvSpPr>
          <p:nvPr>
            <p:ph type="ftr" idx="107"/>
          </p:nvPr>
        </p:nvSpPr>
        <p:spPr/>
        <p:txBody>
          <a:bodyPr/>
          <a:lstStyle/>
          <a:p>
            <a:r>
              <a:t>Footer</a:t>
            </a:r>
          </a:p>
        </p:txBody>
      </p:sp>
      <p:sp>
        <p:nvSpPr>
          <p:cNvPr id="3" name="PlaceHolder 2"/>
          <p:cNvSpPr>
            <a:spLocks noGrp="1"/>
          </p:cNvSpPr>
          <p:nvPr>
            <p:ph type="sldNum" idx="108"/>
          </p:nvPr>
        </p:nvSpPr>
        <p:spPr/>
        <p:txBody>
          <a:bodyPr/>
          <a:lstStyle/>
          <a:p>
            <a:fld id="{3FCFFFF2-DA18-4E86-B66F-378B485036EF}" type="slidenum">
              <a:t>‹#›</a:t>
            </a:fld>
            <a:endParaRPr/>
          </a:p>
        </p:txBody>
      </p:sp>
      <p:sp>
        <p:nvSpPr>
          <p:cNvPr id="4" name="PlaceHolder 3"/>
          <p:cNvSpPr>
            <a:spLocks noGrp="1"/>
          </p:cNvSpPr>
          <p:nvPr>
            <p:ph type="dt" idx="106"/>
          </p:nvPr>
        </p:nvSpPr>
        <p:spPr/>
        <p:txBody>
          <a:body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Full Slide Image and Caption">
    <p:spTree>
      <p:nvGrpSpPr>
        <p:cNvPr id="1" name=""/>
        <p:cNvGrpSpPr/>
        <p:nvPr/>
      </p:nvGrpSpPr>
      <p:grpSpPr>
        <a:xfrm>
          <a:off x="0" y="0"/>
          <a:ext cx="0" cy="0"/>
          <a:chOff x="0" y="0"/>
          <a:chExt cx="0" cy="0"/>
        </a:xfrm>
      </p:grpSpPr>
      <p:sp>
        <p:nvSpPr>
          <p:cNvPr id="2" name="PlaceHolder 1"/>
          <p:cNvSpPr>
            <a:spLocks noGrp="1"/>
          </p:cNvSpPr>
          <p:nvPr>
            <p:ph type="ftr" idx="110"/>
          </p:nvPr>
        </p:nvSpPr>
        <p:spPr/>
        <p:txBody>
          <a:bodyPr/>
          <a:lstStyle/>
          <a:p>
            <a:r>
              <a:t>Footer</a:t>
            </a:r>
          </a:p>
        </p:txBody>
      </p:sp>
      <p:sp>
        <p:nvSpPr>
          <p:cNvPr id="3" name="PlaceHolder 2"/>
          <p:cNvSpPr>
            <a:spLocks noGrp="1"/>
          </p:cNvSpPr>
          <p:nvPr>
            <p:ph type="sldNum" idx="111"/>
          </p:nvPr>
        </p:nvSpPr>
        <p:spPr/>
        <p:txBody>
          <a:bodyPr/>
          <a:lstStyle/>
          <a:p>
            <a:fld id="{2D641543-A7CC-4178-815C-ED4800595478}" type="slidenum">
              <a:t>‹#›</a:t>
            </a:fld>
            <a:endParaRPr/>
          </a:p>
        </p:txBody>
      </p:sp>
      <p:sp>
        <p:nvSpPr>
          <p:cNvPr id="4" name="PlaceHolder 3"/>
          <p:cNvSpPr>
            <a:spLocks noGrp="1"/>
          </p:cNvSpPr>
          <p:nvPr>
            <p:ph type="dt" idx="109"/>
          </p:nvPr>
        </p:nvSpPr>
        <p:spPr/>
        <p:txBody>
          <a:body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Vertical Line Content">
    <p:spTree>
      <p:nvGrpSpPr>
        <p:cNvPr id="1" name=""/>
        <p:cNvGrpSpPr/>
        <p:nvPr/>
      </p:nvGrpSpPr>
      <p:grpSpPr>
        <a:xfrm>
          <a:off x="0" y="0"/>
          <a:ext cx="0" cy="0"/>
          <a:chOff x="0" y="0"/>
          <a:chExt cx="0" cy="0"/>
        </a:xfrm>
      </p:grpSpPr>
      <p:sp>
        <p:nvSpPr>
          <p:cNvPr id="2" name="PlaceHolder 1"/>
          <p:cNvSpPr>
            <a:spLocks noGrp="1"/>
          </p:cNvSpPr>
          <p:nvPr>
            <p:ph type="ftr" idx="113"/>
          </p:nvPr>
        </p:nvSpPr>
        <p:spPr/>
        <p:txBody>
          <a:bodyPr/>
          <a:lstStyle/>
          <a:p>
            <a:r>
              <a:t>Footer</a:t>
            </a:r>
          </a:p>
        </p:txBody>
      </p:sp>
      <p:sp>
        <p:nvSpPr>
          <p:cNvPr id="3" name="PlaceHolder 2"/>
          <p:cNvSpPr>
            <a:spLocks noGrp="1"/>
          </p:cNvSpPr>
          <p:nvPr>
            <p:ph type="sldNum" idx="114"/>
          </p:nvPr>
        </p:nvSpPr>
        <p:spPr/>
        <p:txBody>
          <a:bodyPr/>
          <a:lstStyle/>
          <a:p>
            <a:fld id="{1B39698E-D57B-4E61-8FA2-C4CC986BE6FB}" type="slidenum">
              <a:t>‹#›</a:t>
            </a:fld>
            <a:endParaRPr/>
          </a:p>
        </p:txBody>
      </p:sp>
      <p:sp>
        <p:nvSpPr>
          <p:cNvPr id="4" name="PlaceHolder 3"/>
          <p:cNvSpPr>
            <a:spLocks noGrp="1"/>
          </p:cNvSpPr>
          <p:nvPr>
            <p:ph type="dt" idx="112"/>
          </p:nvPr>
        </p:nvSpPr>
        <p:spPr/>
        <p:txBody>
          <a:body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Timeline White">
    <p:spTree>
      <p:nvGrpSpPr>
        <p:cNvPr id="1" name=""/>
        <p:cNvGrpSpPr/>
        <p:nvPr/>
      </p:nvGrpSpPr>
      <p:grpSpPr>
        <a:xfrm>
          <a:off x="0" y="0"/>
          <a:ext cx="0" cy="0"/>
          <a:chOff x="0" y="0"/>
          <a:chExt cx="0" cy="0"/>
        </a:xfrm>
      </p:grpSpPr>
      <p:sp>
        <p:nvSpPr>
          <p:cNvPr id="2" name="PlaceHolder 1"/>
          <p:cNvSpPr>
            <a:spLocks noGrp="1"/>
          </p:cNvSpPr>
          <p:nvPr>
            <p:ph type="ftr" idx="116"/>
          </p:nvPr>
        </p:nvSpPr>
        <p:spPr/>
        <p:txBody>
          <a:bodyPr/>
          <a:lstStyle/>
          <a:p>
            <a:r>
              <a:t>Footer</a:t>
            </a:r>
          </a:p>
        </p:txBody>
      </p:sp>
      <p:sp>
        <p:nvSpPr>
          <p:cNvPr id="3" name="PlaceHolder 2"/>
          <p:cNvSpPr>
            <a:spLocks noGrp="1"/>
          </p:cNvSpPr>
          <p:nvPr>
            <p:ph type="sldNum" idx="117"/>
          </p:nvPr>
        </p:nvSpPr>
        <p:spPr/>
        <p:txBody>
          <a:bodyPr/>
          <a:lstStyle/>
          <a:p>
            <a:fld id="{0F3B4257-D22C-46F3-B45B-89572D7E7930}" type="slidenum">
              <a:t>‹#›</a:t>
            </a:fld>
            <a:endParaRPr/>
          </a:p>
        </p:txBody>
      </p:sp>
      <p:sp>
        <p:nvSpPr>
          <p:cNvPr id="4" name="PlaceHolder 3"/>
          <p:cNvSpPr>
            <a:spLocks noGrp="1"/>
          </p:cNvSpPr>
          <p:nvPr>
            <p:ph type="dt" idx="115"/>
          </p:nvPr>
        </p:nvSpPr>
        <p:spPr/>
        <p:txBody>
          <a:body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Timeline Blue">
    <p:spTree>
      <p:nvGrpSpPr>
        <p:cNvPr id="1" name=""/>
        <p:cNvGrpSpPr/>
        <p:nvPr/>
      </p:nvGrpSpPr>
      <p:grpSpPr>
        <a:xfrm>
          <a:off x="0" y="0"/>
          <a:ext cx="0" cy="0"/>
          <a:chOff x="0" y="0"/>
          <a:chExt cx="0" cy="0"/>
        </a:xfrm>
      </p:grpSpPr>
      <p:sp>
        <p:nvSpPr>
          <p:cNvPr id="2" name="PlaceHolder 1"/>
          <p:cNvSpPr>
            <a:spLocks noGrp="1"/>
          </p:cNvSpPr>
          <p:nvPr>
            <p:ph type="ftr" idx="119"/>
          </p:nvPr>
        </p:nvSpPr>
        <p:spPr/>
        <p:txBody>
          <a:bodyPr/>
          <a:lstStyle/>
          <a:p>
            <a:r>
              <a:t>Footer</a:t>
            </a:r>
          </a:p>
        </p:txBody>
      </p:sp>
      <p:sp>
        <p:nvSpPr>
          <p:cNvPr id="3" name="PlaceHolder 2"/>
          <p:cNvSpPr>
            <a:spLocks noGrp="1"/>
          </p:cNvSpPr>
          <p:nvPr>
            <p:ph type="sldNum" idx="120"/>
          </p:nvPr>
        </p:nvSpPr>
        <p:spPr/>
        <p:txBody>
          <a:bodyPr/>
          <a:lstStyle/>
          <a:p>
            <a:fld id="{66B3BB37-4722-4B61-BA50-7A427890BF6D}" type="slidenum">
              <a:t>‹#›</a:t>
            </a:fld>
            <a:endParaRPr/>
          </a:p>
        </p:txBody>
      </p:sp>
      <p:sp>
        <p:nvSpPr>
          <p:cNvPr id="4" name="PlaceHolder 3"/>
          <p:cNvSpPr>
            <a:spLocks noGrp="1"/>
          </p:cNvSpPr>
          <p:nvPr>
            <p:ph type="dt" idx="118"/>
          </p:nvPr>
        </p:nvSpPr>
        <p:spPr/>
        <p:txBody>
          <a:body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Title Slide - Pipette">
    <p:spTree>
      <p:nvGrpSpPr>
        <p:cNvPr id="1" name=""/>
        <p:cNvGrpSpPr/>
        <p:nvPr/>
      </p:nvGrpSpPr>
      <p:grpSpPr>
        <a:xfrm>
          <a:off x="0" y="0"/>
          <a:ext cx="0" cy="0"/>
          <a:chOff x="0" y="0"/>
          <a:chExt cx="0" cy="0"/>
        </a:xfrm>
      </p:grpSpPr>
      <p:sp>
        <p:nvSpPr>
          <p:cNvPr id="2" name="PlaceHolder 1"/>
          <p:cNvSpPr>
            <a:spLocks noGrp="1"/>
          </p:cNvSpPr>
          <p:nvPr>
            <p:ph type="sldNum" idx="121"/>
          </p:nvPr>
        </p:nvSpPr>
        <p:spPr/>
        <p:txBody>
          <a:bodyPr/>
          <a:lstStyle/>
          <a:p>
            <a:fld id="{8F9E76B2-9DB0-4A7E-A6C1-AADDB531C343}" type="slidenum">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Timeline Boxed">
    <p:spTree>
      <p:nvGrpSpPr>
        <p:cNvPr id="1" name=""/>
        <p:cNvGrpSpPr/>
        <p:nvPr/>
      </p:nvGrpSpPr>
      <p:grpSpPr>
        <a:xfrm>
          <a:off x="0" y="0"/>
          <a:ext cx="0" cy="0"/>
          <a:chOff x="0" y="0"/>
          <a:chExt cx="0" cy="0"/>
        </a:xfrm>
      </p:grpSpPr>
      <p:sp>
        <p:nvSpPr>
          <p:cNvPr id="2" name="PlaceHolder 1"/>
          <p:cNvSpPr>
            <a:spLocks noGrp="1"/>
          </p:cNvSpPr>
          <p:nvPr>
            <p:ph type="ftr" idx="122"/>
          </p:nvPr>
        </p:nvSpPr>
        <p:spPr/>
        <p:txBody>
          <a:bodyPr/>
          <a:lstStyle/>
          <a:p>
            <a:r>
              <a:t>Footer</a:t>
            </a:r>
          </a:p>
        </p:txBody>
      </p:sp>
      <p:sp>
        <p:nvSpPr>
          <p:cNvPr id="3" name="PlaceHolder 2"/>
          <p:cNvSpPr>
            <a:spLocks noGrp="1"/>
          </p:cNvSpPr>
          <p:nvPr>
            <p:ph type="sldNum" idx="123"/>
          </p:nvPr>
        </p:nvSpPr>
        <p:spPr/>
        <p:txBody>
          <a:bodyPr/>
          <a:lstStyle/>
          <a:p>
            <a:fld id="{8649470B-A019-410B-BE95-E8F5CCFA2B6D}" type="slidenum">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Content Teal with Three Callouts">
    <p:spTree>
      <p:nvGrpSpPr>
        <p:cNvPr id="1" name=""/>
        <p:cNvGrpSpPr/>
        <p:nvPr/>
      </p:nvGrpSpPr>
      <p:grpSpPr>
        <a:xfrm>
          <a:off x="0" y="0"/>
          <a:ext cx="0" cy="0"/>
          <a:chOff x="0" y="0"/>
          <a:chExt cx="0" cy="0"/>
        </a:xfrm>
      </p:grpSpPr>
      <p:sp>
        <p:nvSpPr>
          <p:cNvPr id="2" name="PlaceHolder 1"/>
          <p:cNvSpPr>
            <a:spLocks noGrp="1"/>
          </p:cNvSpPr>
          <p:nvPr>
            <p:ph type="ftr" idx="125"/>
          </p:nvPr>
        </p:nvSpPr>
        <p:spPr/>
        <p:txBody>
          <a:bodyPr/>
          <a:lstStyle/>
          <a:p>
            <a:r>
              <a:t>Footer</a:t>
            </a:r>
          </a:p>
        </p:txBody>
      </p:sp>
      <p:sp>
        <p:nvSpPr>
          <p:cNvPr id="3" name="PlaceHolder 2"/>
          <p:cNvSpPr>
            <a:spLocks noGrp="1"/>
          </p:cNvSpPr>
          <p:nvPr>
            <p:ph type="sldNum" idx="126"/>
          </p:nvPr>
        </p:nvSpPr>
        <p:spPr/>
        <p:txBody>
          <a:bodyPr/>
          <a:lstStyle/>
          <a:p>
            <a:fld id="{7F680451-5B08-47BC-A7BC-925EAC09FB09}" type="slidenum">
              <a:t>‹#›</a:t>
            </a:fld>
            <a:endParaRPr/>
          </a:p>
        </p:txBody>
      </p:sp>
      <p:sp>
        <p:nvSpPr>
          <p:cNvPr id="4" name="PlaceHolder 3"/>
          <p:cNvSpPr>
            <a:spLocks noGrp="1"/>
          </p:cNvSpPr>
          <p:nvPr>
            <p:ph type="dt" idx="124"/>
          </p:nvPr>
        </p:nvSpPr>
        <p:spPr/>
        <p:txBody>
          <a:body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Content Lt Teal with Three Callouts">
    <p:spTree>
      <p:nvGrpSpPr>
        <p:cNvPr id="1" name=""/>
        <p:cNvGrpSpPr/>
        <p:nvPr/>
      </p:nvGrpSpPr>
      <p:grpSpPr>
        <a:xfrm>
          <a:off x="0" y="0"/>
          <a:ext cx="0" cy="0"/>
          <a:chOff x="0" y="0"/>
          <a:chExt cx="0" cy="0"/>
        </a:xfrm>
      </p:grpSpPr>
      <p:sp>
        <p:nvSpPr>
          <p:cNvPr id="2" name="PlaceHolder 1"/>
          <p:cNvSpPr>
            <a:spLocks noGrp="1"/>
          </p:cNvSpPr>
          <p:nvPr>
            <p:ph type="ftr" idx="128"/>
          </p:nvPr>
        </p:nvSpPr>
        <p:spPr/>
        <p:txBody>
          <a:bodyPr/>
          <a:lstStyle/>
          <a:p>
            <a:r>
              <a:t>Footer</a:t>
            </a:r>
          </a:p>
        </p:txBody>
      </p:sp>
      <p:sp>
        <p:nvSpPr>
          <p:cNvPr id="3" name="PlaceHolder 2"/>
          <p:cNvSpPr>
            <a:spLocks noGrp="1"/>
          </p:cNvSpPr>
          <p:nvPr>
            <p:ph type="sldNum" idx="129"/>
          </p:nvPr>
        </p:nvSpPr>
        <p:spPr/>
        <p:txBody>
          <a:bodyPr/>
          <a:lstStyle/>
          <a:p>
            <a:fld id="{D5E33EAB-543D-4B74-9F1D-159A31D84390}" type="slidenum">
              <a:t>‹#›</a:t>
            </a:fld>
            <a:endParaRPr/>
          </a:p>
        </p:txBody>
      </p:sp>
      <p:sp>
        <p:nvSpPr>
          <p:cNvPr id="4" name="PlaceHolder 3"/>
          <p:cNvSpPr>
            <a:spLocks noGrp="1"/>
          </p:cNvSpPr>
          <p:nvPr>
            <p:ph type="dt" idx="127"/>
          </p:nvPr>
        </p:nvSpPr>
        <p:spPr/>
        <p:txBody>
          <a:body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Content Blue with Three Callouts">
    <p:spTree>
      <p:nvGrpSpPr>
        <p:cNvPr id="1" name=""/>
        <p:cNvGrpSpPr/>
        <p:nvPr/>
      </p:nvGrpSpPr>
      <p:grpSpPr>
        <a:xfrm>
          <a:off x="0" y="0"/>
          <a:ext cx="0" cy="0"/>
          <a:chOff x="0" y="0"/>
          <a:chExt cx="0" cy="0"/>
        </a:xfrm>
      </p:grpSpPr>
      <p:sp>
        <p:nvSpPr>
          <p:cNvPr id="2" name="PlaceHolder 1"/>
          <p:cNvSpPr>
            <a:spLocks noGrp="1"/>
          </p:cNvSpPr>
          <p:nvPr>
            <p:ph type="ftr" idx="131"/>
          </p:nvPr>
        </p:nvSpPr>
        <p:spPr/>
        <p:txBody>
          <a:bodyPr/>
          <a:lstStyle/>
          <a:p>
            <a:r>
              <a:t>Footer</a:t>
            </a:r>
          </a:p>
        </p:txBody>
      </p:sp>
      <p:sp>
        <p:nvSpPr>
          <p:cNvPr id="3" name="PlaceHolder 2"/>
          <p:cNvSpPr>
            <a:spLocks noGrp="1"/>
          </p:cNvSpPr>
          <p:nvPr>
            <p:ph type="sldNum" idx="132"/>
          </p:nvPr>
        </p:nvSpPr>
        <p:spPr/>
        <p:txBody>
          <a:bodyPr/>
          <a:lstStyle/>
          <a:p>
            <a:fld id="{DCAF25A8-6FB8-4146-A2DC-4C7BE82D9335}" type="slidenum">
              <a:t>‹#›</a:t>
            </a:fld>
            <a:endParaRPr/>
          </a:p>
        </p:txBody>
      </p:sp>
      <p:sp>
        <p:nvSpPr>
          <p:cNvPr id="4" name="PlaceHolder 3"/>
          <p:cNvSpPr>
            <a:spLocks noGrp="1"/>
          </p:cNvSpPr>
          <p:nvPr>
            <p:ph type="dt" idx="130"/>
          </p:nvPr>
        </p:nvSpPr>
        <p:spPr/>
        <p:txBody>
          <a:body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Content Gray with Three Callouts">
    <p:spTree>
      <p:nvGrpSpPr>
        <p:cNvPr id="1" name=""/>
        <p:cNvGrpSpPr/>
        <p:nvPr/>
      </p:nvGrpSpPr>
      <p:grpSpPr>
        <a:xfrm>
          <a:off x="0" y="0"/>
          <a:ext cx="0" cy="0"/>
          <a:chOff x="0" y="0"/>
          <a:chExt cx="0" cy="0"/>
        </a:xfrm>
      </p:grpSpPr>
      <p:sp>
        <p:nvSpPr>
          <p:cNvPr id="2" name="PlaceHolder 1"/>
          <p:cNvSpPr>
            <a:spLocks noGrp="1"/>
          </p:cNvSpPr>
          <p:nvPr>
            <p:ph type="ftr" idx="134"/>
          </p:nvPr>
        </p:nvSpPr>
        <p:spPr/>
        <p:txBody>
          <a:bodyPr/>
          <a:lstStyle/>
          <a:p>
            <a:r>
              <a:t>Footer</a:t>
            </a:r>
          </a:p>
        </p:txBody>
      </p:sp>
      <p:sp>
        <p:nvSpPr>
          <p:cNvPr id="3" name="PlaceHolder 2"/>
          <p:cNvSpPr>
            <a:spLocks noGrp="1"/>
          </p:cNvSpPr>
          <p:nvPr>
            <p:ph type="sldNum" idx="135"/>
          </p:nvPr>
        </p:nvSpPr>
        <p:spPr/>
        <p:txBody>
          <a:bodyPr/>
          <a:lstStyle/>
          <a:p>
            <a:fld id="{CCA6522E-91DB-48C2-AAD7-C1D44AE289D3}" type="slidenum">
              <a:t>‹#›</a:t>
            </a:fld>
            <a:endParaRPr/>
          </a:p>
        </p:txBody>
      </p:sp>
      <p:sp>
        <p:nvSpPr>
          <p:cNvPr id="4" name="PlaceHolder 3"/>
          <p:cNvSpPr>
            <a:spLocks noGrp="1"/>
          </p:cNvSpPr>
          <p:nvPr>
            <p:ph type="dt" idx="133"/>
          </p:nvPr>
        </p:nvSpPr>
        <p:spPr/>
        <p:txBody>
          <a:body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Closing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Closing Slide Teal">
    <p:spTree>
      <p:nvGrpSpPr>
        <p:cNvPr id="1" name=""/>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Closing Slide Blue">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Closing Slide with Image">
    <p:spTree>
      <p:nvGrpSpPr>
        <p:cNvPr id="1" name=""/>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lstStyle/>
          <a:p>
            <a:r>
              <a:t>Footer</a:t>
            </a:r>
          </a:p>
        </p:txBody>
      </p:sp>
      <p:sp>
        <p:nvSpPr>
          <p:cNvPr id="3" name="PlaceHolder 2"/>
          <p:cNvSpPr>
            <a:spLocks noGrp="1"/>
          </p:cNvSpPr>
          <p:nvPr>
            <p:ph type="sldNum" idx="138"/>
          </p:nvPr>
        </p:nvSpPr>
        <p:spPr/>
        <p:txBody>
          <a:bodyPr/>
          <a:lstStyle/>
          <a:p>
            <a:fld id="{6B79BA12-197F-47B5-983D-EFECEEF84E97}" type="slidenum">
              <a:t>‹#›</a:t>
            </a:fld>
            <a:endParaRPr/>
          </a:p>
        </p:txBody>
      </p:sp>
      <p:sp>
        <p:nvSpPr>
          <p:cNvPr id="4" name="PlaceHolder 3"/>
          <p:cNvSpPr>
            <a:spLocks noGrp="1"/>
          </p:cNvSpPr>
          <p:nvPr>
            <p:ph type="dt" idx="137"/>
          </p:nvPr>
        </p:nvSpPr>
        <p:spPr/>
        <p:txBody>
          <a:body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Title Slide – Global Impact">
    <p:spTree>
      <p:nvGrpSpPr>
        <p:cNvPr id="1" name=""/>
        <p:cNvGrpSpPr/>
        <p:nvPr/>
      </p:nvGrpSpPr>
      <p:grpSpPr>
        <a:xfrm>
          <a:off x="0" y="0"/>
          <a:ext cx="0" cy="0"/>
          <a:chOff x="0" y="0"/>
          <a:chExt cx="0" cy="0"/>
        </a:xfrm>
      </p:grpSpPr>
      <p:sp>
        <p:nvSpPr>
          <p:cNvPr id="2" name="PlaceHolder 1"/>
          <p:cNvSpPr>
            <a:spLocks noGrp="1"/>
          </p:cNvSpPr>
          <p:nvPr>
            <p:ph type="sldNum" idx="139"/>
          </p:nvPr>
        </p:nvSpPr>
        <p:spPr/>
        <p:txBody>
          <a:bodyPr/>
          <a:lstStyle/>
          <a:p>
            <a:fld id="{491AB8EC-B22E-4E09-9EF6-19B706E87F46}" type="slidenum">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Title Slide - Parent Baby">
    <p:spTree>
      <p:nvGrpSpPr>
        <p:cNvPr id="1" name=""/>
        <p:cNvGrpSpPr/>
        <p:nvPr/>
      </p:nvGrpSpPr>
      <p:grpSpPr>
        <a:xfrm>
          <a:off x="0" y="0"/>
          <a:ext cx="0" cy="0"/>
          <a:chOff x="0" y="0"/>
          <a:chExt cx="0" cy="0"/>
        </a:xfrm>
      </p:grpSpPr>
      <p:sp>
        <p:nvSpPr>
          <p:cNvPr id="2" name="PlaceHolder 1"/>
          <p:cNvSpPr>
            <a:spLocks noGrp="1"/>
          </p:cNvSpPr>
          <p:nvPr>
            <p:ph type="sldNum" idx="140"/>
          </p:nvPr>
        </p:nvSpPr>
        <p:spPr/>
        <p:txBody>
          <a:bodyPr/>
          <a:lstStyle/>
          <a:p>
            <a:fld id="{5F261C47-62EC-4E4E-A81C-14221202EFEA}" type="slidenum">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41"/>
          </p:nvPr>
        </p:nvSpPr>
        <p:spPr/>
        <p:txBody>
          <a:bodyPr/>
          <a:lstStyle/>
          <a:p>
            <a:r>
              <a:t>Footer</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Agenda Two Column">
    <p:spTree>
      <p:nvGrpSpPr>
        <p:cNvPr id="1" name=""/>
        <p:cNvGrpSpPr/>
        <p:nvPr/>
      </p:nvGrpSpPr>
      <p:grpSpPr>
        <a:xfrm>
          <a:off x="0" y="0"/>
          <a:ext cx="0" cy="0"/>
          <a:chOff x="0" y="0"/>
          <a:chExt cx="0" cy="0"/>
        </a:xfrm>
      </p:grpSpPr>
      <p:sp>
        <p:nvSpPr>
          <p:cNvPr id="2" name="PlaceHolder 1"/>
          <p:cNvSpPr>
            <a:spLocks noGrp="1"/>
          </p:cNvSpPr>
          <p:nvPr>
            <p:ph type="ftr" idx="143"/>
          </p:nvPr>
        </p:nvSpPr>
        <p:spPr/>
        <p:txBody>
          <a:bodyPr/>
          <a:lstStyle/>
          <a:p>
            <a:r>
              <a:t>Footer</a:t>
            </a:r>
          </a:p>
        </p:txBody>
      </p:sp>
      <p:sp>
        <p:nvSpPr>
          <p:cNvPr id="3" name="PlaceHolder 2"/>
          <p:cNvSpPr>
            <a:spLocks noGrp="1"/>
          </p:cNvSpPr>
          <p:nvPr>
            <p:ph type="sldNum" idx="144"/>
          </p:nvPr>
        </p:nvSpPr>
        <p:spPr/>
        <p:txBody>
          <a:bodyPr/>
          <a:lstStyle/>
          <a:p>
            <a:fld id="{7A0B4FCC-2F9C-4833-B0C6-D71AC097355A}" type="slidenum">
              <a:t>‹#›</a:t>
            </a:fld>
            <a:endParaRPr/>
          </a:p>
        </p:txBody>
      </p:sp>
      <p:sp>
        <p:nvSpPr>
          <p:cNvPr id="4" name="PlaceHolder 3"/>
          <p:cNvSpPr>
            <a:spLocks noGrp="1"/>
          </p:cNvSpPr>
          <p:nvPr>
            <p:ph type="dt" idx="142"/>
          </p:nvPr>
        </p:nvSpPr>
        <p:spPr/>
        <p:txBody>
          <a:body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46"/>
          </p:nvPr>
        </p:nvSpPr>
        <p:spPr/>
        <p:txBody>
          <a:bodyPr/>
          <a:lstStyle/>
          <a:p>
            <a:r>
              <a:t>Footer</a:t>
            </a:r>
          </a:p>
        </p:txBody>
      </p:sp>
      <p:sp>
        <p:nvSpPr>
          <p:cNvPr id="3" name="PlaceHolder 2"/>
          <p:cNvSpPr>
            <a:spLocks noGrp="1"/>
          </p:cNvSpPr>
          <p:nvPr>
            <p:ph type="sldNum" idx="147"/>
          </p:nvPr>
        </p:nvSpPr>
        <p:spPr/>
        <p:txBody>
          <a:bodyPr/>
          <a:lstStyle/>
          <a:p>
            <a:fld id="{7A26288C-349F-4C38-975C-4FB954DE680A}" type="slidenum">
              <a:t>‹#›</a:t>
            </a:fld>
            <a:endParaRPr/>
          </a:p>
        </p:txBody>
      </p:sp>
      <p:sp>
        <p:nvSpPr>
          <p:cNvPr id="4" name="PlaceHolder 3"/>
          <p:cNvSpPr>
            <a:spLocks noGrp="1"/>
          </p:cNvSpPr>
          <p:nvPr>
            <p:ph type="dt" idx="145"/>
          </p:nvPr>
        </p:nvSpPr>
        <p:spPr/>
        <p:txBody>
          <a:body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Two Content Indented">
    <p:spTree>
      <p:nvGrpSpPr>
        <p:cNvPr id="1" name=""/>
        <p:cNvGrpSpPr/>
        <p:nvPr/>
      </p:nvGrpSpPr>
      <p:grpSpPr>
        <a:xfrm>
          <a:off x="0" y="0"/>
          <a:ext cx="0" cy="0"/>
          <a:chOff x="0" y="0"/>
          <a:chExt cx="0" cy="0"/>
        </a:xfrm>
      </p:grpSpPr>
      <p:sp>
        <p:nvSpPr>
          <p:cNvPr id="2" name="PlaceHolder 1"/>
          <p:cNvSpPr>
            <a:spLocks noGrp="1"/>
          </p:cNvSpPr>
          <p:nvPr>
            <p:ph type="ftr" idx="149"/>
          </p:nvPr>
        </p:nvSpPr>
        <p:spPr/>
        <p:txBody>
          <a:bodyPr/>
          <a:lstStyle/>
          <a:p>
            <a:r>
              <a:t>Footer</a:t>
            </a:r>
          </a:p>
        </p:txBody>
      </p:sp>
      <p:sp>
        <p:nvSpPr>
          <p:cNvPr id="3" name="PlaceHolder 2"/>
          <p:cNvSpPr>
            <a:spLocks noGrp="1"/>
          </p:cNvSpPr>
          <p:nvPr>
            <p:ph type="sldNum" idx="150"/>
          </p:nvPr>
        </p:nvSpPr>
        <p:spPr/>
        <p:txBody>
          <a:bodyPr/>
          <a:lstStyle/>
          <a:p>
            <a:fld id="{424F11EC-48B9-4D12-A0FF-A9FB99984CD2}" type="slidenum">
              <a:t>‹#›</a:t>
            </a:fld>
            <a:endParaRPr/>
          </a:p>
        </p:txBody>
      </p:sp>
      <p:sp>
        <p:nvSpPr>
          <p:cNvPr id="4" name="PlaceHolder 3"/>
          <p:cNvSpPr>
            <a:spLocks noGrp="1"/>
          </p:cNvSpPr>
          <p:nvPr>
            <p:ph type="dt" idx="148"/>
          </p:nvPr>
        </p:nvSpPr>
        <p:spPr/>
        <p:txBody>
          <a:body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Default 1">
    <p:spTree>
      <p:nvGrpSpPr>
        <p:cNvPr id="1" name=""/>
        <p:cNvGrpSpPr/>
        <p:nvPr/>
      </p:nvGrpSpPr>
      <p:grpSpPr>
        <a:xfrm>
          <a:off x="0" y="0"/>
          <a:ext cx="0" cy="0"/>
          <a:chOff x="0" y="0"/>
          <a:chExt cx="0" cy="0"/>
        </a:xfrm>
      </p:grpSpPr>
      <p:sp>
        <p:nvSpPr>
          <p:cNvPr id="1052"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053" name="PlaceHolder 2"/>
          <p:cNvSpPr>
            <a:spLocks noGrp="1"/>
          </p:cNvSpPr>
          <p:nvPr>
            <p:ph/>
          </p:nvPr>
        </p:nvSpPr>
        <p:spPr>
          <a:xfrm>
            <a:off x="374760" y="1371600"/>
            <a:ext cx="558180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1054" name="PlaceHolder 3"/>
          <p:cNvSpPr>
            <a:spLocks noGrp="1"/>
          </p:cNvSpPr>
          <p:nvPr>
            <p:ph/>
          </p:nvPr>
        </p:nvSpPr>
        <p:spPr>
          <a:xfrm>
            <a:off x="6235920" y="1371600"/>
            <a:ext cx="558180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5" name="PlaceHolder 4"/>
          <p:cNvSpPr>
            <a:spLocks noGrp="1"/>
          </p:cNvSpPr>
          <p:nvPr>
            <p:ph type="ftr" idx="152"/>
          </p:nvPr>
        </p:nvSpPr>
        <p:spPr/>
        <p:txBody>
          <a:bodyPr/>
          <a:lstStyle/>
          <a:p>
            <a:r>
              <a:t>Footer</a:t>
            </a:r>
          </a:p>
        </p:txBody>
      </p:sp>
      <p:sp>
        <p:nvSpPr>
          <p:cNvPr id="6" name="PlaceHolder 5"/>
          <p:cNvSpPr>
            <a:spLocks noGrp="1"/>
          </p:cNvSpPr>
          <p:nvPr>
            <p:ph type="sldNum" idx="153"/>
          </p:nvPr>
        </p:nvSpPr>
        <p:spPr/>
        <p:txBody>
          <a:bodyPr/>
          <a:lstStyle/>
          <a:p>
            <a:fld id="{60DDD693-9D06-4B07-BAE3-B73B59B1396B}" type="slidenum">
              <a:t>‹#›</a:t>
            </a:fld>
            <a:endParaRPr/>
          </a:p>
        </p:txBody>
      </p:sp>
      <p:sp>
        <p:nvSpPr>
          <p:cNvPr id="7" name="PlaceHolder 6"/>
          <p:cNvSpPr>
            <a:spLocks noGrp="1"/>
          </p:cNvSpPr>
          <p:nvPr>
            <p:ph type="dt" idx="151"/>
          </p:nvPr>
        </p:nvSpPr>
        <p:spPr/>
        <p:txBody>
          <a:body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Default 2">
    <p:spTree>
      <p:nvGrpSpPr>
        <p:cNvPr id="1" name=""/>
        <p:cNvGrpSpPr/>
        <p:nvPr/>
      </p:nvGrpSpPr>
      <p:grpSpPr>
        <a:xfrm>
          <a:off x="0" y="0"/>
          <a:ext cx="0" cy="0"/>
          <a:chOff x="0" y="0"/>
          <a:chExt cx="0" cy="0"/>
        </a:xfrm>
      </p:grpSpPr>
      <p:sp>
        <p:nvSpPr>
          <p:cNvPr id="1066"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067" name="PlaceHolder 2"/>
          <p:cNvSpPr>
            <a:spLocks noGrp="1"/>
          </p:cNvSpPr>
          <p:nvPr>
            <p:ph/>
          </p:nvPr>
        </p:nvSpPr>
        <p:spPr>
          <a:xfrm>
            <a:off x="374760" y="1371600"/>
            <a:ext cx="558180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1068" name="PlaceHolder 3"/>
          <p:cNvSpPr>
            <a:spLocks noGrp="1"/>
          </p:cNvSpPr>
          <p:nvPr>
            <p:ph/>
          </p:nvPr>
        </p:nvSpPr>
        <p:spPr>
          <a:xfrm>
            <a:off x="6235920" y="1371600"/>
            <a:ext cx="558180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5" name="PlaceHolder 4"/>
          <p:cNvSpPr>
            <a:spLocks noGrp="1"/>
          </p:cNvSpPr>
          <p:nvPr>
            <p:ph type="ftr" idx="155"/>
          </p:nvPr>
        </p:nvSpPr>
        <p:spPr/>
        <p:txBody>
          <a:bodyPr/>
          <a:lstStyle/>
          <a:p>
            <a:r>
              <a:t>Footer</a:t>
            </a:r>
          </a:p>
        </p:txBody>
      </p:sp>
      <p:sp>
        <p:nvSpPr>
          <p:cNvPr id="6" name="PlaceHolder 5"/>
          <p:cNvSpPr>
            <a:spLocks noGrp="1"/>
          </p:cNvSpPr>
          <p:nvPr>
            <p:ph type="sldNum" idx="156"/>
          </p:nvPr>
        </p:nvSpPr>
        <p:spPr/>
        <p:txBody>
          <a:bodyPr/>
          <a:lstStyle/>
          <a:p>
            <a:fld id="{12A20AFD-617E-4F4F-A187-C919C3A32956}" type="slidenum">
              <a:t>‹#›</a:t>
            </a:fld>
            <a:endParaRPr/>
          </a:p>
        </p:txBody>
      </p:sp>
      <p:sp>
        <p:nvSpPr>
          <p:cNvPr id="7" name="PlaceHolder 6"/>
          <p:cNvSpPr>
            <a:spLocks noGrp="1"/>
          </p:cNvSpPr>
          <p:nvPr>
            <p:ph type="dt" idx="154"/>
          </p:nvPr>
        </p:nvSpPr>
        <p:spPr/>
        <p:txBody>
          <a:body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1081"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082" name="PlaceHolder 2"/>
          <p:cNvSpPr>
            <a:spLocks noGrp="1"/>
          </p:cNvSpPr>
          <p:nvPr>
            <p:ph/>
          </p:nvPr>
        </p:nvSpPr>
        <p:spPr>
          <a:xfrm>
            <a:off x="374760" y="1371600"/>
            <a:ext cx="1143864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4" name="PlaceHolder 3"/>
          <p:cNvSpPr>
            <a:spLocks noGrp="1"/>
          </p:cNvSpPr>
          <p:nvPr>
            <p:ph type="ftr" idx="158"/>
          </p:nvPr>
        </p:nvSpPr>
        <p:spPr/>
        <p:txBody>
          <a:bodyPr/>
          <a:lstStyle/>
          <a:p>
            <a:r>
              <a:t>Footer</a:t>
            </a:r>
          </a:p>
        </p:txBody>
      </p:sp>
      <p:sp>
        <p:nvSpPr>
          <p:cNvPr id="5" name="PlaceHolder 4"/>
          <p:cNvSpPr>
            <a:spLocks noGrp="1"/>
          </p:cNvSpPr>
          <p:nvPr>
            <p:ph type="sldNum" idx="159"/>
          </p:nvPr>
        </p:nvSpPr>
        <p:spPr/>
        <p:txBody>
          <a:bodyPr/>
          <a:lstStyle/>
          <a:p>
            <a:fld id="{FC7E84AE-0E60-43D3-9885-AF965F2C6FB2}" type="slidenum">
              <a:t>‹#›</a:t>
            </a:fld>
            <a:endParaRPr/>
          </a:p>
        </p:txBody>
      </p:sp>
      <p:sp>
        <p:nvSpPr>
          <p:cNvPr id="6" name="PlaceHolder 5"/>
          <p:cNvSpPr>
            <a:spLocks noGrp="1"/>
          </p:cNvSpPr>
          <p:nvPr>
            <p:ph type="dt" idx="157"/>
          </p:nvPr>
        </p:nvSpPr>
        <p:spPr/>
        <p:txBody>
          <a:body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Three Column Boxed Header">
    <p:spTree>
      <p:nvGrpSpPr>
        <p:cNvPr id="1" name=""/>
        <p:cNvGrpSpPr/>
        <p:nvPr/>
      </p:nvGrpSpPr>
      <p:grpSpPr>
        <a:xfrm>
          <a:off x="0" y="0"/>
          <a:ext cx="0" cy="0"/>
          <a:chOff x="0" y="0"/>
          <a:chExt cx="0" cy="0"/>
        </a:xfrm>
      </p:grpSpPr>
      <p:sp>
        <p:nvSpPr>
          <p:cNvPr id="2" name="PlaceHolder 1"/>
          <p:cNvSpPr>
            <a:spLocks noGrp="1"/>
          </p:cNvSpPr>
          <p:nvPr>
            <p:ph type="ftr" idx="161"/>
          </p:nvPr>
        </p:nvSpPr>
        <p:spPr/>
        <p:txBody>
          <a:bodyPr/>
          <a:lstStyle/>
          <a:p>
            <a:r>
              <a:t>Footer</a:t>
            </a:r>
          </a:p>
        </p:txBody>
      </p:sp>
      <p:sp>
        <p:nvSpPr>
          <p:cNvPr id="3" name="PlaceHolder 2"/>
          <p:cNvSpPr>
            <a:spLocks noGrp="1"/>
          </p:cNvSpPr>
          <p:nvPr>
            <p:ph type="sldNum" idx="162"/>
          </p:nvPr>
        </p:nvSpPr>
        <p:spPr/>
        <p:txBody>
          <a:bodyPr/>
          <a:lstStyle/>
          <a:p>
            <a:fld id="{2A619EA8-4CC5-4342-B434-26C6D8DAC5B4}" type="slidenum">
              <a:t>‹#›</a:t>
            </a:fld>
            <a:endParaRPr/>
          </a:p>
        </p:txBody>
      </p:sp>
      <p:sp>
        <p:nvSpPr>
          <p:cNvPr id="4" name="PlaceHolder 3"/>
          <p:cNvSpPr>
            <a:spLocks noGrp="1"/>
          </p:cNvSpPr>
          <p:nvPr>
            <p:ph type="dt" idx="160"/>
          </p:nvPr>
        </p:nvSpPr>
        <p:spPr/>
        <p:txBody>
          <a:body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Three Column Indented">
    <p:spTree>
      <p:nvGrpSpPr>
        <p:cNvPr id="1" name=""/>
        <p:cNvGrpSpPr/>
        <p:nvPr/>
      </p:nvGrpSpPr>
      <p:grpSpPr>
        <a:xfrm>
          <a:off x="0" y="0"/>
          <a:ext cx="0" cy="0"/>
          <a:chOff x="0" y="0"/>
          <a:chExt cx="0" cy="0"/>
        </a:xfrm>
      </p:grpSpPr>
      <p:sp>
        <p:nvSpPr>
          <p:cNvPr id="2" name="PlaceHolder 1"/>
          <p:cNvSpPr>
            <a:spLocks noGrp="1"/>
          </p:cNvSpPr>
          <p:nvPr>
            <p:ph type="ftr" idx="164"/>
          </p:nvPr>
        </p:nvSpPr>
        <p:spPr/>
        <p:txBody>
          <a:bodyPr/>
          <a:lstStyle/>
          <a:p>
            <a:r>
              <a:t>Footer</a:t>
            </a:r>
          </a:p>
        </p:txBody>
      </p:sp>
      <p:sp>
        <p:nvSpPr>
          <p:cNvPr id="3" name="PlaceHolder 2"/>
          <p:cNvSpPr>
            <a:spLocks noGrp="1"/>
          </p:cNvSpPr>
          <p:nvPr>
            <p:ph type="sldNum" idx="165"/>
          </p:nvPr>
        </p:nvSpPr>
        <p:spPr/>
        <p:txBody>
          <a:bodyPr/>
          <a:lstStyle/>
          <a:p>
            <a:fld id="{D1D16A55-2A3D-4A31-ACF7-8C69CE5E6265}" type="slidenum">
              <a:t>‹#›</a:t>
            </a:fld>
            <a:endParaRPr/>
          </a:p>
        </p:txBody>
      </p:sp>
      <p:sp>
        <p:nvSpPr>
          <p:cNvPr id="4" name="PlaceHolder 3"/>
          <p:cNvSpPr>
            <a:spLocks noGrp="1"/>
          </p:cNvSpPr>
          <p:nvPr>
            <p:ph type="dt" idx="163"/>
          </p:nvPr>
        </p:nvSpPr>
        <p:spPr/>
        <p:txBody>
          <a:body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Three Column Blue">
    <p:spTree>
      <p:nvGrpSpPr>
        <p:cNvPr id="1" name=""/>
        <p:cNvGrpSpPr/>
        <p:nvPr/>
      </p:nvGrpSpPr>
      <p:grpSpPr>
        <a:xfrm>
          <a:off x="0" y="0"/>
          <a:ext cx="0" cy="0"/>
          <a:chOff x="0" y="0"/>
          <a:chExt cx="0" cy="0"/>
        </a:xfrm>
      </p:grpSpPr>
      <p:sp>
        <p:nvSpPr>
          <p:cNvPr id="2" name="PlaceHolder 1"/>
          <p:cNvSpPr>
            <a:spLocks noGrp="1"/>
          </p:cNvSpPr>
          <p:nvPr>
            <p:ph type="ftr" idx="167"/>
          </p:nvPr>
        </p:nvSpPr>
        <p:spPr/>
        <p:txBody>
          <a:bodyPr/>
          <a:lstStyle/>
          <a:p>
            <a:r>
              <a:t>Footer</a:t>
            </a:r>
          </a:p>
        </p:txBody>
      </p:sp>
      <p:sp>
        <p:nvSpPr>
          <p:cNvPr id="3" name="PlaceHolder 2"/>
          <p:cNvSpPr>
            <a:spLocks noGrp="1"/>
          </p:cNvSpPr>
          <p:nvPr>
            <p:ph type="sldNum" idx="168"/>
          </p:nvPr>
        </p:nvSpPr>
        <p:spPr/>
        <p:txBody>
          <a:bodyPr/>
          <a:lstStyle/>
          <a:p>
            <a:fld id="{D2694507-2C3E-4A43-8D1D-A6A9452B86A9}" type="slidenum">
              <a:t>‹#›</a:t>
            </a:fld>
            <a:endParaRPr/>
          </a:p>
        </p:txBody>
      </p:sp>
      <p:sp>
        <p:nvSpPr>
          <p:cNvPr id="4" name="PlaceHolder 3"/>
          <p:cNvSpPr>
            <a:spLocks noGrp="1"/>
          </p:cNvSpPr>
          <p:nvPr>
            <p:ph type="dt" idx="166"/>
          </p:nvPr>
        </p:nvSpPr>
        <p:spPr/>
        <p:txBody>
          <a:body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Three Column Teal">
    <p:spTree>
      <p:nvGrpSpPr>
        <p:cNvPr id="1" name=""/>
        <p:cNvGrpSpPr/>
        <p:nvPr/>
      </p:nvGrpSpPr>
      <p:grpSpPr>
        <a:xfrm>
          <a:off x="0" y="0"/>
          <a:ext cx="0" cy="0"/>
          <a:chOff x="0" y="0"/>
          <a:chExt cx="0" cy="0"/>
        </a:xfrm>
      </p:grpSpPr>
      <p:sp>
        <p:nvSpPr>
          <p:cNvPr id="2" name="PlaceHolder 1"/>
          <p:cNvSpPr>
            <a:spLocks noGrp="1"/>
          </p:cNvSpPr>
          <p:nvPr>
            <p:ph type="ftr" idx="170"/>
          </p:nvPr>
        </p:nvSpPr>
        <p:spPr/>
        <p:txBody>
          <a:bodyPr/>
          <a:lstStyle/>
          <a:p>
            <a:r>
              <a:t>Footer</a:t>
            </a:r>
          </a:p>
        </p:txBody>
      </p:sp>
      <p:sp>
        <p:nvSpPr>
          <p:cNvPr id="3" name="PlaceHolder 2"/>
          <p:cNvSpPr>
            <a:spLocks noGrp="1"/>
          </p:cNvSpPr>
          <p:nvPr>
            <p:ph type="sldNum" idx="171"/>
          </p:nvPr>
        </p:nvSpPr>
        <p:spPr/>
        <p:txBody>
          <a:bodyPr/>
          <a:lstStyle/>
          <a:p>
            <a:fld id="{2A110008-F7D3-4A89-AA1D-A63B8AE50ADA}" type="slidenum">
              <a:t>‹#›</a:t>
            </a:fld>
            <a:endParaRPr/>
          </a:p>
        </p:txBody>
      </p:sp>
      <p:sp>
        <p:nvSpPr>
          <p:cNvPr id="4" name="PlaceHolder 3"/>
          <p:cNvSpPr>
            <a:spLocks noGrp="1"/>
          </p:cNvSpPr>
          <p:nvPr>
            <p:ph type="dt" idx="169"/>
          </p:nvPr>
        </p:nvSpPr>
        <p:spPr/>
        <p:txBody>
          <a:body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55"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156" name="PlaceHolder 2"/>
          <p:cNvSpPr>
            <a:spLocks noGrp="1"/>
          </p:cNvSpPr>
          <p:nvPr>
            <p:ph/>
          </p:nvPr>
        </p:nvSpPr>
        <p:spPr>
          <a:xfrm>
            <a:off x="374760" y="1371600"/>
            <a:ext cx="1143864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4" name="PlaceHolder 3"/>
          <p:cNvSpPr>
            <a:spLocks noGrp="1"/>
          </p:cNvSpPr>
          <p:nvPr>
            <p:ph type="ftr" idx="173"/>
          </p:nvPr>
        </p:nvSpPr>
        <p:spPr/>
        <p:txBody>
          <a:bodyPr/>
          <a:lstStyle/>
          <a:p>
            <a:r>
              <a:t>Footer</a:t>
            </a:r>
          </a:p>
        </p:txBody>
      </p:sp>
      <p:sp>
        <p:nvSpPr>
          <p:cNvPr id="5" name="PlaceHolder 4"/>
          <p:cNvSpPr>
            <a:spLocks noGrp="1"/>
          </p:cNvSpPr>
          <p:nvPr>
            <p:ph type="sldNum" idx="174"/>
          </p:nvPr>
        </p:nvSpPr>
        <p:spPr/>
        <p:txBody>
          <a:bodyPr/>
          <a:lstStyle/>
          <a:p>
            <a:fld id="{8224BB82-6BB3-4250-8A61-0DCB3DC6A92E}" type="slidenum">
              <a:t>‹#›</a:t>
            </a:fld>
            <a:endParaRPr/>
          </a:p>
        </p:txBody>
      </p:sp>
      <p:sp>
        <p:nvSpPr>
          <p:cNvPr id="6" name="PlaceHolder 5"/>
          <p:cNvSpPr>
            <a:spLocks noGrp="1"/>
          </p:cNvSpPr>
          <p:nvPr>
            <p:ph type="dt" idx="172"/>
          </p:nvPr>
        </p:nvSpPr>
        <p:spPr/>
        <p:txBody>
          <a:body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Four Column">
    <p:spTree>
      <p:nvGrpSpPr>
        <p:cNvPr id="1" name=""/>
        <p:cNvGrpSpPr/>
        <p:nvPr/>
      </p:nvGrpSpPr>
      <p:grpSpPr>
        <a:xfrm>
          <a:off x="0" y="0"/>
          <a:ext cx="0" cy="0"/>
          <a:chOff x="0" y="0"/>
          <a:chExt cx="0" cy="0"/>
        </a:xfrm>
      </p:grpSpPr>
      <p:sp>
        <p:nvSpPr>
          <p:cNvPr id="1170"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171" name="PlaceHolder 2"/>
          <p:cNvSpPr>
            <a:spLocks noGrp="1"/>
          </p:cNvSpPr>
          <p:nvPr>
            <p:ph/>
          </p:nvPr>
        </p:nvSpPr>
        <p:spPr>
          <a:xfrm>
            <a:off x="374760" y="1371600"/>
            <a:ext cx="1143864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4" name="PlaceHolder 3"/>
          <p:cNvSpPr>
            <a:spLocks noGrp="1"/>
          </p:cNvSpPr>
          <p:nvPr>
            <p:ph type="ftr" idx="176"/>
          </p:nvPr>
        </p:nvSpPr>
        <p:spPr/>
        <p:txBody>
          <a:bodyPr/>
          <a:lstStyle/>
          <a:p>
            <a:r>
              <a:t>Footer</a:t>
            </a:r>
          </a:p>
        </p:txBody>
      </p:sp>
      <p:sp>
        <p:nvSpPr>
          <p:cNvPr id="5" name="PlaceHolder 4"/>
          <p:cNvSpPr>
            <a:spLocks noGrp="1"/>
          </p:cNvSpPr>
          <p:nvPr>
            <p:ph type="sldNum" idx="177"/>
          </p:nvPr>
        </p:nvSpPr>
        <p:spPr/>
        <p:txBody>
          <a:bodyPr/>
          <a:lstStyle/>
          <a:p>
            <a:fld id="{23136DF2-E9C7-4BE3-939E-0F7F8D1731DA}" type="slidenum">
              <a:t>‹#›</a:t>
            </a:fld>
            <a:endParaRPr/>
          </a:p>
        </p:txBody>
      </p:sp>
      <p:sp>
        <p:nvSpPr>
          <p:cNvPr id="6" name="PlaceHolder 5"/>
          <p:cNvSpPr>
            <a:spLocks noGrp="1"/>
          </p:cNvSpPr>
          <p:nvPr>
            <p:ph type="dt" idx="175"/>
          </p:nvPr>
        </p:nvSpPr>
        <p:spPr/>
        <p:txBody>
          <a:body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Four Column Indented">
    <p:spTree>
      <p:nvGrpSpPr>
        <p:cNvPr id="1" name=""/>
        <p:cNvGrpSpPr/>
        <p:nvPr/>
      </p:nvGrpSpPr>
      <p:grpSpPr>
        <a:xfrm>
          <a:off x="0" y="0"/>
          <a:ext cx="0" cy="0"/>
          <a:chOff x="0" y="0"/>
          <a:chExt cx="0" cy="0"/>
        </a:xfrm>
      </p:grpSpPr>
      <p:sp>
        <p:nvSpPr>
          <p:cNvPr id="2" name="PlaceHolder 1"/>
          <p:cNvSpPr>
            <a:spLocks noGrp="1"/>
          </p:cNvSpPr>
          <p:nvPr>
            <p:ph type="ftr" idx="179"/>
          </p:nvPr>
        </p:nvSpPr>
        <p:spPr/>
        <p:txBody>
          <a:bodyPr/>
          <a:lstStyle/>
          <a:p>
            <a:r>
              <a:t>Footer</a:t>
            </a:r>
          </a:p>
        </p:txBody>
      </p:sp>
      <p:sp>
        <p:nvSpPr>
          <p:cNvPr id="3" name="PlaceHolder 2"/>
          <p:cNvSpPr>
            <a:spLocks noGrp="1"/>
          </p:cNvSpPr>
          <p:nvPr>
            <p:ph type="sldNum" idx="180"/>
          </p:nvPr>
        </p:nvSpPr>
        <p:spPr/>
        <p:txBody>
          <a:bodyPr/>
          <a:lstStyle/>
          <a:p>
            <a:fld id="{78E727AC-80F6-4966-8B85-FD87E62E85AC}" type="slidenum">
              <a:t>‹#›</a:t>
            </a:fld>
            <a:endParaRPr/>
          </a:p>
        </p:txBody>
      </p:sp>
      <p:sp>
        <p:nvSpPr>
          <p:cNvPr id="4" name="PlaceHolder 3"/>
          <p:cNvSpPr>
            <a:spLocks noGrp="1"/>
          </p:cNvSpPr>
          <p:nvPr>
            <p:ph type="dt" idx="178"/>
          </p:nvPr>
        </p:nvSpPr>
        <p:spPr/>
        <p:txBody>
          <a:body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182"/>
          </p:nvPr>
        </p:nvSpPr>
        <p:spPr/>
        <p:txBody>
          <a:bodyPr/>
          <a:lstStyle/>
          <a:p>
            <a:r>
              <a:t>Footer</a:t>
            </a:r>
          </a:p>
        </p:txBody>
      </p:sp>
      <p:sp>
        <p:nvSpPr>
          <p:cNvPr id="3" name="PlaceHolder 2"/>
          <p:cNvSpPr>
            <a:spLocks noGrp="1"/>
          </p:cNvSpPr>
          <p:nvPr>
            <p:ph type="sldNum" idx="183"/>
          </p:nvPr>
        </p:nvSpPr>
        <p:spPr/>
        <p:txBody>
          <a:bodyPr/>
          <a:lstStyle/>
          <a:p>
            <a:fld id="{3356ED80-1F07-469F-A582-0B1E5A18C7C7}" type="slidenum">
              <a:t>‹#›</a:t>
            </a:fld>
            <a:endParaRPr/>
          </a:p>
        </p:txBody>
      </p:sp>
      <p:sp>
        <p:nvSpPr>
          <p:cNvPr id="4" name="PlaceHolder 3"/>
          <p:cNvSpPr>
            <a:spLocks noGrp="1"/>
          </p:cNvSpPr>
          <p:nvPr>
            <p:ph type="dt" idx="181"/>
          </p:nvPr>
        </p:nvSpPr>
        <p:spPr/>
        <p:txBody>
          <a:body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Four Content Tiled">
    <p:spTree>
      <p:nvGrpSpPr>
        <p:cNvPr id="1" name=""/>
        <p:cNvGrpSpPr/>
        <p:nvPr/>
      </p:nvGrpSpPr>
      <p:grpSpPr>
        <a:xfrm>
          <a:off x="0" y="0"/>
          <a:ext cx="0" cy="0"/>
          <a:chOff x="0" y="0"/>
          <a:chExt cx="0" cy="0"/>
        </a:xfrm>
      </p:grpSpPr>
      <p:sp>
        <p:nvSpPr>
          <p:cNvPr id="2" name="PlaceHolder 1"/>
          <p:cNvSpPr>
            <a:spLocks noGrp="1"/>
          </p:cNvSpPr>
          <p:nvPr>
            <p:ph type="ftr" idx="185"/>
          </p:nvPr>
        </p:nvSpPr>
        <p:spPr/>
        <p:txBody>
          <a:bodyPr/>
          <a:lstStyle/>
          <a:p>
            <a:r>
              <a:t>Footer</a:t>
            </a:r>
          </a:p>
        </p:txBody>
      </p:sp>
      <p:sp>
        <p:nvSpPr>
          <p:cNvPr id="3" name="PlaceHolder 2"/>
          <p:cNvSpPr>
            <a:spLocks noGrp="1"/>
          </p:cNvSpPr>
          <p:nvPr>
            <p:ph type="sldNum" idx="186"/>
          </p:nvPr>
        </p:nvSpPr>
        <p:spPr/>
        <p:txBody>
          <a:bodyPr/>
          <a:lstStyle/>
          <a:p>
            <a:fld id="{F3A3539F-9A43-4E18-806C-A2D8D3576668}" type="slidenum">
              <a:t>‹#›</a:t>
            </a:fld>
            <a:endParaRPr/>
          </a:p>
        </p:txBody>
      </p:sp>
      <p:sp>
        <p:nvSpPr>
          <p:cNvPr id="4" name="PlaceHolder 3"/>
          <p:cNvSpPr>
            <a:spLocks noGrp="1"/>
          </p:cNvSpPr>
          <p:nvPr>
            <p:ph type="dt" idx="184"/>
          </p:nvPr>
        </p:nvSpPr>
        <p:spPr/>
        <p:txBody>
          <a:body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Four Content Tiled Indented">
    <p:spTree>
      <p:nvGrpSpPr>
        <p:cNvPr id="1" name=""/>
        <p:cNvGrpSpPr/>
        <p:nvPr/>
      </p:nvGrpSpPr>
      <p:grpSpPr>
        <a:xfrm>
          <a:off x="0" y="0"/>
          <a:ext cx="0" cy="0"/>
          <a:chOff x="0" y="0"/>
          <a:chExt cx="0" cy="0"/>
        </a:xfrm>
      </p:grpSpPr>
      <p:sp>
        <p:nvSpPr>
          <p:cNvPr id="2" name="PlaceHolder 1"/>
          <p:cNvSpPr>
            <a:spLocks noGrp="1"/>
          </p:cNvSpPr>
          <p:nvPr>
            <p:ph type="ftr" idx="188"/>
          </p:nvPr>
        </p:nvSpPr>
        <p:spPr/>
        <p:txBody>
          <a:bodyPr/>
          <a:lstStyle/>
          <a:p>
            <a:r>
              <a:t>Footer</a:t>
            </a:r>
          </a:p>
        </p:txBody>
      </p:sp>
      <p:sp>
        <p:nvSpPr>
          <p:cNvPr id="3" name="PlaceHolder 2"/>
          <p:cNvSpPr>
            <a:spLocks noGrp="1"/>
          </p:cNvSpPr>
          <p:nvPr>
            <p:ph type="sldNum" idx="189"/>
          </p:nvPr>
        </p:nvSpPr>
        <p:spPr/>
        <p:txBody>
          <a:bodyPr/>
          <a:lstStyle/>
          <a:p>
            <a:fld id="{F45DB520-7CD5-4126-AAA6-01902200791F}" type="slidenum">
              <a:t>‹#›</a:t>
            </a:fld>
            <a:endParaRPr/>
          </a:p>
        </p:txBody>
      </p:sp>
      <p:sp>
        <p:nvSpPr>
          <p:cNvPr id="4" name="PlaceHolder 3"/>
          <p:cNvSpPr>
            <a:spLocks noGrp="1"/>
          </p:cNvSpPr>
          <p:nvPr>
            <p:ph type="dt" idx="187"/>
          </p:nvPr>
        </p:nvSpPr>
        <p:spPr/>
        <p:txBody>
          <a:bodyPr/>
          <a:lstStyle/>
          <a:p>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Three Column with Subheading">
    <p:spTree>
      <p:nvGrpSpPr>
        <p:cNvPr id="1" name=""/>
        <p:cNvGrpSpPr/>
        <p:nvPr/>
      </p:nvGrpSpPr>
      <p:grpSpPr>
        <a:xfrm>
          <a:off x="0" y="0"/>
          <a:ext cx="0" cy="0"/>
          <a:chOff x="0" y="0"/>
          <a:chExt cx="0" cy="0"/>
        </a:xfrm>
      </p:grpSpPr>
      <p:sp>
        <p:nvSpPr>
          <p:cNvPr id="2" name="PlaceHolder 1"/>
          <p:cNvSpPr>
            <a:spLocks noGrp="1"/>
          </p:cNvSpPr>
          <p:nvPr>
            <p:ph type="ftr" idx="191"/>
          </p:nvPr>
        </p:nvSpPr>
        <p:spPr/>
        <p:txBody>
          <a:bodyPr/>
          <a:lstStyle/>
          <a:p>
            <a:r>
              <a:t>Footer</a:t>
            </a:r>
          </a:p>
        </p:txBody>
      </p:sp>
      <p:sp>
        <p:nvSpPr>
          <p:cNvPr id="3" name="PlaceHolder 2"/>
          <p:cNvSpPr>
            <a:spLocks noGrp="1"/>
          </p:cNvSpPr>
          <p:nvPr>
            <p:ph type="sldNum" idx="192"/>
          </p:nvPr>
        </p:nvSpPr>
        <p:spPr/>
        <p:txBody>
          <a:bodyPr/>
          <a:lstStyle/>
          <a:p>
            <a:fld id="{9DCEE0FF-868A-47A1-A15E-78764B59E9EE}" type="slidenum">
              <a:t>‹#›</a:t>
            </a:fld>
            <a:endParaRPr/>
          </a:p>
        </p:txBody>
      </p:sp>
      <p:sp>
        <p:nvSpPr>
          <p:cNvPr id="4" name="PlaceHolder 3"/>
          <p:cNvSpPr>
            <a:spLocks noGrp="1"/>
          </p:cNvSpPr>
          <p:nvPr>
            <p:ph type="dt" idx="190"/>
          </p:nvPr>
        </p:nvSpPr>
        <p:spPr/>
        <p:txBody>
          <a:bodyPr/>
          <a:lstStyle/>
          <a:p>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194"/>
          </p:nvPr>
        </p:nvSpPr>
        <p:spPr/>
        <p:txBody>
          <a:bodyPr/>
          <a:lstStyle/>
          <a:p>
            <a:r>
              <a:t>Footer</a:t>
            </a:r>
          </a:p>
        </p:txBody>
      </p:sp>
      <p:sp>
        <p:nvSpPr>
          <p:cNvPr id="3" name="PlaceHolder 2"/>
          <p:cNvSpPr>
            <a:spLocks noGrp="1"/>
          </p:cNvSpPr>
          <p:nvPr>
            <p:ph type="sldNum" idx="195"/>
          </p:nvPr>
        </p:nvSpPr>
        <p:spPr/>
        <p:txBody>
          <a:bodyPr/>
          <a:lstStyle/>
          <a:p>
            <a:fld id="{D3A3C8D8-2AC2-4359-BFEA-4896CCA17FC5}" type="slidenum">
              <a:t>‹#›</a:t>
            </a:fld>
            <a:endParaRPr/>
          </a:p>
        </p:txBody>
      </p:sp>
      <p:sp>
        <p:nvSpPr>
          <p:cNvPr id="4" name="PlaceHolder 3"/>
          <p:cNvSpPr>
            <a:spLocks noGrp="1"/>
          </p:cNvSpPr>
          <p:nvPr>
            <p:ph type="dt" idx="193"/>
          </p:nvPr>
        </p:nvSpPr>
        <p:spPr/>
        <p:txBody>
          <a:body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Default 5">
    <p:spTree>
      <p:nvGrpSpPr>
        <p:cNvPr id="1" name=""/>
        <p:cNvGrpSpPr/>
        <p:nvPr/>
      </p:nvGrpSpPr>
      <p:grpSpPr>
        <a:xfrm>
          <a:off x="0" y="0"/>
          <a:ext cx="0" cy="0"/>
          <a:chOff x="0" y="0"/>
          <a:chExt cx="0" cy="0"/>
        </a:xfrm>
      </p:grpSpPr>
      <p:sp>
        <p:nvSpPr>
          <p:cNvPr id="2" name="PlaceHolder 1"/>
          <p:cNvSpPr>
            <a:spLocks noGrp="1"/>
          </p:cNvSpPr>
          <p:nvPr>
            <p:ph type="ftr" idx="197"/>
          </p:nvPr>
        </p:nvSpPr>
        <p:spPr/>
        <p:txBody>
          <a:bodyPr/>
          <a:lstStyle/>
          <a:p>
            <a:r>
              <a:t>Footer</a:t>
            </a:r>
          </a:p>
        </p:txBody>
      </p:sp>
      <p:sp>
        <p:nvSpPr>
          <p:cNvPr id="3" name="PlaceHolder 2"/>
          <p:cNvSpPr>
            <a:spLocks noGrp="1"/>
          </p:cNvSpPr>
          <p:nvPr>
            <p:ph type="sldNum" idx="198"/>
          </p:nvPr>
        </p:nvSpPr>
        <p:spPr/>
        <p:txBody>
          <a:bodyPr/>
          <a:lstStyle/>
          <a:p>
            <a:fld id="{397BA0E0-BB6C-4D63-88B8-0E39232AC3E6}" type="slidenum">
              <a:t>‹#›</a:t>
            </a:fld>
            <a:endParaRPr/>
          </a:p>
        </p:txBody>
      </p:sp>
      <p:sp>
        <p:nvSpPr>
          <p:cNvPr id="4" name="PlaceHolder 3"/>
          <p:cNvSpPr>
            <a:spLocks noGrp="1"/>
          </p:cNvSpPr>
          <p:nvPr>
            <p:ph type="dt" idx="196"/>
          </p:nvPr>
        </p:nvSpPr>
        <p:spPr/>
        <p:txBody>
          <a:body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Content and Two Images Left">
    <p:spTree>
      <p:nvGrpSpPr>
        <p:cNvPr id="1" name=""/>
        <p:cNvGrpSpPr/>
        <p:nvPr/>
      </p:nvGrpSpPr>
      <p:grpSpPr>
        <a:xfrm>
          <a:off x="0" y="0"/>
          <a:ext cx="0" cy="0"/>
          <a:chOff x="0" y="0"/>
          <a:chExt cx="0" cy="0"/>
        </a:xfrm>
      </p:grpSpPr>
      <p:sp>
        <p:nvSpPr>
          <p:cNvPr id="2" name="PlaceHolder 1"/>
          <p:cNvSpPr>
            <a:spLocks noGrp="1"/>
          </p:cNvSpPr>
          <p:nvPr>
            <p:ph type="ftr" idx="200"/>
          </p:nvPr>
        </p:nvSpPr>
        <p:spPr/>
        <p:txBody>
          <a:bodyPr/>
          <a:lstStyle/>
          <a:p>
            <a:r>
              <a:t>Footer</a:t>
            </a:r>
          </a:p>
        </p:txBody>
      </p:sp>
      <p:sp>
        <p:nvSpPr>
          <p:cNvPr id="3" name="PlaceHolder 2"/>
          <p:cNvSpPr>
            <a:spLocks noGrp="1"/>
          </p:cNvSpPr>
          <p:nvPr>
            <p:ph type="sldNum" idx="201"/>
          </p:nvPr>
        </p:nvSpPr>
        <p:spPr/>
        <p:txBody>
          <a:bodyPr/>
          <a:lstStyle/>
          <a:p>
            <a:fld id="{0AB604D4-69F2-43E6-9F2B-D7306B0A173C}" type="slidenum">
              <a:t>‹#›</a:t>
            </a:fld>
            <a:endParaRPr/>
          </a:p>
        </p:txBody>
      </p:sp>
      <p:sp>
        <p:nvSpPr>
          <p:cNvPr id="4" name="PlaceHolder 3"/>
          <p:cNvSpPr>
            <a:spLocks noGrp="1"/>
          </p:cNvSpPr>
          <p:nvPr>
            <p:ph type="dt" idx="199"/>
          </p:nvPr>
        </p:nvSpPr>
        <p:spPr/>
        <p:txBody>
          <a:body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Content and Two Images Right">
    <p:spTree>
      <p:nvGrpSpPr>
        <p:cNvPr id="1" name=""/>
        <p:cNvGrpSpPr/>
        <p:nvPr/>
      </p:nvGrpSpPr>
      <p:grpSpPr>
        <a:xfrm>
          <a:off x="0" y="0"/>
          <a:ext cx="0" cy="0"/>
          <a:chOff x="0" y="0"/>
          <a:chExt cx="0" cy="0"/>
        </a:xfrm>
      </p:grpSpPr>
      <p:sp>
        <p:nvSpPr>
          <p:cNvPr id="2" name="PlaceHolder 1"/>
          <p:cNvSpPr>
            <a:spLocks noGrp="1"/>
          </p:cNvSpPr>
          <p:nvPr>
            <p:ph type="ftr" idx="203"/>
          </p:nvPr>
        </p:nvSpPr>
        <p:spPr/>
        <p:txBody>
          <a:bodyPr/>
          <a:lstStyle/>
          <a:p>
            <a:r>
              <a:t>Footer</a:t>
            </a:r>
          </a:p>
        </p:txBody>
      </p:sp>
      <p:sp>
        <p:nvSpPr>
          <p:cNvPr id="3" name="PlaceHolder 2"/>
          <p:cNvSpPr>
            <a:spLocks noGrp="1"/>
          </p:cNvSpPr>
          <p:nvPr>
            <p:ph type="sldNum" idx="204"/>
          </p:nvPr>
        </p:nvSpPr>
        <p:spPr/>
        <p:txBody>
          <a:bodyPr/>
          <a:lstStyle/>
          <a:p>
            <a:fld id="{17E547BE-B558-47B5-B3F9-27C20C96445C}" type="slidenum">
              <a:t>‹#›</a:t>
            </a:fld>
            <a:endParaRPr/>
          </a:p>
        </p:txBody>
      </p:sp>
      <p:sp>
        <p:nvSpPr>
          <p:cNvPr id="4" name="PlaceHolder 3"/>
          <p:cNvSpPr>
            <a:spLocks noGrp="1"/>
          </p:cNvSpPr>
          <p:nvPr>
            <p:ph type="dt" idx="202"/>
          </p:nvPr>
        </p:nvSpPr>
        <p:spPr/>
        <p:txBody>
          <a:body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Default 6">
    <p:spTree>
      <p:nvGrpSpPr>
        <p:cNvPr id="1" name=""/>
        <p:cNvGrpSpPr/>
        <p:nvPr/>
      </p:nvGrpSpPr>
      <p:grpSpPr>
        <a:xfrm>
          <a:off x="0" y="0"/>
          <a:ext cx="0" cy="0"/>
          <a:chOff x="0" y="0"/>
          <a:chExt cx="0" cy="0"/>
        </a:xfrm>
      </p:grpSpPr>
      <p:sp>
        <p:nvSpPr>
          <p:cNvPr id="2" name="PlaceHolder 1"/>
          <p:cNvSpPr>
            <a:spLocks noGrp="1"/>
          </p:cNvSpPr>
          <p:nvPr>
            <p:ph type="ftr" idx="205"/>
          </p:nvPr>
        </p:nvSpPr>
        <p:spPr/>
        <p:txBody>
          <a:bodyPr/>
          <a:lstStyle/>
          <a:p>
            <a:r>
              <a:t>Footer</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Default 7">
    <p:spTree>
      <p:nvGrpSpPr>
        <p:cNvPr id="1" name=""/>
        <p:cNvGrpSpPr/>
        <p:nvPr/>
      </p:nvGrpSpPr>
      <p:grpSpPr>
        <a:xfrm>
          <a:off x="0" y="0"/>
          <a:ext cx="0" cy="0"/>
          <a:chOff x="0" y="0"/>
          <a:chExt cx="0" cy="0"/>
        </a:xfrm>
      </p:grpSpPr>
      <p:sp>
        <p:nvSpPr>
          <p:cNvPr id="2" name="PlaceHolder 1"/>
          <p:cNvSpPr>
            <a:spLocks noGrp="1"/>
          </p:cNvSpPr>
          <p:nvPr>
            <p:ph type="ftr" idx="207"/>
          </p:nvPr>
        </p:nvSpPr>
        <p:spPr/>
        <p:txBody>
          <a:bodyPr/>
          <a:lstStyle/>
          <a:p>
            <a:r>
              <a:t>Footer</a:t>
            </a:r>
          </a:p>
        </p:txBody>
      </p:sp>
      <p:sp>
        <p:nvSpPr>
          <p:cNvPr id="3" name="PlaceHolder 2"/>
          <p:cNvSpPr>
            <a:spLocks noGrp="1"/>
          </p:cNvSpPr>
          <p:nvPr>
            <p:ph type="sldNum" idx="208"/>
          </p:nvPr>
        </p:nvSpPr>
        <p:spPr/>
        <p:txBody>
          <a:bodyPr/>
          <a:lstStyle/>
          <a:p>
            <a:fld id="{E73B7EA7-A5AE-45FD-81C2-59A6CBE0D380}" type="slidenum">
              <a:t>‹#›</a:t>
            </a:fld>
            <a:endParaRPr/>
          </a:p>
        </p:txBody>
      </p:sp>
      <p:sp>
        <p:nvSpPr>
          <p:cNvPr id="4" name="PlaceHolder 3"/>
          <p:cNvSpPr>
            <a:spLocks noGrp="1"/>
          </p:cNvSpPr>
          <p:nvPr>
            <p:ph type="dt" idx="206"/>
          </p:nvPr>
        </p:nvSpPr>
        <p:spPr/>
        <p:txBody>
          <a:body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09"/>
          </p:nvPr>
        </p:nvSpPr>
        <p:spPr/>
        <p:txBody>
          <a:bodyPr/>
          <a:lstStyle/>
          <a:p>
            <a:r>
              <a:t>Footer</a:t>
            </a:r>
          </a:p>
        </p:txBody>
      </p:sp>
      <p:sp>
        <p:nvSpPr>
          <p:cNvPr id="3" name="PlaceHolder 2"/>
          <p:cNvSpPr>
            <a:spLocks noGrp="1"/>
          </p:cNvSpPr>
          <p:nvPr>
            <p:ph type="sldNum" idx="211"/>
          </p:nvPr>
        </p:nvSpPr>
        <p:spPr/>
        <p:txBody>
          <a:bodyPr/>
          <a:lstStyle/>
          <a:p>
            <a:fld id="{423738CF-1894-4DF2-96CE-C0C5222A0DBF}" type="slidenum">
              <a:t>‹#›</a:t>
            </a:fld>
            <a:endParaRPr/>
          </a:p>
        </p:txBody>
      </p:sp>
      <p:sp>
        <p:nvSpPr>
          <p:cNvPr id="4" name="PlaceHolder 3"/>
          <p:cNvSpPr>
            <a:spLocks noGrp="1"/>
          </p:cNvSpPr>
          <p:nvPr>
            <p:ph type="dt" idx="210"/>
          </p:nvPr>
        </p:nvSpPr>
        <p:spPr/>
        <p:txBody>
          <a:bodyPr/>
          <a:lstStyle/>
          <a:p>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Section Header Teal">
    <p:spTree>
      <p:nvGrpSpPr>
        <p:cNvPr id="1" name=""/>
        <p:cNvGrpSpPr/>
        <p:nvPr/>
      </p:nvGrpSpPr>
      <p:grpSpPr>
        <a:xfrm>
          <a:off x="0" y="0"/>
          <a:ext cx="0" cy="0"/>
          <a:chOff x="0" y="0"/>
          <a:chExt cx="0" cy="0"/>
        </a:xfrm>
      </p:grpSpPr>
      <p:sp>
        <p:nvSpPr>
          <p:cNvPr id="2" name="PlaceHolder 1"/>
          <p:cNvSpPr>
            <a:spLocks noGrp="1"/>
          </p:cNvSpPr>
          <p:nvPr>
            <p:ph type="ftr" idx="212"/>
          </p:nvPr>
        </p:nvSpPr>
        <p:spPr/>
        <p:txBody>
          <a:bodyPr/>
          <a:lstStyle/>
          <a:p>
            <a:r>
              <a:t>Footer</a:t>
            </a:r>
          </a:p>
        </p:txBody>
      </p:sp>
      <p:sp>
        <p:nvSpPr>
          <p:cNvPr id="3" name="PlaceHolder 2"/>
          <p:cNvSpPr>
            <a:spLocks noGrp="1"/>
          </p:cNvSpPr>
          <p:nvPr>
            <p:ph type="sldNum" idx="214"/>
          </p:nvPr>
        </p:nvSpPr>
        <p:spPr/>
        <p:txBody>
          <a:bodyPr/>
          <a:lstStyle/>
          <a:p>
            <a:fld id="{4121A8BB-54C7-4463-8B16-A3915D6B3025}" type="slidenum">
              <a:t>‹#›</a:t>
            </a:fld>
            <a:endParaRPr/>
          </a:p>
        </p:txBody>
      </p:sp>
      <p:sp>
        <p:nvSpPr>
          <p:cNvPr id="4" name="PlaceHolder 3"/>
          <p:cNvSpPr>
            <a:spLocks noGrp="1"/>
          </p:cNvSpPr>
          <p:nvPr>
            <p:ph type="dt" idx="213"/>
          </p:nvPr>
        </p:nvSpPr>
        <p:spPr/>
        <p:txBody>
          <a:bodyPr/>
          <a:lstStyle/>
          <a:p>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Section Header Blue">
    <p:spTree>
      <p:nvGrpSpPr>
        <p:cNvPr id="1" name=""/>
        <p:cNvGrpSpPr/>
        <p:nvPr/>
      </p:nvGrpSpPr>
      <p:grpSpPr>
        <a:xfrm>
          <a:off x="0" y="0"/>
          <a:ext cx="0" cy="0"/>
          <a:chOff x="0" y="0"/>
          <a:chExt cx="0" cy="0"/>
        </a:xfrm>
      </p:grpSpPr>
      <p:sp>
        <p:nvSpPr>
          <p:cNvPr id="2" name="PlaceHolder 1"/>
          <p:cNvSpPr>
            <a:spLocks noGrp="1"/>
          </p:cNvSpPr>
          <p:nvPr>
            <p:ph type="ftr" idx="215"/>
          </p:nvPr>
        </p:nvSpPr>
        <p:spPr/>
        <p:txBody>
          <a:bodyPr/>
          <a:lstStyle/>
          <a:p>
            <a:r>
              <a:t>Footer</a:t>
            </a:r>
          </a:p>
        </p:txBody>
      </p:sp>
      <p:sp>
        <p:nvSpPr>
          <p:cNvPr id="3" name="PlaceHolder 2"/>
          <p:cNvSpPr>
            <a:spLocks noGrp="1"/>
          </p:cNvSpPr>
          <p:nvPr>
            <p:ph type="sldNum" idx="217"/>
          </p:nvPr>
        </p:nvSpPr>
        <p:spPr/>
        <p:txBody>
          <a:bodyPr/>
          <a:lstStyle/>
          <a:p>
            <a:fld id="{55DC82A9-B677-4DE7-A422-FB57A76B95BA}" type="slidenum">
              <a:t>‹#›</a:t>
            </a:fld>
            <a:endParaRPr/>
          </a:p>
        </p:txBody>
      </p:sp>
      <p:sp>
        <p:nvSpPr>
          <p:cNvPr id="4" name="PlaceHolder 3"/>
          <p:cNvSpPr>
            <a:spLocks noGrp="1"/>
          </p:cNvSpPr>
          <p:nvPr>
            <p:ph type="dt" idx="216"/>
          </p:nvPr>
        </p:nvSpPr>
        <p:spPr/>
        <p:txBody>
          <a:body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Default 8">
    <p:spTree>
      <p:nvGrpSpPr>
        <p:cNvPr id="1" name=""/>
        <p:cNvGrpSpPr/>
        <p:nvPr/>
      </p:nvGrpSpPr>
      <p:grpSpPr>
        <a:xfrm>
          <a:off x="0" y="0"/>
          <a:ext cx="0" cy="0"/>
          <a:chOff x="0" y="0"/>
          <a:chExt cx="0" cy="0"/>
        </a:xfrm>
      </p:grpSpPr>
      <p:sp>
        <p:nvSpPr>
          <p:cNvPr id="2" name="PlaceHolder 1"/>
          <p:cNvSpPr>
            <a:spLocks noGrp="1"/>
          </p:cNvSpPr>
          <p:nvPr>
            <p:ph type="ftr" idx="218"/>
          </p:nvPr>
        </p:nvSpPr>
        <p:spPr/>
        <p:txBody>
          <a:bodyPr/>
          <a:lstStyle/>
          <a:p>
            <a:r>
              <a:t>Footer</a:t>
            </a:r>
          </a:p>
        </p:txBody>
      </p:sp>
      <p:sp>
        <p:nvSpPr>
          <p:cNvPr id="3" name="PlaceHolder 2"/>
          <p:cNvSpPr>
            <a:spLocks noGrp="1"/>
          </p:cNvSpPr>
          <p:nvPr>
            <p:ph type="sldNum" idx="220"/>
          </p:nvPr>
        </p:nvSpPr>
        <p:spPr/>
        <p:txBody>
          <a:bodyPr/>
          <a:lstStyle/>
          <a:p>
            <a:fld id="{77808F1E-CBB2-455E-8D40-950E7B48D49C}" type="slidenum">
              <a:t>‹#›</a:t>
            </a:fld>
            <a:endParaRPr/>
          </a:p>
        </p:txBody>
      </p:sp>
      <p:sp>
        <p:nvSpPr>
          <p:cNvPr id="4" name="PlaceHolder 3"/>
          <p:cNvSpPr>
            <a:spLocks noGrp="1"/>
          </p:cNvSpPr>
          <p:nvPr>
            <p:ph type="dt" idx="219"/>
          </p:nvPr>
        </p:nvSpPr>
        <p:spPr/>
        <p:txBody>
          <a:bodyPr/>
          <a:lstStyle/>
          <a:p>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221"/>
          </p:nvPr>
        </p:nvSpPr>
        <p:spPr/>
        <p:txBody>
          <a:bodyPr/>
          <a:lstStyle/>
          <a:p>
            <a:r>
              <a:t>Footer</a:t>
            </a:r>
          </a:p>
        </p:txBody>
      </p:sp>
      <p:sp>
        <p:nvSpPr>
          <p:cNvPr id="3" name="PlaceHolder 2"/>
          <p:cNvSpPr>
            <a:spLocks noGrp="1"/>
          </p:cNvSpPr>
          <p:nvPr>
            <p:ph type="sldNum" idx="223"/>
          </p:nvPr>
        </p:nvSpPr>
        <p:spPr/>
        <p:txBody>
          <a:bodyPr/>
          <a:lstStyle/>
          <a:p>
            <a:fld id="{27F743F1-A11D-402B-845C-E2FB09CF3C10}" type="slidenum">
              <a:t>‹#›</a:t>
            </a:fld>
            <a:endParaRPr/>
          </a:p>
        </p:txBody>
      </p:sp>
      <p:sp>
        <p:nvSpPr>
          <p:cNvPr id="4" name="PlaceHolder 3"/>
          <p:cNvSpPr>
            <a:spLocks noGrp="1"/>
          </p:cNvSpPr>
          <p:nvPr>
            <p:ph type="dt" idx="222"/>
          </p:nvPr>
        </p:nvSpPr>
        <p:spPr/>
        <p:txBody>
          <a:bodyPr/>
          <a:lstStyle/>
          <a:p>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Section Header with Three Images">
    <p:spTree>
      <p:nvGrpSpPr>
        <p:cNvPr id="1" name=""/>
        <p:cNvGrpSpPr/>
        <p:nvPr/>
      </p:nvGrpSpPr>
      <p:grpSpPr>
        <a:xfrm>
          <a:off x="0" y="0"/>
          <a:ext cx="0" cy="0"/>
          <a:chOff x="0" y="0"/>
          <a:chExt cx="0" cy="0"/>
        </a:xfrm>
      </p:grpSpPr>
      <p:sp>
        <p:nvSpPr>
          <p:cNvPr id="2" name="PlaceHolder 1"/>
          <p:cNvSpPr>
            <a:spLocks noGrp="1"/>
          </p:cNvSpPr>
          <p:nvPr>
            <p:ph type="ftr" idx="224"/>
          </p:nvPr>
        </p:nvSpPr>
        <p:spPr/>
        <p:txBody>
          <a:bodyPr/>
          <a:lstStyle/>
          <a:p>
            <a:r>
              <a:t>Footer</a:t>
            </a:r>
          </a:p>
        </p:txBody>
      </p:sp>
      <p:sp>
        <p:nvSpPr>
          <p:cNvPr id="3" name="PlaceHolder 2"/>
          <p:cNvSpPr>
            <a:spLocks noGrp="1"/>
          </p:cNvSpPr>
          <p:nvPr>
            <p:ph type="sldNum" idx="226"/>
          </p:nvPr>
        </p:nvSpPr>
        <p:spPr/>
        <p:txBody>
          <a:bodyPr/>
          <a:lstStyle/>
          <a:p>
            <a:fld id="{E6843F6F-6C7A-478F-A753-33D9BD028CEB}" type="slidenum">
              <a:t>‹#›</a:t>
            </a:fld>
            <a:endParaRPr/>
          </a:p>
        </p:txBody>
      </p:sp>
      <p:sp>
        <p:nvSpPr>
          <p:cNvPr id="4" name="PlaceHolder 3"/>
          <p:cNvSpPr>
            <a:spLocks noGrp="1"/>
          </p:cNvSpPr>
          <p:nvPr>
            <p:ph type="dt" idx="225"/>
          </p:nvPr>
        </p:nvSpPr>
        <p:spPr/>
        <p:txBody>
          <a:body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Section Header Blank White">
    <p:spTree>
      <p:nvGrpSpPr>
        <p:cNvPr id="1" name=""/>
        <p:cNvGrpSpPr/>
        <p:nvPr/>
      </p:nvGrpSpPr>
      <p:grpSpPr>
        <a:xfrm>
          <a:off x="0" y="0"/>
          <a:ext cx="0" cy="0"/>
          <a:chOff x="0" y="0"/>
          <a:chExt cx="0" cy="0"/>
        </a:xfrm>
      </p:grpSpPr>
      <p:sp>
        <p:nvSpPr>
          <p:cNvPr id="2" name="PlaceHolder 1"/>
          <p:cNvSpPr>
            <a:spLocks noGrp="1"/>
          </p:cNvSpPr>
          <p:nvPr>
            <p:ph type="ftr" idx="227"/>
          </p:nvPr>
        </p:nvSpPr>
        <p:spPr/>
        <p:txBody>
          <a:bodyPr/>
          <a:lstStyle/>
          <a:p>
            <a:r>
              <a:t>Footer</a:t>
            </a:r>
          </a:p>
        </p:txBody>
      </p:sp>
      <p:sp>
        <p:nvSpPr>
          <p:cNvPr id="3" name="PlaceHolder 2"/>
          <p:cNvSpPr>
            <a:spLocks noGrp="1"/>
          </p:cNvSpPr>
          <p:nvPr>
            <p:ph type="sldNum" idx="229"/>
          </p:nvPr>
        </p:nvSpPr>
        <p:spPr/>
        <p:txBody>
          <a:bodyPr/>
          <a:lstStyle/>
          <a:p>
            <a:fld id="{8B0BE170-35EA-4771-A540-73B51F49E7CB}" type="slidenum">
              <a:t>‹#›</a:t>
            </a:fld>
            <a:endParaRPr/>
          </a:p>
        </p:txBody>
      </p:sp>
      <p:sp>
        <p:nvSpPr>
          <p:cNvPr id="4" name="PlaceHolder 3"/>
          <p:cNvSpPr>
            <a:spLocks noGrp="1"/>
          </p:cNvSpPr>
          <p:nvPr>
            <p:ph type="dt" idx="228"/>
          </p:nvPr>
        </p:nvSpPr>
        <p:spPr/>
        <p:txBody>
          <a:body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Section Header Blank Teal">
    <p:spTree>
      <p:nvGrpSpPr>
        <p:cNvPr id="1" name=""/>
        <p:cNvGrpSpPr/>
        <p:nvPr/>
      </p:nvGrpSpPr>
      <p:grpSpPr>
        <a:xfrm>
          <a:off x="0" y="0"/>
          <a:ext cx="0" cy="0"/>
          <a:chOff x="0" y="0"/>
          <a:chExt cx="0" cy="0"/>
        </a:xfrm>
      </p:grpSpPr>
      <p:sp>
        <p:nvSpPr>
          <p:cNvPr id="2" name="PlaceHolder 1"/>
          <p:cNvSpPr>
            <a:spLocks noGrp="1"/>
          </p:cNvSpPr>
          <p:nvPr>
            <p:ph type="ftr" idx="230"/>
          </p:nvPr>
        </p:nvSpPr>
        <p:spPr/>
        <p:txBody>
          <a:bodyPr/>
          <a:lstStyle/>
          <a:p>
            <a:r>
              <a:t>Footer</a:t>
            </a:r>
          </a:p>
        </p:txBody>
      </p:sp>
      <p:sp>
        <p:nvSpPr>
          <p:cNvPr id="3" name="PlaceHolder 2"/>
          <p:cNvSpPr>
            <a:spLocks noGrp="1"/>
          </p:cNvSpPr>
          <p:nvPr>
            <p:ph type="sldNum" idx="232"/>
          </p:nvPr>
        </p:nvSpPr>
        <p:spPr/>
        <p:txBody>
          <a:bodyPr/>
          <a:lstStyle/>
          <a:p>
            <a:fld id="{E3E9BC87-5C13-476F-B13F-63E490E5E799}" type="slidenum">
              <a:t>‹#›</a:t>
            </a:fld>
            <a:endParaRPr/>
          </a:p>
        </p:txBody>
      </p:sp>
      <p:sp>
        <p:nvSpPr>
          <p:cNvPr id="4" name="PlaceHolder 3"/>
          <p:cNvSpPr>
            <a:spLocks noGrp="1"/>
          </p:cNvSpPr>
          <p:nvPr>
            <p:ph type="dt" idx="231"/>
          </p:nvPr>
        </p:nvSpPr>
        <p:spPr/>
        <p:txBody>
          <a:body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Six Images and Captions">
    <p:spTree>
      <p:nvGrpSpPr>
        <p:cNvPr id="1" name=""/>
        <p:cNvGrpSpPr/>
        <p:nvPr/>
      </p:nvGrpSpPr>
      <p:grpSpPr>
        <a:xfrm>
          <a:off x="0" y="0"/>
          <a:ext cx="0" cy="0"/>
          <a:chOff x="0" y="0"/>
          <a:chExt cx="0" cy="0"/>
        </a:xfrm>
      </p:grpSpPr>
      <p:sp>
        <p:nvSpPr>
          <p:cNvPr id="2" name="PlaceHolder 1"/>
          <p:cNvSpPr>
            <a:spLocks noGrp="1"/>
          </p:cNvSpPr>
          <p:nvPr>
            <p:ph type="ftr" idx="234"/>
          </p:nvPr>
        </p:nvSpPr>
        <p:spPr/>
        <p:txBody>
          <a:bodyPr/>
          <a:lstStyle/>
          <a:p>
            <a:r>
              <a:t>Footer</a:t>
            </a:r>
          </a:p>
        </p:txBody>
      </p:sp>
      <p:sp>
        <p:nvSpPr>
          <p:cNvPr id="3" name="PlaceHolder 2"/>
          <p:cNvSpPr>
            <a:spLocks noGrp="1"/>
          </p:cNvSpPr>
          <p:nvPr>
            <p:ph type="sldNum" idx="235"/>
          </p:nvPr>
        </p:nvSpPr>
        <p:spPr/>
        <p:txBody>
          <a:bodyPr/>
          <a:lstStyle/>
          <a:p>
            <a:fld id="{92DB79CA-E62E-4993-BFE6-FB5F4103D09E}" type="slidenum">
              <a:t>‹#›</a:t>
            </a:fld>
            <a:endParaRPr/>
          </a:p>
        </p:txBody>
      </p:sp>
      <p:sp>
        <p:nvSpPr>
          <p:cNvPr id="4" name="PlaceHolder 3"/>
          <p:cNvSpPr>
            <a:spLocks noGrp="1"/>
          </p:cNvSpPr>
          <p:nvPr>
            <p:ph type="dt" idx="233"/>
          </p:nvPr>
        </p:nvSpPr>
        <p:spPr/>
        <p:txBody>
          <a:bodyPr/>
          <a:lstStyle/>
          <a:p>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Default 10">
    <p:spTree>
      <p:nvGrpSpPr>
        <p:cNvPr id="1" name=""/>
        <p:cNvGrpSpPr/>
        <p:nvPr/>
      </p:nvGrpSpPr>
      <p:grpSpPr>
        <a:xfrm>
          <a:off x="0" y="0"/>
          <a:ext cx="0" cy="0"/>
          <a:chOff x="0" y="0"/>
          <a:chExt cx="0" cy="0"/>
        </a:xfrm>
      </p:grpSpPr>
      <p:sp>
        <p:nvSpPr>
          <p:cNvPr id="2" name="PlaceHolder 1"/>
          <p:cNvSpPr>
            <a:spLocks noGrp="1"/>
          </p:cNvSpPr>
          <p:nvPr>
            <p:ph type="ftr" idx="236"/>
          </p:nvPr>
        </p:nvSpPr>
        <p:spPr/>
        <p:txBody>
          <a:bodyPr/>
          <a:lstStyle/>
          <a:p>
            <a:r>
              <a:t>Footer</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Default 11">
    <p:spTree>
      <p:nvGrpSpPr>
        <p:cNvPr id="1" name=""/>
        <p:cNvGrpSpPr/>
        <p:nvPr/>
      </p:nvGrpSpPr>
      <p:grpSpPr>
        <a:xfrm>
          <a:off x="0" y="0"/>
          <a:ext cx="0" cy="0"/>
          <a:chOff x="0" y="0"/>
          <a:chExt cx="0" cy="0"/>
        </a:xfrm>
      </p:grpSpPr>
      <p:sp>
        <p:nvSpPr>
          <p:cNvPr id="2" name="PlaceHolder 1"/>
          <p:cNvSpPr>
            <a:spLocks noGrp="1"/>
          </p:cNvSpPr>
          <p:nvPr>
            <p:ph type="ftr" idx="238"/>
          </p:nvPr>
        </p:nvSpPr>
        <p:spPr/>
        <p:txBody>
          <a:bodyPr/>
          <a:lstStyle/>
          <a:p>
            <a:r>
              <a:t>Footer</a:t>
            </a:r>
          </a:p>
        </p:txBody>
      </p:sp>
      <p:sp>
        <p:nvSpPr>
          <p:cNvPr id="3" name="PlaceHolder 2"/>
          <p:cNvSpPr>
            <a:spLocks noGrp="1"/>
          </p:cNvSpPr>
          <p:nvPr>
            <p:ph type="sldNum" idx="239"/>
          </p:nvPr>
        </p:nvSpPr>
        <p:spPr/>
        <p:txBody>
          <a:bodyPr/>
          <a:lstStyle/>
          <a:p>
            <a:fld id="{344B2ADB-0063-4C23-B0F9-E713B76AC17B}" type="slidenum">
              <a:t>‹#›</a:t>
            </a:fld>
            <a:endParaRPr/>
          </a:p>
        </p:txBody>
      </p:sp>
      <p:sp>
        <p:nvSpPr>
          <p:cNvPr id="4" name="PlaceHolder 3"/>
          <p:cNvSpPr>
            <a:spLocks noGrp="1"/>
          </p:cNvSpPr>
          <p:nvPr>
            <p:ph type="dt" idx="237"/>
          </p:nvPr>
        </p:nvSpPr>
        <p:spPr/>
        <p:txBody>
          <a:body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Large Image with Content">
    <p:spTree>
      <p:nvGrpSpPr>
        <p:cNvPr id="1" name=""/>
        <p:cNvGrpSpPr/>
        <p:nvPr/>
      </p:nvGrpSpPr>
      <p:grpSpPr>
        <a:xfrm>
          <a:off x="0" y="0"/>
          <a:ext cx="0" cy="0"/>
          <a:chOff x="0" y="0"/>
          <a:chExt cx="0" cy="0"/>
        </a:xfrm>
      </p:grpSpPr>
      <p:sp>
        <p:nvSpPr>
          <p:cNvPr id="2" name="PlaceHolder 1"/>
          <p:cNvSpPr>
            <a:spLocks noGrp="1"/>
          </p:cNvSpPr>
          <p:nvPr>
            <p:ph type="ftr" idx="241"/>
          </p:nvPr>
        </p:nvSpPr>
        <p:spPr/>
        <p:txBody>
          <a:bodyPr/>
          <a:lstStyle/>
          <a:p>
            <a:r>
              <a:t>Footer</a:t>
            </a:r>
          </a:p>
        </p:txBody>
      </p:sp>
      <p:sp>
        <p:nvSpPr>
          <p:cNvPr id="3" name="PlaceHolder 2"/>
          <p:cNvSpPr>
            <a:spLocks noGrp="1"/>
          </p:cNvSpPr>
          <p:nvPr>
            <p:ph type="sldNum" idx="242"/>
          </p:nvPr>
        </p:nvSpPr>
        <p:spPr/>
        <p:txBody>
          <a:bodyPr/>
          <a:lstStyle/>
          <a:p>
            <a:fld id="{24F06922-722A-47DF-BA8F-F6A8130F1DC4}" type="slidenum">
              <a:t>‹#›</a:t>
            </a:fld>
            <a:endParaRPr/>
          </a:p>
        </p:txBody>
      </p:sp>
      <p:sp>
        <p:nvSpPr>
          <p:cNvPr id="4" name="PlaceHolder 3"/>
          <p:cNvSpPr>
            <a:spLocks noGrp="1"/>
          </p:cNvSpPr>
          <p:nvPr>
            <p:ph type="dt" idx="240"/>
          </p:nvPr>
        </p:nvSpPr>
        <p:spPr/>
        <p:txBody>
          <a:body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Large Image with Content and Image">
    <p:spTree>
      <p:nvGrpSpPr>
        <p:cNvPr id="1" name=""/>
        <p:cNvGrpSpPr/>
        <p:nvPr/>
      </p:nvGrpSpPr>
      <p:grpSpPr>
        <a:xfrm>
          <a:off x="0" y="0"/>
          <a:ext cx="0" cy="0"/>
          <a:chOff x="0" y="0"/>
          <a:chExt cx="0" cy="0"/>
        </a:xfrm>
      </p:grpSpPr>
      <p:sp>
        <p:nvSpPr>
          <p:cNvPr id="2" name="PlaceHolder 1"/>
          <p:cNvSpPr>
            <a:spLocks noGrp="1"/>
          </p:cNvSpPr>
          <p:nvPr>
            <p:ph type="ftr" idx="243"/>
          </p:nvPr>
        </p:nvSpPr>
        <p:spPr/>
        <p:txBody>
          <a:bodyPr/>
          <a:lstStyle/>
          <a:p>
            <a:r>
              <a:t>Footer</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Large Image with Content Left">
    <p:spTree>
      <p:nvGrpSpPr>
        <p:cNvPr id="1" name=""/>
        <p:cNvGrpSpPr/>
        <p:nvPr/>
      </p:nvGrpSpPr>
      <p:grpSpPr>
        <a:xfrm>
          <a:off x="0" y="0"/>
          <a:ext cx="0" cy="0"/>
          <a:chOff x="0" y="0"/>
          <a:chExt cx="0" cy="0"/>
        </a:xfrm>
      </p:grpSpPr>
      <p:sp>
        <p:nvSpPr>
          <p:cNvPr id="2" name="PlaceHolder 1"/>
          <p:cNvSpPr>
            <a:spLocks noGrp="1"/>
          </p:cNvSpPr>
          <p:nvPr>
            <p:ph type="ftr" idx="245"/>
          </p:nvPr>
        </p:nvSpPr>
        <p:spPr/>
        <p:txBody>
          <a:bodyPr/>
          <a:lstStyle/>
          <a:p>
            <a:r>
              <a:t>Footer</a:t>
            </a:r>
          </a:p>
        </p:txBody>
      </p:sp>
      <p:sp>
        <p:nvSpPr>
          <p:cNvPr id="3" name="PlaceHolder 2"/>
          <p:cNvSpPr>
            <a:spLocks noGrp="1"/>
          </p:cNvSpPr>
          <p:nvPr>
            <p:ph type="sldNum" idx="246"/>
          </p:nvPr>
        </p:nvSpPr>
        <p:spPr/>
        <p:txBody>
          <a:bodyPr/>
          <a:lstStyle/>
          <a:p>
            <a:fld id="{B1C04A3A-D27E-469A-B1E7-C574FA58290F}" type="slidenum">
              <a:t>‹#›</a:t>
            </a:fld>
            <a:endParaRPr/>
          </a:p>
        </p:txBody>
      </p:sp>
      <p:sp>
        <p:nvSpPr>
          <p:cNvPr id="4" name="PlaceHolder 3"/>
          <p:cNvSpPr>
            <a:spLocks noGrp="1"/>
          </p:cNvSpPr>
          <p:nvPr>
            <p:ph type="dt" idx="244"/>
          </p:nvPr>
        </p:nvSpPr>
        <p:spPr/>
        <p:txBody>
          <a:body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Large Image with Content Right">
    <p:spTree>
      <p:nvGrpSpPr>
        <p:cNvPr id="1" name=""/>
        <p:cNvGrpSpPr/>
        <p:nvPr/>
      </p:nvGrpSpPr>
      <p:grpSpPr>
        <a:xfrm>
          <a:off x="0" y="0"/>
          <a:ext cx="0" cy="0"/>
          <a:chOff x="0" y="0"/>
          <a:chExt cx="0" cy="0"/>
        </a:xfrm>
      </p:grpSpPr>
      <p:sp>
        <p:nvSpPr>
          <p:cNvPr id="2" name="PlaceHolder 1"/>
          <p:cNvSpPr>
            <a:spLocks noGrp="1"/>
          </p:cNvSpPr>
          <p:nvPr>
            <p:ph type="ftr" idx="248"/>
          </p:nvPr>
        </p:nvSpPr>
        <p:spPr/>
        <p:txBody>
          <a:bodyPr/>
          <a:lstStyle/>
          <a:p>
            <a:r>
              <a:t>Footer</a:t>
            </a:r>
          </a:p>
        </p:txBody>
      </p:sp>
      <p:sp>
        <p:nvSpPr>
          <p:cNvPr id="3" name="PlaceHolder 2"/>
          <p:cNvSpPr>
            <a:spLocks noGrp="1"/>
          </p:cNvSpPr>
          <p:nvPr>
            <p:ph type="sldNum" idx="249"/>
          </p:nvPr>
        </p:nvSpPr>
        <p:spPr/>
        <p:txBody>
          <a:bodyPr/>
          <a:lstStyle/>
          <a:p>
            <a:fld id="{35630405-70FA-4DCF-997D-7659EE091F0F}" type="slidenum">
              <a:t>‹#›</a:t>
            </a:fld>
            <a:endParaRPr/>
          </a:p>
        </p:txBody>
      </p:sp>
      <p:sp>
        <p:nvSpPr>
          <p:cNvPr id="4" name="PlaceHolder 3"/>
          <p:cNvSpPr>
            <a:spLocks noGrp="1"/>
          </p:cNvSpPr>
          <p:nvPr>
            <p:ph type="dt" idx="247"/>
          </p:nvPr>
        </p:nvSpPr>
        <p:spPr/>
        <p:txBody>
          <a:body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Default 12">
    <p:spTree>
      <p:nvGrpSpPr>
        <p:cNvPr id="1" name=""/>
        <p:cNvGrpSpPr/>
        <p:nvPr/>
      </p:nvGrpSpPr>
      <p:grpSpPr>
        <a:xfrm>
          <a:off x="0" y="0"/>
          <a:ext cx="0" cy="0"/>
          <a:chOff x="0" y="0"/>
          <a:chExt cx="0" cy="0"/>
        </a:xfrm>
      </p:grpSpPr>
      <p:sp>
        <p:nvSpPr>
          <p:cNvPr id="2" name="PlaceHolder 1"/>
          <p:cNvSpPr>
            <a:spLocks noGrp="1"/>
          </p:cNvSpPr>
          <p:nvPr>
            <p:ph type="ftr" idx="251"/>
          </p:nvPr>
        </p:nvSpPr>
        <p:spPr/>
        <p:txBody>
          <a:bodyPr/>
          <a:lstStyle/>
          <a:p>
            <a:r>
              <a:t>Footer</a:t>
            </a:r>
          </a:p>
        </p:txBody>
      </p:sp>
      <p:sp>
        <p:nvSpPr>
          <p:cNvPr id="3" name="PlaceHolder 2"/>
          <p:cNvSpPr>
            <a:spLocks noGrp="1"/>
          </p:cNvSpPr>
          <p:nvPr>
            <p:ph type="sldNum" idx="252"/>
          </p:nvPr>
        </p:nvSpPr>
        <p:spPr/>
        <p:txBody>
          <a:bodyPr/>
          <a:lstStyle/>
          <a:p>
            <a:fld id="{CE108614-081F-4056-8AF2-45124CA98409}" type="slidenum">
              <a:t>‹#›</a:t>
            </a:fld>
            <a:endParaRPr/>
          </a:p>
        </p:txBody>
      </p:sp>
      <p:sp>
        <p:nvSpPr>
          <p:cNvPr id="4" name="PlaceHolder 3"/>
          <p:cNvSpPr>
            <a:spLocks noGrp="1"/>
          </p:cNvSpPr>
          <p:nvPr>
            <p:ph type="dt" idx="250"/>
          </p:nvPr>
        </p:nvSpPr>
        <p:spPr/>
        <p:txBody>
          <a:bodyPr/>
          <a:lstStyle/>
          <a:p>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Default 13">
    <p:spTree>
      <p:nvGrpSpPr>
        <p:cNvPr id="1" name=""/>
        <p:cNvGrpSpPr/>
        <p:nvPr/>
      </p:nvGrpSpPr>
      <p:grpSpPr>
        <a:xfrm>
          <a:off x="0" y="0"/>
          <a:ext cx="0" cy="0"/>
          <a:chOff x="0" y="0"/>
          <a:chExt cx="0" cy="0"/>
        </a:xfrm>
      </p:grpSpPr>
      <p:sp>
        <p:nvSpPr>
          <p:cNvPr id="2" name="PlaceHolder 1"/>
          <p:cNvSpPr>
            <a:spLocks noGrp="1"/>
          </p:cNvSpPr>
          <p:nvPr>
            <p:ph type="ftr" idx="253"/>
          </p:nvPr>
        </p:nvSpPr>
        <p:spPr/>
        <p:txBody>
          <a:bodyPr/>
          <a:lstStyle/>
          <a:p>
            <a:r>
              <a:t>Footer</a:t>
            </a: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Default 14">
    <p:spTree>
      <p:nvGrpSpPr>
        <p:cNvPr id="1" name=""/>
        <p:cNvGrpSpPr/>
        <p:nvPr/>
      </p:nvGrpSpPr>
      <p:grpSpPr>
        <a:xfrm>
          <a:off x="0" y="0"/>
          <a:ext cx="0" cy="0"/>
          <a:chOff x="0" y="0"/>
          <a:chExt cx="0" cy="0"/>
        </a:xfrm>
      </p:grpSpPr>
      <p:sp>
        <p:nvSpPr>
          <p:cNvPr id="2" name="PlaceHolder 1"/>
          <p:cNvSpPr>
            <a:spLocks noGrp="1"/>
          </p:cNvSpPr>
          <p:nvPr>
            <p:ph type="ftr" idx="254"/>
          </p:nvPr>
        </p:nvSpPr>
        <p:spPr/>
        <p:txBody>
          <a:bodyPr/>
          <a:lstStyle/>
          <a:p>
            <a:r>
              <a:t>Footer</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blank" preserve="1">
  <p:cSld name="Default 15">
    <p:spTree>
      <p:nvGrpSpPr>
        <p:cNvPr id="1" name=""/>
        <p:cNvGrpSpPr/>
        <p:nvPr/>
      </p:nvGrpSpPr>
      <p:grpSpPr>
        <a:xfrm>
          <a:off x="0" y="0"/>
          <a:ext cx="0" cy="0"/>
          <a:chOff x="0" y="0"/>
          <a:chExt cx="0" cy="0"/>
        </a:xfrm>
      </p:grpSpPr>
      <p:sp>
        <p:nvSpPr>
          <p:cNvPr id="2" name="PlaceHolder 1"/>
          <p:cNvSpPr>
            <a:spLocks noGrp="1"/>
          </p:cNvSpPr>
          <p:nvPr>
            <p:ph type="ftr" idx="255"/>
          </p:nvPr>
        </p:nvSpPr>
        <p:spPr/>
        <p:txBody>
          <a:bodyPr/>
          <a:lstStyle/>
          <a:p>
            <a:r>
              <a:t>Footer</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Default 16">
    <p:spTree>
      <p:nvGrpSpPr>
        <p:cNvPr id="1" name=""/>
        <p:cNvGrpSpPr/>
        <p:nvPr/>
      </p:nvGrpSpPr>
      <p:grpSpPr>
        <a:xfrm>
          <a:off x="0" y="0"/>
          <a:ext cx="0" cy="0"/>
          <a:chOff x="0" y="0"/>
          <a:chExt cx="0" cy="0"/>
        </a:xfrm>
      </p:grpSpPr>
      <p:sp>
        <p:nvSpPr>
          <p:cNvPr id="2" name="PlaceHolder 1"/>
          <p:cNvSpPr>
            <a:spLocks noGrp="1"/>
          </p:cNvSpPr>
          <p:nvPr>
            <p:ph type="ftr" idx="256"/>
          </p:nvPr>
        </p:nvSpPr>
        <p:spPr/>
        <p:txBody>
          <a:bodyPr/>
          <a:lstStyle/>
          <a:p>
            <a:r>
              <a:t>Footer</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Title Slide with Two Images">
    <p:spTree>
      <p:nvGrpSpPr>
        <p:cNvPr id="1" name=""/>
        <p:cNvGrpSpPr/>
        <p:nvPr/>
      </p:nvGrpSpPr>
      <p:grpSpPr>
        <a:xfrm>
          <a:off x="0" y="0"/>
          <a:ext cx="0" cy="0"/>
          <a:chOff x="0" y="0"/>
          <a:chExt cx="0" cy="0"/>
        </a:xfrm>
      </p:grpSpPr>
      <p:sp>
        <p:nvSpPr>
          <p:cNvPr id="2" name="PlaceHolder 1"/>
          <p:cNvSpPr>
            <a:spLocks noGrp="1"/>
          </p:cNvSpPr>
          <p:nvPr>
            <p:ph type="ftr" idx="257"/>
          </p:nvPr>
        </p:nvSpPr>
        <p:spPr/>
        <p:txBody>
          <a:bodyPr/>
          <a:lstStyle/>
          <a:p>
            <a:r>
              <a:t>Footer</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Closing Slide Blank White">
    <p:spTree>
      <p:nvGrpSpPr>
        <p:cNvPr id="1" name=""/>
        <p:cNvGrpSpPr/>
        <p:nvPr/>
      </p:nvGrpSpPr>
      <p:grpSpPr>
        <a:xfrm>
          <a:off x="0" y="0"/>
          <a:ext cx="0" cy="0"/>
          <a:chOff x="0" y="0"/>
          <a:chExt cx="0" cy="0"/>
        </a:xfrm>
      </p:grpSpPr>
      <p:sp>
        <p:nvSpPr>
          <p:cNvPr id="2" name="PlaceHolder 1"/>
          <p:cNvSpPr>
            <a:spLocks noGrp="1"/>
          </p:cNvSpPr>
          <p:nvPr>
            <p:ph type="ftr" idx="258"/>
          </p:nvPr>
        </p:nvSpPr>
        <p:spPr/>
        <p:txBody>
          <a:bodyPr/>
          <a:lstStyle/>
          <a:p>
            <a:r>
              <a:t>Footer</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95"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3" name="PlaceHolder 2"/>
          <p:cNvSpPr>
            <a:spLocks noGrp="1"/>
          </p:cNvSpPr>
          <p:nvPr>
            <p:ph type="ftr" idx="260"/>
          </p:nvPr>
        </p:nvSpPr>
        <p:spPr/>
        <p:txBody>
          <a:bodyPr/>
          <a:lstStyle/>
          <a:p>
            <a:r>
              <a:t>Footer</a:t>
            </a:r>
          </a:p>
        </p:txBody>
      </p:sp>
      <p:sp>
        <p:nvSpPr>
          <p:cNvPr id="4" name="PlaceHolder 3"/>
          <p:cNvSpPr>
            <a:spLocks noGrp="1"/>
          </p:cNvSpPr>
          <p:nvPr>
            <p:ph type="sldNum" idx="261"/>
          </p:nvPr>
        </p:nvSpPr>
        <p:spPr/>
        <p:txBody>
          <a:bodyPr/>
          <a:lstStyle/>
          <a:p>
            <a:fld id="{47134603-E7AB-485E-8ED9-912AB1F937E8}" type="slidenum">
              <a:t>‹#›</a:t>
            </a:fld>
            <a:endParaRPr/>
          </a:p>
        </p:txBody>
      </p:sp>
      <p:sp>
        <p:nvSpPr>
          <p:cNvPr id="5" name="PlaceHolder 4"/>
          <p:cNvSpPr>
            <a:spLocks noGrp="1"/>
          </p:cNvSpPr>
          <p:nvPr>
            <p:ph type="dt" idx="259"/>
          </p:nvPr>
        </p:nvSpPr>
        <p:spPr/>
        <p:txBody>
          <a:bodyPr/>
          <a:lstStyle/>
          <a:p>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3"/>
          </p:nvPr>
        </p:nvSpPr>
        <p:spPr/>
        <p:txBody>
          <a:bodyPr/>
          <a:lstStyle/>
          <a:p>
            <a:r>
              <a:t>Footer</a:t>
            </a:r>
          </a:p>
        </p:txBody>
      </p:sp>
      <p:sp>
        <p:nvSpPr>
          <p:cNvPr id="3" name="PlaceHolder 2"/>
          <p:cNvSpPr>
            <a:spLocks noGrp="1"/>
          </p:cNvSpPr>
          <p:nvPr>
            <p:ph type="sldNum" idx="264"/>
          </p:nvPr>
        </p:nvSpPr>
        <p:spPr/>
        <p:txBody>
          <a:bodyPr/>
          <a:lstStyle/>
          <a:p>
            <a:fld id="{2EEE9C88-B7FE-484E-8DF4-EAD836E80DF0}" type="slidenum">
              <a:t>‹#›</a:t>
            </a:fld>
            <a:endParaRPr/>
          </a:p>
        </p:txBody>
      </p:sp>
      <p:sp>
        <p:nvSpPr>
          <p:cNvPr id="4" name="PlaceHolder 3"/>
          <p:cNvSpPr>
            <a:spLocks noGrp="1"/>
          </p:cNvSpPr>
          <p:nvPr>
            <p:ph type="dt" idx="262"/>
          </p:nvPr>
        </p:nvSpPr>
        <p:spPr/>
        <p:txBody>
          <a:body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Default 17">
    <p:spTree>
      <p:nvGrpSpPr>
        <p:cNvPr id="1" name=""/>
        <p:cNvGrpSpPr/>
        <p:nvPr/>
      </p:nvGrpSpPr>
      <p:grpSpPr>
        <a:xfrm>
          <a:off x="0" y="0"/>
          <a:ext cx="0" cy="0"/>
          <a:chOff x="0" y="0"/>
          <a:chExt cx="0" cy="0"/>
        </a:xfrm>
      </p:grpSpPr>
      <p:sp>
        <p:nvSpPr>
          <p:cNvPr id="2" name="PlaceHolder 1"/>
          <p:cNvSpPr>
            <a:spLocks noGrp="1"/>
          </p:cNvSpPr>
          <p:nvPr>
            <p:ph type="ftr" idx="266"/>
          </p:nvPr>
        </p:nvSpPr>
        <p:spPr/>
        <p:txBody>
          <a:bodyPr/>
          <a:lstStyle/>
          <a:p>
            <a:r>
              <a:t>Footer</a:t>
            </a:r>
          </a:p>
        </p:txBody>
      </p:sp>
      <p:sp>
        <p:nvSpPr>
          <p:cNvPr id="3" name="PlaceHolder 2"/>
          <p:cNvSpPr>
            <a:spLocks noGrp="1"/>
          </p:cNvSpPr>
          <p:nvPr>
            <p:ph type="sldNum" idx="267"/>
          </p:nvPr>
        </p:nvSpPr>
        <p:spPr/>
        <p:txBody>
          <a:bodyPr/>
          <a:lstStyle/>
          <a:p>
            <a:fld id="{76F46D0A-9A81-41B4-9CCA-2C2EA6460270}" type="slidenum">
              <a:t>‹#›</a:t>
            </a:fld>
            <a:endParaRPr/>
          </a:p>
        </p:txBody>
      </p:sp>
      <p:sp>
        <p:nvSpPr>
          <p:cNvPr id="4" name="PlaceHolder 3"/>
          <p:cNvSpPr>
            <a:spLocks noGrp="1"/>
          </p:cNvSpPr>
          <p:nvPr>
            <p:ph type="dt" idx="265"/>
          </p:nvPr>
        </p:nvSpPr>
        <p:spPr/>
        <p:txBody>
          <a:bodyPr/>
          <a:lstStyle/>
          <a:p>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Title and Text Content (subhead)">
    <p:spTree>
      <p:nvGrpSpPr>
        <p:cNvPr id="1" name=""/>
        <p:cNvGrpSpPr/>
        <p:nvPr/>
      </p:nvGrpSpPr>
      <p:grpSpPr>
        <a:xfrm>
          <a:off x="0" y="0"/>
          <a:ext cx="0" cy="0"/>
          <a:chOff x="0" y="0"/>
          <a:chExt cx="0" cy="0"/>
        </a:xfrm>
      </p:grpSpPr>
      <p:sp>
        <p:nvSpPr>
          <p:cNvPr id="2" name="PlaceHolder 1"/>
          <p:cNvSpPr>
            <a:spLocks noGrp="1"/>
          </p:cNvSpPr>
          <p:nvPr>
            <p:ph type="ftr" idx="269"/>
          </p:nvPr>
        </p:nvSpPr>
        <p:spPr/>
        <p:txBody>
          <a:bodyPr/>
          <a:lstStyle/>
          <a:p>
            <a:r>
              <a:t>Footer</a:t>
            </a:r>
          </a:p>
        </p:txBody>
      </p:sp>
      <p:sp>
        <p:nvSpPr>
          <p:cNvPr id="3" name="PlaceHolder 2"/>
          <p:cNvSpPr>
            <a:spLocks noGrp="1"/>
          </p:cNvSpPr>
          <p:nvPr>
            <p:ph type="sldNum" idx="270"/>
          </p:nvPr>
        </p:nvSpPr>
        <p:spPr/>
        <p:txBody>
          <a:bodyPr/>
          <a:lstStyle/>
          <a:p>
            <a:fld id="{80B7850D-1261-4D4B-9D63-468C2331469A}" type="slidenum">
              <a:t>‹#›</a:t>
            </a:fld>
            <a:endParaRPr/>
          </a:p>
        </p:txBody>
      </p:sp>
      <p:sp>
        <p:nvSpPr>
          <p:cNvPr id="4" name="PlaceHolder 3"/>
          <p:cNvSpPr>
            <a:spLocks noGrp="1"/>
          </p:cNvSpPr>
          <p:nvPr>
            <p:ph type="dt" idx="268"/>
          </p:nvPr>
        </p:nvSpPr>
        <p:spPr/>
        <p:txBody>
          <a:bodyPr/>
          <a:lstStyle/>
          <a:p>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Title Slide with Three Images">
    <p:spTree>
      <p:nvGrpSpPr>
        <p:cNvPr id="1" name=""/>
        <p:cNvGrpSpPr/>
        <p:nvPr/>
      </p:nvGrpSpPr>
      <p:grpSpPr>
        <a:xfrm>
          <a:off x="0" y="0"/>
          <a:ext cx="0" cy="0"/>
          <a:chOff x="0" y="0"/>
          <a:chExt cx="0" cy="0"/>
        </a:xfrm>
      </p:grpSpPr>
      <p:sp>
        <p:nvSpPr>
          <p:cNvPr id="2" name="PlaceHolder 1"/>
          <p:cNvSpPr>
            <a:spLocks noGrp="1"/>
          </p:cNvSpPr>
          <p:nvPr>
            <p:ph type="ftr" idx="271"/>
          </p:nvPr>
        </p:nvSpPr>
        <p:spPr/>
        <p:txBody>
          <a:bodyPr/>
          <a:lstStyle/>
          <a:p>
            <a:r>
              <a:t>Footer</a:t>
            </a: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Title Slide Blank White">
    <p:spTree>
      <p:nvGrpSpPr>
        <p:cNvPr id="1" name=""/>
        <p:cNvGrpSpPr/>
        <p:nvPr/>
      </p:nvGrpSpPr>
      <p:grpSpPr>
        <a:xfrm>
          <a:off x="0" y="0"/>
          <a:ext cx="0" cy="0"/>
          <a:chOff x="0" y="0"/>
          <a:chExt cx="0" cy="0"/>
        </a:xfrm>
      </p:grpSpPr>
      <p:sp>
        <p:nvSpPr>
          <p:cNvPr id="2" name="PlaceHolder 1"/>
          <p:cNvSpPr>
            <a:spLocks noGrp="1"/>
          </p:cNvSpPr>
          <p:nvPr>
            <p:ph type="ftr" idx="272"/>
          </p:nvPr>
        </p:nvSpPr>
        <p:spPr/>
        <p:txBody>
          <a:bodyPr/>
          <a:lstStyle/>
          <a:p>
            <a:r>
              <a:t>Footer</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660"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661" name="PlaceHolder 2"/>
          <p:cNvSpPr>
            <a:spLocks noGrp="1"/>
          </p:cNvSpPr>
          <p:nvPr>
            <p:ph/>
          </p:nvPr>
        </p:nvSpPr>
        <p:spPr>
          <a:xfrm>
            <a:off x="374760" y="1371600"/>
            <a:ext cx="1143864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4" name="PlaceHolder 3"/>
          <p:cNvSpPr>
            <a:spLocks noGrp="1"/>
          </p:cNvSpPr>
          <p:nvPr>
            <p:ph type="ftr" idx="274"/>
          </p:nvPr>
        </p:nvSpPr>
        <p:spPr/>
        <p:txBody>
          <a:bodyPr/>
          <a:lstStyle/>
          <a:p>
            <a:r>
              <a:t>Footer</a:t>
            </a:r>
          </a:p>
        </p:txBody>
      </p:sp>
      <p:sp>
        <p:nvSpPr>
          <p:cNvPr id="5" name="PlaceHolder 4"/>
          <p:cNvSpPr>
            <a:spLocks noGrp="1"/>
          </p:cNvSpPr>
          <p:nvPr>
            <p:ph type="sldNum" idx="275"/>
          </p:nvPr>
        </p:nvSpPr>
        <p:spPr/>
        <p:txBody>
          <a:bodyPr/>
          <a:lstStyle/>
          <a:p>
            <a:fld id="{DB7D9837-2924-46A8-A89A-983BAEB73DAD}" type="slidenum">
              <a:t>‹#›</a:t>
            </a:fld>
            <a:endParaRPr/>
          </a:p>
        </p:txBody>
      </p:sp>
      <p:sp>
        <p:nvSpPr>
          <p:cNvPr id="6" name="PlaceHolder 5"/>
          <p:cNvSpPr>
            <a:spLocks noGrp="1"/>
          </p:cNvSpPr>
          <p:nvPr>
            <p:ph type="dt" idx="273"/>
          </p:nvPr>
        </p:nvSpPr>
        <p:spPr/>
        <p:txBody>
          <a:bodyPr/>
          <a:lstStyle/>
          <a:p>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obj" preserve="1">
  <p:cSld name="Agenda Vertical Line">
    <p:spTree>
      <p:nvGrpSpPr>
        <p:cNvPr id="1" name=""/>
        <p:cNvGrpSpPr/>
        <p:nvPr/>
      </p:nvGrpSpPr>
      <p:grpSpPr>
        <a:xfrm>
          <a:off x="0" y="0"/>
          <a:ext cx="0" cy="0"/>
          <a:chOff x="0" y="0"/>
          <a:chExt cx="0" cy="0"/>
        </a:xfrm>
      </p:grpSpPr>
      <p:sp>
        <p:nvSpPr>
          <p:cNvPr id="167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a:buNone/>
            </a:pPr>
            <a:endParaRPr lang="en-US" sz="900" b="0" strike="noStrike" spc="-1">
              <a:solidFill>
                <a:schemeClr val="dk1"/>
              </a:solidFill>
              <a:latin typeface="Invention"/>
            </a:endParaRPr>
          </a:p>
        </p:txBody>
      </p:sp>
      <p:sp>
        <p:nvSpPr>
          <p:cNvPr id="1675" name="PlaceHolder 2"/>
          <p:cNvSpPr>
            <a:spLocks noGrp="1"/>
          </p:cNvSpPr>
          <p:nvPr>
            <p:ph/>
          </p:nvPr>
        </p:nvSpPr>
        <p:spPr>
          <a:xfrm>
            <a:off x="374760" y="1371600"/>
            <a:ext cx="11438640" cy="4452840"/>
          </a:xfrm>
          <a:prstGeom prst="rect">
            <a:avLst/>
          </a:prstGeom>
          <a:noFill/>
          <a:ln w="0">
            <a:noFill/>
          </a:ln>
        </p:spPr>
        <p:txBody>
          <a:bodyPr lIns="0" tIns="0" rIns="0" bIns="0" anchor="t">
            <a:normAutofit/>
          </a:bodyPr>
          <a:lstStyle/>
          <a:p>
            <a:pPr indent="0">
              <a:spcBef>
                <a:spcPts val="1417"/>
              </a:spcBef>
              <a:buNone/>
            </a:pPr>
            <a:endParaRPr lang="en-US" sz="1200" b="0" strike="noStrike" spc="-1">
              <a:solidFill>
                <a:schemeClr val="accent4"/>
              </a:solidFill>
              <a:latin typeface="Invention"/>
            </a:endParaRPr>
          </a:p>
        </p:txBody>
      </p:sp>
      <p:sp>
        <p:nvSpPr>
          <p:cNvPr id="4" name="PlaceHolder 3"/>
          <p:cNvSpPr>
            <a:spLocks noGrp="1"/>
          </p:cNvSpPr>
          <p:nvPr>
            <p:ph type="ftr" idx="277"/>
          </p:nvPr>
        </p:nvSpPr>
        <p:spPr/>
        <p:txBody>
          <a:bodyPr/>
          <a:lstStyle/>
          <a:p>
            <a:r>
              <a:t>Footer</a:t>
            </a:r>
          </a:p>
        </p:txBody>
      </p:sp>
      <p:sp>
        <p:nvSpPr>
          <p:cNvPr id="5" name="PlaceHolder 4"/>
          <p:cNvSpPr>
            <a:spLocks noGrp="1"/>
          </p:cNvSpPr>
          <p:nvPr>
            <p:ph type="sldNum" idx="278"/>
          </p:nvPr>
        </p:nvSpPr>
        <p:spPr/>
        <p:txBody>
          <a:bodyPr/>
          <a:lstStyle/>
          <a:p>
            <a:fld id="{54A9E635-D181-4303-BD57-AB2751D85AC5}" type="slidenum">
              <a:t>‹#›</a:t>
            </a:fld>
            <a:endParaRPr/>
          </a:p>
        </p:txBody>
      </p:sp>
      <p:sp>
        <p:nvSpPr>
          <p:cNvPr id="6" name="PlaceHolder 5"/>
          <p:cNvSpPr>
            <a:spLocks noGrp="1"/>
          </p:cNvSpPr>
          <p:nvPr>
            <p:ph type="dt" idx="276"/>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image" Target="../media/image1.png"/><Relationship Id="rId4" Type="http://schemas.openxmlformats.org/officeDocument/2006/relationships/image" Target="../media/image4.jpeg"/><Relationship Id="rId5"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 Id="rId3" Type="http://schemas.openxmlformats.org/officeDocument/2006/relationships/image" Target="../media/image1.png"/><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 Id="rId3" Type="http://schemas.openxmlformats.org/officeDocument/2006/relationships/image" Target="../media/image1.png"/><Relationship Id="rId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 Id="rId3" Type="http://schemas.openxmlformats.org/officeDocument/2006/relationships/image" Target="../media/image1.png"/><Relationship Id="rId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 Id="rId3"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8.xml"/><Relationship Id="rId3"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9.xml"/><Relationship Id="rId3"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0.xml"/><Relationship Id="rId3" Type="http://schemas.openxmlformats.org/officeDocument/2006/relationships/image" Target="../media/image1.png"/></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1.xml"/><Relationship Id="rId3" Type="http://schemas.openxmlformats.org/officeDocument/2006/relationships/image" Target="../media/image1.png"/></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2.xml"/><Relationship Id="rId3" Type="http://schemas.openxmlformats.org/officeDocument/2006/relationships/image" Target="../media/image1.png"/><Relationship Id="rId4" Type="http://schemas.openxmlformats.org/officeDocument/2006/relationships/image" Target="../media/image6.jpeg"/><Relationship Id="rId5"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3.xml"/><Relationship Id="rId3" Type="http://schemas.openxmlformats.org/officeDocument/2006/relationships/image" Target="../media/image1.png"/></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4.xml"/><Relationship Id="rId3" Type="http://schemas.openxmlformats.org/officeDocument/2006/relationships/image" Target="../media/image1.png"/></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15.xml"/><Relationship Id="rId3" Type="http://schemas.openxmlformats.org/officeDocument/2006/relationships/image" Target="../media/image1.png"/></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6.xml"/><Relationship Id="rId3" Type="http://schemas.openxmlformats.org/officeDocument/2006/relationships/image" Target="../media/image1.png"/></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17.xml"/><Relationship Id="rId3" Type="http://schemas.openxmlformats.org/officeDocument/2006/relationships/image" Target="../media/image1.png"/></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18.xml"/><Relationship Id="rId3" Type="http://schemas.openxmlformats.org/officeDocument/2006/relationships/image" Target="../media/image1.png"/></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19.xml"/><Relationship Id="rId3" Type="http://schemas.openxmlformats.org/officeDocument/2006/relationships/image" Target="../media/image1.png"/></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20.xml"/><Relationship Id="rId3" Type="http://schemas.openxmlformats.org/officeDocument/2006/relationships/image" Target="../media/image1.png"/></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1.xml"/><Relationship Id="rId3" Type="http://schemas.openxmlformats.org/officeDocument/2006/relationships/image" Target="../media/image1.png"/></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22.xml"/><Relationship Id="rId3" Type="http://schemas.openxmlformats.org/officeDocument/2006/relationships/image" Target="../media/image1.png"/><Relationship Id="rId4" Type="http://schemas.openxmlformats.org/officeDocument/2006/relationships/image" Target="../media/image7.png"/></Relationships>
</file>

<file path=ppt/slideMasters/_rels/slideMaster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23.xml"/><Relationship Id="rId3" Type="http://schemas.openxmlformats.org/officeDocument/2006/relationships/image" Target="../media/image1.png"/><Relationship Id="rId4" Type="http://schemas.openxmlformats.org/officeDocument/2006/relationships/image" Target="../media/image8.jpeg"/><Relationship Id="rId5" Type="http://schemas.openxmlformats.org/officeDocument/2006/relationships/image" Target="../media/image3.png"/></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24.xml"/><Relationship Id="rId3" Type="http://schemas.openxmlformats.org/officeDocument/2006/relationships/image" Target="../media/image1.png"/></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5.xml"/><Relationship Id="rId3" Type="http://schemas.openxmlformats.org/officeDocument/2006/relationships/image" Target="../media/image1.png"/><Relationship Id="rId4" Type="http://schemas.openxmlformats.org/officeDocument/2006/relationships/image" Target="../media/image9.png"/></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6.xml"/><Relationship Id="rId3" Type="http://schemas.openxmlformats.org/officeDocument/2006/relationships/image" Target="../media/image1.png"/><Relationship Id="rId4" Type="http://schemas.openxmlformats.org/officeDocument/2006/relationships/image" Target="../media/image10.png"/></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27.xml"/><Relationship Id="rId3" Type="http://schemas.openxmlformats.org/officeDocument/2006/relationships/image" Target="../media/image1.png"/><Relationship Id="rId4" Type="http://schemas.openxmlformats.org/officeDocument/2006/relationships/image" Target="../media/image11.png"/></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28.xml"/><Relationship Id="rId3" Type="http://schemas.openxmlformats.org/officeDocument/2006/relationships/image" Target="../media/image1.png"/></Relationships>
</file>

<file path=ppt/slideMasters/_rels/slideMaster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29.xml"/><Relationship Id="rId3" Type="http://schemas.openxmlformats.org/officeDocument/2006/relationships/image" Target="../media/image1.png"/><Relationship Id="rId4" Type="http://schemas.openxmlformats.org/officeDocument/2006/relationships/image" Target="../media/image9.png"/></Relationships>
</file>

<file path=ppt/slideMasters/_rels/slideMaster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30.xml"/><Relationship Id="rId3" Type="http://schemas.openxmlformats.org/officeDocument/2006/relationships/image" Target="../media/image1.png"/><Relationship Id="rId4" Type="http://schemas.openxmlformats.org/officeDocument/2006/relationships/image" Target="../media/image10.png"/></Relationships>
</file>

<file path=ppt/slideMasters/_rels/slideMaster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31.xml"/><Relationship Id="rId3" Type="http://schemas.openxmlformats.org/officeDocument/2006/relationships/image" Target="../media/image1.png"/><Relationship Id="rId4" Type="http://schemas.openxmlformats.org/officeDocument/2006/relationships/image" Target="../media/image11.png"/></Relationships>
</file>

<file path=ppt/slideMasters/_rels/slideMaster3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32.xml"/><Relationship Id="rId3" Type="http://schemas.openxmlformats.org/officeDocument/2006/relationships/image" Target="../media/image1.png"/></Relationships>
</file>

<file path=ppt/slideMasters/_rels/slideMaster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33.xml"/><Relationship Id="rId3" Type="http://schemas.openxmlformats.org/officeDocument/2006/relationships/image" Target="../media/image1.png"/><Relationship Id="rId4" Type="http://schemas.openxmlformats.org/officeDocument/2006/relationships/image" Target="../media/image9.png"/></Relationships>
</file>

<file path=ppt/slideMasters/_rels/slideMaster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34.xml"/><Relationship Id="rId3" Type="http://schemas.openxmlformats.org/officeDocument/2006/relationships/image" Target="../media/image1.png"/><Relationship Id="rId4" Type="http://schemas.openxmlformats.org/officeDocument/2006/relationships/image" Target="../media/image12.jpeg"/><Relationship Id="rId5" Type="http://schemas.openxmlformats.org/officeDocument/2006/relationships/image" Target="../media/image5.png"/></Relationships>
</file>

<file path=ppt/slideMasters/_rels/slideMaster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35.xml"/><Relationship Id="rId3" Type="http://schemas.openxmlformats.org/officeDocument/2006/relationships/image" Target="../media/image1.png"/><Relationship Id="rId4" Type="http://schemas.openxmlformats.org/officeDocument/2006/relationships/image" Target="../media/image10.png"/></Relationships>
</file>

<file path=ppt/slideMasters/_rels/slideMaster3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36.xml"/><Relationship Id="rId3" Type="http://schemas.openxmlformats.org/officeDocument/2006/relationships/image" Target="../media/image1.png"/><Relationship Id="rId4" Type="http://schemas.openxmlformats.org/officeDocument/2006/relationships/image" Target="../media/image11.png"/></Relationships>
</file>

<file path=ppt/slideMasters/_rels/slideMaster3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theme" Target="../theme/theme37.xml"/><Relationship Id="rId3" Type="http://schemas.openxmlformats.org/officeDocument/2006/relationships/image" Target="../media/image1.png"/></Relationships>
</file>

<file path=ppt/slideMasters/_rels/slideMaster3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theme" Target="../theme/theme38.xml"/><Relationship Id="rId3" Type="http://schemas.openxmlformats.org/officeDocument/2006/relationships/image" Target="../media/image1.png"/></Relationships>
</file>

<file path=ppt/slideMasters/_rels/slideMaster3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theme" Target="../theme/theme39.xml"/><Relationship Id="rId3" Type="http://schemas.openxmlformats.org/officeDocument/2006/relationships/image" Target="../media/image1.png"/></Relationships>
</file>

<file path=ppt/slideMasters/_rels/slideMaster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theme" Target="../theme/theme40.xml"/><Relationship Id="rId3" Type="http://schemas.openxmlformats.org/officeDocument/2006/relationships/image" Target="../media/image1.png"/></Relationships>
</file>

<file path=ppt/slideMasters/_rels/slideMaster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theme" Target="../theme/theme41.xml"/><Relationship Id="rId3" Type="http://schemas.openxmlformats.org/officeDocument/2006/relationships/image" Target="../media/image1.png"/></Relationships>
</file>

<file path=ppt/slideMasters/_rels/slideMaster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 Target="../theme/theme42.xml"/><Relationship Id="rId3" Type="http://schemas.openxmlformats.org/officeDocument/2006/relationships/image" Target="../media/image1.png"/></Relationships>
</file>

<file path=ppt/slideMasters/_rels/slideMaster4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theme" Target="../theme/theme43.xml"/><Relationship Id="rId3" Type="http://schemas.openxmlformats.org/officeDocument/2006/relationships/image" Target="../media/image1.png"/></Relationships>
</file>

<file path=ppt/slideMasters/_rels/slideMaster4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theme" Target="../theme/theme44.xml"/><Relationship Id="rId3" Type="http://schemas.openxmlformats.org/officeDocument/2006/relationships/image" Target="../media/image1.png"/></Relationships>
</file>

<file path=ppt/slideMasters/_rels/slideMaster4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theme" Target="../theme/theme45.xml"/><Relationship Id="rId3" Type="http://schemas.openxmlformats.org/officeDocument/2006/relationships/image" Target="../media/image1.png"/><Relationship Id="rId4" Type="http://schemas.openxmlformats.org/officeDocument/2006/relationships/image" Target="../media/image13.jpeg"/><Relationship Id="rId5" Type="http://schemas.openxmlformats.org/officeDocument/2006/relationships/image" Target="../media/image5.png"/></Relationships>
</file>

<file path=ppt/slideMasters/_rels/slideMaster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theme" Target="../theme/theme46.xml"/><Relationship Id="rId3" Type="http://schemas.openxmlformats.org/officeDocument/2006/relationships/image" Target="../media/image1.png"/></Relationships>
</file>

<file path=ppt/slideMasters/_rels/slideMaster4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theme" Target="../theme/theme47.xml"/><Relationship Id="rId3" Type="http://schemas.openxmlformats.org/officeDocument/2006/relationships/image" Target="../media/image1.png"/></Relationships>
</file>

<file path=ppt/slideMasters/_rels/slideMaster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theme" Target="../theme/theme48.xml"/><Relationship Id="rId3" Type="http://schemas.openxmlformats.org/officeDocument/2006/relationships/image" Target="../media/image1.png"/></Relationships>
</file>

<file path=ppt/slideMasters/_rels/slideMaster4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theme" Target="../theme/theme49.xml"/><Relationship Id="rId3" Type="http://schemas.openxmlformats.org/officeDocument/2006/relationships/image" Target="../media/image1.png"/></Relationships>
</file>

<file path=ppt/slideMasters/_rels/slideMaster5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theme" Target="../theme/theme50.xml"/><Relationship Id="rId3" Type="http://schemas.openxmlformats.org/officeDocument/2006/relationships/image" Target="../media/image1.png"/></Relationships>
</file>

<file path=ppt/slideMasters/_rels/slideMaster5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theme" Target="../theme/theme51.xml"/><Relationship Id="rId3" Type="http://schemas.openxmlformats.org/officeDocument/2006/relationships/image" Target="../media/image1.png"/></Relationships>
</file>

<file path=ppt/slideMasters/_rels/slideMaster5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theme" Target="../theme/theme52.xml"/><Relationship Id="rId3" Type="http://schemas.openxmlformats.org/officeDocument/2006/relationships/image" Target="../media/image1.png"/></Relationships>
</file>

<file path=ppt/slideMasters/_rels/slideMaster5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53.xml"/><Relationship Id="rId3" Type="http://schemas.openxmlformats.org/officeDocument/2006/relationships/image" Target="../media/image1.png"/></Relationships>
</file>

<file path=ppt/slideMasters/_rels/slideMaster5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theme" Target="../theme/theme54.xml"/><Relationship Id="rId3" Type="http://schemas.openxmlformats.org/officeDocument/2006/relationships/image" Target="../media/image1.png"/><Relationship Id="rId4" Type="http://schemas.openxmlformats.org/officeDocument/2006/relationships/image" Target="../media/image7.png"/></Relationships>
</file>

<file path=ppt/slideMasters/_rels/slideMaster5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theme" Target="../theme/theme55.xml"/><Relationship Id="rId3" Type="http://schemas.openxmlformats.org/officeDocument/2006/relationships/image" Target="../media/image1.png"/></Relationships>
</file>

<file path=ppt/slideMasters/_rels/slideMaster5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theme" Target="../theme/theme56.xml"/><Relationship Id="rId3" Type="http://schemas.openxmlformats.org/officeDocument/2006/relationships/image" Target="../media/image1.png"/><Relationship Id="rId4" Type="http://schemas.openxmlformats.org/officeDocument/2006/relationships/image" Target="../media/image14.jpeg"/><Relationship Id="rId5" Type="http://schemas.openxmlformats.org/officeDocument/2006/relationships/image" Target="../media/image5.png"/></Relationships>
</file>

<file path=ppt/slideMasters/_rels/slideMaster5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theme" Target="../theme/theme57.xml"/><Relationship Id="rId3" Type="http://schemas.openxmlformats.org/officeDocument/2006/relationships/image" Target="../media/image1.png"/></Relationships>
</file>

<file path=ppt/slideMasters/_rels/slideMaster5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theme" Target="../theme/theme58.xml"/><Relationship Id="rId3" Type="http://schemas.openxmlformats.org/officeDocument/2006/relationships/image" Target="../media/image1.png"/></Relationships>
</file>

<file path=ppt/slideMasters/_rels/slideMaster5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theme" Target="../theme/theme59.xml"/><Relationship Id="rId3" Type="http://schemas.openxmlformats.org/officeDocument/2006/relationships/image" Target="../media/image1.png"/></Relationships>
</file>

<file path=ppt/slideMasters/_rels/slideMaster6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theme" Target="../theme/theme60.xml"/><Relationship Id="rId3" Type="http://schemas.openxmlformats.org/officeDocument/2006/relationships/image" Target="../media/image1.png"/></Relationships>
</file>

<file path=ppt/slideMasters/_rels/slideMaster6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theme" Target="../theme/theme61.xml"/><Relationship Id="rId3" Type="http://schemas.openxmlformats.org/officeDocument/2006/relationships/image" Target="../media/image1.png"/></Relationships>
</file>

<file path=ppt/slideMasters/_rels/slideMaster6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theme" Target="../theme/theme62.xml"/><Relationship Id="rId3" Type="http://schemas.openxmlformats.org/officeDocument/2006/relationships/image" Target="../media/image1.png"/></Relationships>
</file>

<file path=ppt/slideMasters/_rels/slideMaster6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theme" Target="../theme/theme63.xml"/><Relationship Id="rId3" Type="http://schemas.openxmlformats.org/officeDocument/2006/relationships/image" Target="../media/image1.png"/></Relationships>
</file>

<file path=ppt/slideMasters/_rels/slideMaster6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theme" Target="../theme/theme64.xml"/><Relationship Id="rId3" Type="http://schemas.openxmlformats.org/officeDocument/2006/relationships/image" Target="../media/image1.png"/></Relationships>
</file>

<file path=ppt/slideMasters/_rels/slideMaster65.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theme" Target="../theme/theme65.xml"/><Relationship Id="rId3" Type="http://schemas.openxmlformats.org/officeDocument/2006/relationships/image" Target="../media/image1.png"/></Relationships>
</file>

<file path=ppt/slideMasters/_rels/slideMaster6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theme" Target="../theme/theme66.xml"/><Relationship Id="rId3" Type="http://schemas.openxmlformats.org/officeDocument/2006/relationships/image" Target="../media/image1.png"/><Relationship Id="rId4" Type="http://schemas.openxmlformats.org/officeDocument/2006/relationships/image" Target="../media/image7.png"/></Relationships>
</file>

<file path=ppt/slideMasters/_rels/slideMaster6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theme" Target="../theme/theme67.xml"/><Relationship Id="rId3" Type="http://schemas.openxmlformats.org/officeDocument/2006/relationships/image" Target="../media/image1.png"/><Relationship Id="rId4" Type="http://schemas.openxmlformats.org/officeDocument/2006/relationships/image" Target="../media/image15.jpeg"/><Relationship Id="rId5" Type="http://schemas.openxmlformats.org/officeDocument/2006/relationships/image" Target="../media/image3.png"/></Relationships>
</file>

<file path=ppt/slideMasters/_rels/slideMaster6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theme" Target="../theme/theme68.xml"/><Relationship Id="rId3" Type="http://schemas.openxmlformats.org/officeDocument/2006/relationships/image" Target="../media/image1.png"/></Relationships>
</file>

<file path=ppt/slideMasters/_rels/slideMaster6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theme" Target="../theme/theme69.xml"/><Relationship Id="rId3" Type="http://schemas.openxmlformats.org/officeDocument/2006/relationships/image" Target="../media/image1.png"/><Relationship Id="rId4" Type="http://schemas.openxmlformats.org/officeDocument/2006/relationships/image" Target="../media/image16.png"/></Relationships>
</file>

<file path=ppt/slideMasters/_rels/slideMaster7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theme" Target="../theme/theme70.xml"/><Relationship Id="rId3" Type="http://schemas.openxmlformats.org/officeDocument/2006/relationships/image" Target="../media/image1.png"/></Relationships>
</file>

<file path=ppt/slideMasters/_rels/slideMaster7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theme" Target="../theme/theme71.xml"/><Relationship Id="rId3" Type="http://schemas.openxmlformats.org/officeDocument/2006/relationships/image" Target="../media/image1.png"/><Relationship Id="rId4" Type="http://schemas.openxmlformats.org/officeDocument/2006/relationships/image" Target="../media/image7.png"/></Relationships>
</file>

<file path=ppt/slideMasters/_rels/slideMaster7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theme" Target="../theme/theme72.xml"/><Relationship Id="rId3" Type="http://schemas.openxmlformats.org/officeDocument/2006/relationships/image" Target="../media/image1.png"/></Relationships>
</file>

<file path=ppt/slideMasters/_rels/slideMaster7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theme" Target="../theme/theme73.xml"/><Relationship Id="rId3" Type="http://schemas.openxmlformats.org/officeDocument/2006/relationships/image" Target="../media/image1.png"/><Relationship Id="rId4" Type="http://schemas.openxmlformats.org/officeDocument/2006/relationships/image" Target="../media/image5.png"/></Relationships>
</file>

<file path=ppt/slideMasters/_rels/slideMaster74.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theme" Target="../theme/theme74.xml"/><Relationship Id="rId3" Type="http://schemas.openxmlformats.org/officeDocument/2006/relationships/image" Target="../media/image1.png"/><Relationship Id="rId4" Type="http://schemas.openxmlformats.org/officeDocument/2006/relationships/image" Target="../media/image3.png"/></Relationships>
</file>

<file path=ppt/slideMasters/_rels/slideMaster7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theme" Target="../theme/theme75.xml"/><Relationship Id="rId3" Type="http://schemas.openxmlformats.org/officeDocument/2006/relationships/image" Target="../media/image1.png"/><Relationship Id="rId4" Type="http://schemas.openxmlformats.org/officeDocument/2006/relationships/image" Target="../media/image17.png"/></Relationships>
</file>

<file path=ppt/slideMasters/_rels/slideMaster76.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theme" Target="../theme/theme76.xml"/><Relationship Id="rId3" Type="http://schemas.openxmlformats.org/officeDocument/2006/relationships/image" Target="../media/image1.png"/><Relationship Id="rId4" Type="http://schemas.openxmlformats.org/officeDocument/2006/relationships/image" Target="../media/image5.png"/></Relationships>
</file>

<file path=ppt/slideMasters/_rels/slideMaster77.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theme" Target="../theme/theme77.xml"/><Relationship Id="rId3" Type="http://schemas.openxmlformats.org/officeDocument/2006/relationships/image" Target="../media/image1.png"/></Relationships>
</file>

<file path=ppt/slideMasters/_rels/slideMaster7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theme" Target="../theme/theme78.xml"/><Relationship Id="rId3" Type="http://schemas.openxmlformats.org/officeDocument/2006/relationships/image" Target="../media/image1.png"/><Relationship Id="rId4" Type="http://schemas.openxmlformats.org/officeDocument/2006/relationships/image" Target="../media/image18.jpeg"/><Relationship Id="rId5" Type="http://schemas.openxmlformats.org/officeDocument/2006/relationships/image" Target="../media/image3.png"/></Relationships>
</file>

<file path=ppt/slideMasters/_rels/slideMaster7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theme" Target="../theme/theme79.xml"/><Relationship Id="rId3" Type="http://schemas.openxmlformats.org/officeDocument/2006/relationships/image" Target="../media/image1.png"/><Relationship Id="rId4" Type="http://schemas.openxmlformats.org/officeDocument/2006/relationships/image" Target="../media/image19.jpeg"/><Relationship Id="rId5" Type="http://schemas.openxmlformats.org/officeDocument/2006/relationships/image" Target="../media/image3.png"/></Relationships>
</file>

<file path=ppt/slideMasters/_rels/slideMaster80.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theme" Target="../theme/theme8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8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theme" Target="../theme/theme8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2.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theme" Target="../theme/theme8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3.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theme" Target="../theme/theme8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4.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theme" Target="../theme/theme84.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theme" Target="../theme/theme85.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theme" Target="../theme/theme86.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7.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theme" Target="../theme/theme87.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3.png"/></Relationships>
</file>

<file path=ppt/slideMasters/_rels/slideMaster88.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theme" Target="../theme/theme88.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89.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theme" Target="../theme/theme89.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4.png"/></Relationships>
</file>

<file path=ppt/slideMasters/_rels/slideMaster90.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theme" Target="../theme/theme9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5.png"/></Relationships>
</file>

<file path=ppt/slideMasters/_rels/slideMaster91.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theme" Target="../theme/theme9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theme" Target="../theme/theme9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3.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theme" Target="../theme/theme9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4.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theme" Target="../theme/theme94.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5.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theme" Target="../theme/theme95.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6.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theme" Target="../theme/theme96.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7.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theme" Target="../theme/theme97.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8.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theme" Target="../theme/theme98.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99.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theme" Target="../theme/theme99.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0.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theme" Target="../theme/theme10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1.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theme" Target="../theme/theme10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2.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theme" Target="../theme/theme10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6.png"/></Relationships>
</file>

<file path=ppt/slideMasters/_rels/slideMaster103.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theme" Target="../theme/theme10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4.png"/></Relationships>
</file>

<file path=ppt/slideMasters/_rels/slideMaster10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theme" Target="../theme/theme104.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5.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theme" Target="../theme/theme105.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5.png"/></Relationships>
</file>

<file path=ppt/slideMasters/_rels/slideMaster10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theme" Target="../theme/theme106.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4.png"/></Relationships>
</file>

<file path=ppt/slideMasters/_rels/slideMaster107.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theme" Target="../theme/theme107.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8.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theme" Target="../theme/theme108.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09.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theme" Target="../theme/theme109.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0.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theme" Target="../theme/theme11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1.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theme" Target="../theme/theme11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5.png"/></Relationships>
</file>

<file path=ppt/slideMasters/_rels/slideMaster112.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theme" Target="../theme/theme11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3.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theme" Target="../theme/theme11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14.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theme" Target="../theme/theme114.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5.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theme" Target="../theme/theme115.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theme" Target="../theme/theme116.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7.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theme" Target="../theme/theme117.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8.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theme" Target="../theme/theme118.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19.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theme" Target="../theme/theme119.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20.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theme" Target="../theme/theme12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21.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theme" Target="../theme/theme12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6.png"/></Relationships>
</file>

<file path=ppt/slideMasters/_rels/slideMaster12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theme" Target="../theme/theme12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7.png"/></Relationships>
</file>

<file path=ppt/slideMasters/_rels/slideMaster123.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theme" Target="../theme/theme12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24.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theme" Target="../theme/theme124.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25.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theme" Target="../theme/theme125.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26.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theme" Target="../theme/theme126.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27.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theme" Target="../theme/theme127.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28.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theme" Target="../theme/theme128.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29.xml.rels><?xml version='1.0' encoding='UTF-8' standalone='yes'?>
<Relationships xmlns="http://schemas.openxmlformats.org/package/2006/relationships"><Relationship Id="rId1" Type="http://schemas.openxmlformats.org/officeDocument/2006/relationships/slideLayout" Target="../slideLayouts/slideLayout129.xml"/><Relationship Id="rId2" Type="http://schemas.openxmlformats.org/officeDocument/2006/relationships/theme" Target="../theme/theme129.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30.xml.rels><?xml version='1.0' encoding='UTF-8' standalone='yes'?>
<Relationships xmlns="http://schemas.openxmlformats.org/package/2006/relationships"><Relationship Id="rId1" Type="http://schemas.openxmlformats.org/officeDocument/2006/relationships/slideLayout" Target="../slideLayouts/slideLayout130.xml"/><Relationship Id="rId2" Type="http://schemas.openxmlformats.org/officeDocument/2006/relationships/theme" Target="../theme/theme130.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31.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theme" Target="../theme/theme131.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 Id="rId6" Type="http://schemas.openxmlformats.org/officeDocument/2006/relationships/image" Target="../media/image22.png"/></Relationships>
</file>

<file path=ppt/slideMasters/_rels/slideMaster132.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theme" Target="../theme/theme132.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_rels/slideMaster133.xml.rels><?xml version='1.0' encoding='UTF-8' standalone='yes'?>
<Relationships xmlns="http://schemas.openxmlformats.org/package/2006/relationships"><Relationship Id="rId1" Type="http://schemas.openxmlformats.org/officeDocument/2006/relationships/slideLayout" Target="../slideLayouts/slideLayout133.xml"/><Relationship Id="rId2" Type="http://schemas.openxmlformats.org/officeDocument/2006/relationships/theme" Target="../theme/theme133.xml"/><Relationship Id="rId3" Type="http://schemas.openxmlformats.org/officeDocument/2006/relationships/oleObject" Target="../embeddings/oleObject1.bin"/><Relationship Id="rId4" Type="http://schemas.openxmlformats.org/officeDocument/2006/relationships/image" Target="../media/image20.wmf"/><Relationship Id="rId5" Type="http://schemas.openxmlformats.org/officeDocument/2006/relationships/image" Target="../media/image2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Straight Connector 7"/>
          <p:cNvCxnSpPr/>
          <p:nvPr/>
        </p:nvCxnSpPr>
        <p:spPr>
          <a:xfrm>
            <a:off x="377640" y="1227600"/>
            <a:ext cx="11436840" cy="360"/>
          </a:xfrm>
          <a:prstGeom prst="straightConnector1">
            <a:avLst/>
          </a:prstGeom>
          <a:ln w="31750">
            <a:solidFill>
              <a:srgbClr val="00857C"/>
            </a:solidFill>
          </a:ln>
        </p:spPr>
      </p:cxnSp>
      <p:pic>
        <p:nvPicPr>
          <p:cNvPr id="10" name="Picture 2"/>
          <p:cNvPicPr/>
          <p:nvPr/>
        </p:nvPicPr>
        <p:blipFill>
          <a:blip r:embed="rId3"/>
          <a:stretch/>
        </p:blipFill>
        <p:spPr>
          <a:xfrm>
            <a:off x="10607040" y="6364080"/>
            <a:ext cx="968760" cy="455400"/>
          </a:xfrm>
          <a:prstGeom prst="rect">
            <a:avLst/>
          </a:prstGeom>
          <a:ln w="0">
            <a:noFill/>
          </a:ln>
        </p:spPr>
      </p:pic>
      <p:sp>
        <p:nvSpPr>
          <p:cNvPr id="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3" name="Picture 4" descr="A picture containing sponge, reef  Description automatically generated"/>
          <p:cNvPicPr/>
          <p:nvPr/>
        </p:nvPicPr>
        <p:blipFill>
          <a:blip r:embed="rId4"/>
          <a:stretch/>
        </p:blipFill>
        <p:spPr>
          <a:xfrm>
            <a:off x="0" y="0"/>
            <a:ext cx="12188520" cy="6857640"/>
          </a:xfrm>
          <a:prstGeom prst="rect">
            <a:avLst/>
          </a:prstGeom>
          <a:ln w="0">
            <a:noFill/>
          </a:ln>
        </p:spPr>
      </p:pic>
      <p:sp>
        <p:nvSpPr>
          <p:cNvPr id="4" name="PlaceHolder 1"/>
          <p:cNvSpPr>
            <a:spLocks noGrp="1"/>
          </p:cNvSpPr>
          <p:nvPr>
            <p:ph type="sldNum" idx="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2D98FBF-0FFB-48A7-9B85-3ACA7FE36B0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5"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rgbClr val="FFFFFF"/>
                </a:solidFill>
                <a:latin typeface="Invention Light"/>
              </a:rPr>
              <a:t>First</a:t>
            </a:r>
            <a:r>
              <a:rPr lang="en-US" sz="3600" b="0" strike="noStrike" spc="-1">
                <a:solidFill>
                  <a:schemeClr val="lt1"/>
                </a:solidFill>
                <a:latin typeface="Invention Light"/>
              </a:rPr>
              <a: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6"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7"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8" name="Picture 1"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lumMod val="50000"/>
          </a:schemeClr>
        </a:solidFill>
        <a:effectLst/>
      </p:bgPr>
    </p:bg>
    <p:spTree>
      <p:nvGrpSpPr>
        <p:cNvPr id="1" name=""/>
        <p:cNvGrpSpPr/>
        <p:nvPr/>
      </p:nvGrpSpPr>
      <p:grpSpPr>
        <a:xfrm>
          <a:off x="0" y="0"/>
          <a:ext cx="0" cy="0"/>
          <a:chOff x="0" y="0"/>
          <a:chExt cx="0" cy="0"/>
        </a:xfrm>
      </p:grpSpPr>
      <p:cxnSp>
        <p:nvCxnSpPr>
          <p:cNvPr id="9" name="Straight Connector 7"/>
          <p:cNvCxnSpPr/>
          <p:nvPr/>
        </p:nvCxnSpPr>
        <p:spPr>
          <a:xfrm>
            <a:off x="377640" y="1227600"/>
            <a:ext cx="11436840" cy="360"/>
          </a:xfrm>
          <a:prstGeom prst="straightConnector1">
            <a:avLst/>
          </a:prstGeom>
          <a:ln w="31750">
            <a:solidFill>
              <a:srgbClr val="00857C"/>
            </a:solidFill>
          </a:ln>
        </p:spPr>
      </p:cxnSp>
      <p:pic>
        <p:nvPicPr>
          <p:cNvPr id="10" name="Picture 2"/>
          <p:cNvPicPr/>
          <p:nvPr/>
        </p:nvPicPr>
        <p:blipFill>
          <a:blip r:embed="rId3"/>
          <a:stretch/>
        </p:blipFill>
        <p:spPr>
          <a:xfrm>
            <a:off x="10607040" y="6364080"/>
            <a:ext cx="968760" cy="455400"/>
          </a:xfrm>
          <a:prstGeom prst="rect">
            <a:avLst/>
          </a:prstGeom>
          <a:ln w="0">
            <a:noFill/>
          </a:ln>
        </p:spPr>
      </p:pic>
      <p:sp>
        <p:nvSpPr>
          <p:cNvPr id="1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pic>
        <p:nvPicPr>
          <p:cNvPr id="12" name="Picture 1" descr="A picture containing sponge, reef  Description automatically generated"/>
          <p:cNvPicPr/>
          <p:nvPr/>
        </p:nvPicPr>
        <p:blipFill>
          <a:blip r:embed="rId4"/>
          <a:stretch/>
        </p:blipFill>
        <p:spPr>
          <a:xfrm>
            <a:off x="0" y="0"/>
            <a:ext cx="12188520" cy="6857640"/>
          </a:xfrm>
          <a:prstGeom prst="rect">
            <a:avLst/>
          </a:prstGeom>
          <a:ln w="0">
            <a:noFill/>
          </a:ln>
        </p:spPr>
      </p:pic>
      <p:sp>
        <p:nvSpPr>
          <p:cNvPr id="13" name="PlaceHolder 1"/>
          <p:cNvSpPr>
            <a:spLocks noGrp="1"/>
          </p:cNvSpPr>
          <p:nvPr>
            <p:ph type="sldNum" idx="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77A8704-2C5F-4E4E-B8A9-5BD7A8B41C5E}"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sp>
        <p:nvSpPr>
          <p:cNvPr id="14" name="PlaceHolder 2"/>
          <p:cNvSpPr>
            <a:spLocks noGrp="1"/>
          </p:cNvSpPr>
          <p:nvPr>
            <p:ph type="body"/>
          </p:nvPr>
        </p:nvSpPr>
        <p:spPr>
          <a:xfrm>
            <a:off x="-2880" y="2373840"/>
            <a:ext cx="7515000" cy="73836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15" name="PlaceHolder 3"/>
          <p:cNvSpPr>
            <a:spLocks noGrp="1"/>
          </p:cNvSpPr>
          <p:nvPr>
            <p:ph type="body"/>
          </p:nvPr>
        </p:nvSpPr>
        <p:spPr>
          <a:xfrm>
            <a:off x="0" y="3530160"/>
            <a:ext cx="4539600" cy="3327480"/>
          </a:xfrm>
          <a:prstGeom prst="rect">
            <a:avLst/>
          </a:prstGeom>
          <a:noFill/>
          <a:ln w="12600">
            <a:noFill/>
          </a:ln>
        </p:spPr>
        <p:txBody>
          <a:bodyPr lIns="457200" tIns="91440" rIns="182880" bIns="91440" anchor="t">
            <a:noAutofit/>
          </a:bodyPr>
          <a:lstStyle/>
          <a:p>
            <a:pPr indent="0" defTabSz="228600">
              <a:lnSpc>
                <a:spcPct val="100000"/>
              </a:lnSpc>
              <a:spcBef>
                <a:spcPts val="1199"/>
              </a:spcBef>
              <a:spcAft>
                <a:spcPts val="3600"/>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16" name="PlaceHolder 4"/>
          <p:cNvSpPr>
            <a:spLocks noGrp="1"/>
          </p:cNvSpPr>
          <p:nvPr>
            <p:ph type="body"/>
          </p:nvPr>
        </p:nvSpPr>
        <p:spPr>
          <a:xfrm>
            <a:off x="-2880" y="16614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17" name="Picture 3"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lumMod val="50000"/>
            <a:alpha val="66000"/>
          </a:schemeClr>
        </a:solidFill>
        <a:effectLst/>
      </p:bgPr>
    </p:bg>
    <p:spTree>
      <p:nvGrpSpPr>
        <p:cNvPr id="1" name=""/>
        <p:cNvGrpSpPr/>
        <p:nvPr/>
      </p:nvGrpSpPr>
      <p:grpSpPr>
        <a:xfrm>
          <a:off x="0" y="0"/>
          <a:ext cx="0" cy="0"/>
          <a:chOff x="0" y="0"/>
          <a:chExt cx="0" cy="0"/>
        </a:xfrm>
      </p:grpSpPr>
      <p:cxnSp>
        <p:nvCxnSpPr>
          <p:cNvPr id="18" name="Straight Connector 7"/>
          <p:cNvCxnSpPr/>
          <p:nvPr/>
        </p:nvCxnSpPr>
        <p:spPr>
          <a:xfrm>
            <a:off x="377640" y="1227600"/>
            <a:ext cx="11436840" cy="360"/>
          </a:xfrm>
          <a:prstGeom prst="straightConnector1">
            <a:avLst/>
          </a:prstGeom>
          <a:ln w="31750">
            <a:solidFill>
              <a:srgbClr val="00857C"/>
            </a:solidFill>
          </a:ln>
        </p:spPr>
      </p:cxnSp>
      <p:pic>
        <p:nvPicPr>
          <p:cNvPr id="19" name="Picture 2"/>
          <p:cNvPicPr/>
          <p:nvPr/>
        </p:nvPicPr>
        <p:blipFill>
          <a:blip r:embed="rId3"/>
          <a:stretch/>
        </p:blipFill>
        <p:spPr>
          <a:xfrm>
            <a:off x="10607040" y="6364080"/>
            <a:ext cx="968760" cy="455400"/>
          </a:xfrm>
          <a:prstGeom prst="rect">
            <a:avLst/>
          </a:prstGeom>
          <a:ln w="0">
            <a:noFill/>
          </a:ln>
        </p:spPr>
      </p:pic>
      <p:sp>
        <p:nvSpPr>
          <p:cNvPr id="2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21" name="PlaceHolder 1"/>
          <p:cNvSpPr>
            <a:spLocks noGrp="1"/>
          </p:cNvSpPr>
          <p:nvPr>
            <p:ph type="body"/>
          </p:nvPr>
        </p:nvSpPr>
        <p:spPr>
          <a:xfrm>
            <a:off x="-3240" y="0"/>
            <a:ext cx="12188520" cy="6857640"/>
          </a:xfrm>
          <a:prstGeom prst="rect">
            <a:avLst/>
          </a:prstGeom>
          <a:solidFill>
            <a:schemeClr val="lt1">
              <a:lumMod val="65000"/>
            </a:schemeClr>
          </a:solidFill>
          <a:ln w="0">
            <a:noFill/>
          </a:ln>
        </p:spPr>
        <p:txBody>
          <a:bodyPr lIns="914400" tIns="914400" rIns="914400" bIns="914400" anchor="t">
            <a:noAutofit/>
          </a:bodyPr>
          <a:lstStyle/>
          <a:p>
            <a:pPr indent="0" defTabSz="228600">
              <a:lnSpc>
                <a:spcPct val="100000"/>
              </a:lnSpc>
              <a:buNone/>
            </a:pPr>
            <a:r>
              <a:rPr lang="en-US" sz="900" b="0" strike="noStrike" spc="-1">
                <a:solidFill>
                  <a:schemeClr val="dk1"/>
                </a:solidFill>
                <a:latin typeface="Invention"/>
              </a:rPr>
              <a:t>Click on the image icon to enter a custom image</a:t>
            </a:r>
          </a:p>
        </p:txBody>
      </p:sp>
      <p:sp>
        <p:nvSpPr>
          <p:cNvPr id="22" name="PlaceHolder 2"/>
          <p:cNvSpPr>
            <a:spLocks noGrp="1"/>
          </p:cNvSpPr>
          <p:nvPr>
            <p:ph type="sldNum" idx="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AC0BC6A-2C20-433F-9A2C-5F8F27806E8F}"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sp>
        <p:nvSpPr>
          <p:cNvPr id="23" name="Slide Number Placeholder 3"/>
          <p:cNvSpPr/>
          <p:nvPr/>
        </p:nvSpPr>
        <p:spPr>
          <a:xfrm>
            <a:off x="11584800" y="6480000"/>
            <a:ext cx="22896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228600">
              <a:lnSpc>
                <a:spcPct val="100000"/>
              </a:lnSpc>
            </a:pPr>
            <a:fld id="{872DE5C3-4267-47EE-BE52-ECBFABB3CBE0}" type="slidenum">
              <a:rPr lang="en-GB" sz="700" b="0" strike="noStrike" spc="-1">
                <a:solidFill>
                  <a:srgbClr val="9EA7B3"/>
                </a:solidFill>
                <a:latin typeface="Invention"/>
              </a:rPr>
              <a:t>‹#›</a:t>
            </a:fld>
            <a:endParaRPr lang="en-US" sz="700" b="0" strike="noStrike" spc="-1">
              <a:solidFill>
                <a:srgbClr val="FFFFFF"/>
              </a:solidFill>
              <a:latin typeface="Arial"/>
            </a:endParaRPr>
          </a:p>
        </p:txBody>
      </p:sp>
      <p:sp>
        <p:nvSpPr>
          <p:cNvPr id="24" name="PlaceHolder 3"/>
          <p:cNvSpPr>
            <a:spLocks noGrp="1"/>
          </p:cNvSpPr>
          <p:nvPr>
            <p:ph type="body"/>
          </p:nvPr>
        </p:nvSpPr>
        <p:spPr>
          <a:xfrm>
            <a:off x="-2880" y="237384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25" name="PlaceHolder 4"/>
          <p:cNvSpPr>
            <a:spLocks noGrp="1"/>
          </p:cNvSpPr>
          <p:nvPr>
            <p:ph type="body"/>
          </p:nvPr>
        </p:nvSpPr>
        <p:spPr>
          <a:xfrm>
            <a:off x="0" y="3530160"/>
            <a:ext cx="4539600" cy="3327480"/>
          </a:xfrm>
          <a:prstGeom prst="rect">
            <a:avLst/>
          </a:prstGeom>
          <a:noFill/>
          <a:ln w="12600">
            <a:noFill/>
          </a:ln>
        </p:spPr>
        <p:txBody>
          <a:bodyPr lIns="457200" tIns="91440" rIns="182880" bIns="91440" anchor="t">
            <a:noAutofit/>
          </a:bodyPr>
          <a:lstStyle/>
          <a:p>
            <a:pPr indent="0" defTabSz="228600">
              <a:lnSpc>
                <a:spcPct val="100000"/>
              </a:lnSpc>
              <a:spcBef>
                <a:spcPts val="1199"/>
              </a:spcBef>
              <a:spcAft>
                <a:spcPts val="3600"/>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26" name="PlaceHolder 5"/>
          <p:cNvSpPr>
            <a:spLocks noGrp="1"/>
          </p:cNvSpPr>
          <p:nvPr>
            <p:ph type="body"/>
          </p:nvPr>
        </p:nvSpPr>
        <p:spPr>
          <a:xfrm>
            <a:off x="-2880" y="16614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cxnSp>
        <p:nvCxnSpPr>
          <p:cNvPr id="27" name="Straight Connector 7"/>
          <p:cNvCxnSpPr/>
          <p:nvPr/>
        </p:nvCxnSpPr>
        <p:spPr>
          <a:xfrm>
            <a:off x="377640" y="1227600"/>
            <a:ext cx="11436840" cy="360"/>
          </a:xfrm>
          <a:prstGeom prst="straightConnector1">
            <a:avLst/>
          </a:prstGeom>
          <a:ln w="31750">
            <a:solidFill>
              <a:srgbClr val="00857C"/>
            </a:solidFill>
          </a:ln>
        </p:spPr>
      </p:cxnSp>
      <p:pic>
        <p:nvPicPr>
          <p:cNvPr id="28" name="Picture 2"/>
          <p:cNvPicPr/>
          <p:nvPr/>
        </p:nvPicPr>
        <p:blipFill>
          <a:blip r:embed="rId3"/>
          <a:stretch/>
        </p:blipFill>
        <p:spPr>
          <a:xfrm>
            <a:off x="10607040" y="6364080"/>
            <a:ext cx="968760" cy="455400"/>
          </a:xfrm>
          <a:prstGeom prst="rect">
            <a:avLst/>
          </a:prstGeom>
          <a:ln w="0">
            <a:noFill/>
          </a:ln>
        </p:spPr>
      </p:pic>
      <p:sp>
        <p:nvSpPr>
          <p:cNvPr id="29"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30" name="PlaceHolder 1"/>
          <p:cNvSpPr>
            <a:spLocks noGrp="1"/>
          </p:cNvSpPr>
          <p:nvPr>
            <p:ph type="title"/>
          </p:nvPr>
        </p:nvSpPr>
        <p:spPr>
          <a:xfrm>
            <a:off x="378000" y="1228680"/>
            <a:ext cx="944532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lt1"/>
                </a:solidFill>
                <a:latin typeface="Invention Light"/>
              </a:rPr>
              <a:t>Click to edit Master title style</a:t>
            </a:r>
            <a:endParaRPr lang="en-US" sz="4250" b="0" strike="noStrike" spc="-1">
              <a:solidFill>
                <a:schemeClr val="dk1"/>
              </a:solidFill>
              <a:latin typeface="Invention"/>
            </a:endParaRPr>
          </a:p>
        </p:txBody>
      </p:sp>
      <p:sp>
        <p:nvSpPr>
          <p:cNvPr id="31" name="PlaceHolder 2"/>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200" b="0" strike="noStrike" spc="-1">
                <a:solidFill>
                  <a:schemeClr val="lt1"/>
                </a:solidFill>
                <a:latin typeface="Invention"/>
              </a:rPr>
              <a:t>(month/day/year)</a:t>
            </a:r>
            <a:endParaRPr lang="en-US" sz="1200" b="0" strike="noStrike" spc="-1">
              <a:solidFill>
                <a:schemeClr val="dk1"/>
              </a:solidFill>
              <a:latin typeface="Invention"/>
            </a:endParaRPr>
          </a:p>
        </p:txBody>
      </p:sp>
      <p:sp>
        <p:nvSpPr>
          <p:cNvPr id="32" name="PlaceHolder 3"/>
          <p:cNvSpPr>
            <a:spLocks noGrp="1"/>
          </p:cNvSpPr>
          <p:nvPr>
            <p:ph type="ftr" idx="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pic>
        <p:nvPicPr>
          <p:cNvPr id="33" name="Picture 3"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4" name="Straight Connector 7"/>
          <p:cNvCxnSpPr/>
          <p:nvPr/>
        </p:nvCxnSpPr>
        <p:spPr>
          <a:xfrm>
            <a:off x="377640" y="1227600"/>
            <a:ext cx="11436840" cy="360"/>
          </a:xfrm>
          <a:prstGeom prst="straightConnector1">
            <a:avLst/>
          </a:prstGeom>
          <a:ln w="31750">
            <a:solidFill>
              <a:srgbClr val="00857C"/>
            </a:solidFill>
          </a:ln>
        </p:spPr>
      </p:cxnSp>
      <p:pic>
        <p:nvPicPr>
          <p:cNvPr id="35" name="Picture 2"/>
          <p:cNvPicPr/>
          <p:nvPr/>
        </p:nvPicPr>
        <p:blipFill>
          <a:blip r:embed="rId3"/>
          <a:stretch/>
        </p:blipFill>
        <p:spPr>
          <a:xfrm>
            <a:off x="10607040" y="6364080"/>
            <a:ext cx="968760" cy="455400"/>
          </a:xfrm>
          <a:prstGeom prst="rect">
            <a:avLst/>
          </a:prstGeom>
          <a:ln w="0">
            <a:noFill/>
          </a:ln>
        </p:spPr>
      </p:pic>
      <p:sp>
        <p:nvSpPr>
          <p:cNvPr id="36"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7" name="PlaceHolder 1"/>
          <p:cNvSpPr>
            <a:spLocks noGrp="1"/>
          </p:cNvSpPr>
          <p:nvPr>
            <p:ph type="title"/>
          </p:nvPr>
        </p:nvSpPr>
        <p:spPr>
          <a:xfrm>
            <a:off x="378000" y="1228680"/>
            <a:ext cx="1143864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dk1"/>
                </a:solidFill>
                <a:latin typeface="Invention Light"/>
              </a:rPr>
              <a:t>Click to edit Master title style</a:t>
            </a:r>
            <a:endParaRPr lang="en-US" sz="4250" b="0" strike="noStrike" spc="-1">
              <a:solidFill>
                <a:schemeClr val="dk1"/>
              </a:solidFill>
              <a:latin typeface="Invention"/>
            </a:endParaRPr>
          </a:p>
        </p:txBody>
      </p:sp>
      <p:sp>
        <p:nvSpPr>
          <p:cNvPr id="38" name="PlaceHolder 2"/>
          <p:cNvSpPr>
            <a:spLocks noGrp="1"/>
          </p:cNvSpPr>
          <p:nvPr>
            <p:ph type="body"/>
          </p:nvPr>
        </p:nvSpPr>
        <p:spPr>
          <a:xfrm>
            <a:off x="378000" y="6174000"/>
            <a:ext cx="3607200" cy="25200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(month/day/year)</a:t>
            </a:r>
          </a:p>
        </p:txBody>
      </p:sp>
      <p:sp>
        <p:nvSpPr>
          <p:cNvPr id="39" name="PlaceHolder 3"/>
          <p:cNvSpPr>
            <a:spLocks noGrp="1"/>
          </p:cNvSpPr>
          <p:nvPr>
            <p:ph type="ftr" idx="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40" name="Picture 3"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1" name="Straight Connector 7"/>
          <p:cNvCxnSpPr/>
          <p:nvPr/>
        </p:nvCxnSpPr>
        <p:spPr>
          <a:xfrm>
            <a:off x="377640" y="1227600"/>
            <a:ext cx="11436840" cy="360"/>
          </a:xfrm>
          <a:prstGeom prst="straightConnector1">
            <a:avLst/>
          </a:prstGeom>
          <a:ln w="31750">
            <a:solidFill>
              <a:srgbClr val="00857C"/>
            </a:solidFill>
          </a:ln>
        </p:spPr>
      </p:cxnSp>
      <p:pic>
        <p:nvPicPr>
          <p:cNvPr id="42" name="Picture 2"/>
          <p:cNvPicPr/>
          <p:nvPr/>
        </p:nvPicPr>
        <p:blipFill>
          <a:blip r:embed="rId3"/>
          <a:stretch/>
        </p:blipFill>
        <p:spPr>
          <a:xfrm>
            <a:off x="10607040" y="6364080"/>
            <a:ext cx="968760" cy="455400"/>
          </a:xfrm>
          <a:prstGeom prst="rect">
            <a:avLst/>
          </a:prstGeom>
          <a:ln w="0">
            <a:noFill/>
          </a:ln>
        </p:spPr>
      </p:pic>
      <p:sp>
        <p:nvSpPr>
          <p:cNvPr id="43"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44" name="PlaceHolder 1"/>
          <p:cNvSpPr>
            <a:spLocks noGrp="1"/>
          </p:cNvSpPr>
          <p:nvPr>
            <p:ph type="title"/>
          </p:nvPr>
        </p:nvSpPr>
        <p:spPr>
          <a:xfrm>
            <a:off x="378000" y="1228680"/>
            <a:ext cx="493236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dk1"/>
                </a:solidFill>
                <a:latin typeface="Invention Light"/>
              </a:rPr>
              <a:t>Click to edit Master title style</a:t>
            </a:r>
            <a:endParaRPr lang="en-US" sz="4250" b="0" strike="noStrike" spc="-1">
              <a:solidFill>
                <a:schemeClr val="dk1"/>
              </a:solidFill>
              <a:latin typeface="Invention"/>
            </a:endParaRPr>
          </a:p>
        </p:txBody>
      </p:sp>
      <p:sp>
        <p:nvSpPr>
          <p:cNvPr id="45" name="PlaceHolder 2"/>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(month/day/year)</a:t>
            </a:r>
          </a:p>
        </p:txBody>
      </p:sp>
      <p:sp>
        <p:nvSpPr>
          <p:cNvPr id="46" name="PlaceHolder 3"/>
          <p:cNvSpPr>
            <a:spLocks noGrp="1"/>
          </p:cNvSpPr>
          <p:nvPr>
            <p:ph type="body"/>
          </p:nvPr>
        </p:nvSpPr>
        <p:spPr>
          <a:xfrm>
            <a:off x="6095880" y="0"/>
            <a:ext cx="6095520" cy="6096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7" name="PlaceHolder 4"/>
          <p:cNvSpPr>
            <a:spLocks noGrp="1"/>
          </p:cNvSpPr>
          <p:nvPr>
            <p:ph type="ftr" idx="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48" name="Picture 3"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9" name="Straight Connector 7"/>
          <p:cNvCxnSpPr/>
          <p:nvPr/>
        </p:nvCxnSpPr>
        <p:spPr>
          <a:xfrm>
            <a:off x="377640" y="1227600"/>
            <a:ext cx="11436840" cy="360"/>
          </a:xfrm>
          <a:prstGeom prst="straightConnector1">
            <a:avLst/>
          </a:prstGeom>
          <a:ln w="31750">
            <a:solidFill>
              <a:srgbClr val="00857C"/>
            </a:solidFill>
          </a:ln>
        </p:spPr>
      </p:cxnSp>
      <p:pic>
        <p:nvPicPr>
          <p:cNvPr id="50" name="Picture 2"/>
          <p:cNvPicPr/>
          <p:nvPr/>
        </p:nvPicPr>
        <p:blipFill>
          <a:blip r:embed="rId3"/>
          <a:stretch/>
        </p:blipFill>
        <p:spPr>
          <a:xfrm>
            <a:off x="10607040" y="6364080"/>
            <a:ext cx="968760" cy="455400"/>
          </a:xfrm>
          <a:prstGeom prst="rect">
            <a:avLst/>
          </a:prstGeom>
          <a:ln w="0">
            <a:noFill/>
          </a:ln>
        </p:spPr>
      </p:pic>
      <p:sp>
        <p:nvSpPr>
          <p:cNvPr id="5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52"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dk1"/>
                </a:solidFill>
                <a:latin typeface="Invention Light"/>
              </a:rPr>
              <a:t>Click to edit Master title style</a:t>
            </a:r>
            <a:endParaRPr lang="en-US" sz="5750" b="0" strike="noStrike" spc="-1">
              <a:solidFill>
                <a:schemeClr val="dk1"/>
              </a:solidFill>
              <a:latin typeface="Invention"/>
            </a:endParaRPr>
          </a:p>
        </p:txBody>
      </p:sp>
      <p:sp>
        <p:nvSpPr>
          <p:cNvPr id="53"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600" b="0" strike="noStrike" spc="-1">
                <a:solidFill>
                  <a:schemeClr val="dk1"/>
                </a:solidFill>
                <a:latin typeface="Invention Light"/>
              </a:rPr>
              <a:t>Click to edit Master text styles</a:t>
            </a:r>
            <a:endParaRPr lang="en-US" sz="1600" b="0" strike="noStrike" spc="-1">
              <a:solidFill>
                <a:schemeClr val="dk1"/>
              </a:solidFill>
              <a:latin typeface="Invention"/>
            </a:endParaRPr>
          </a:p>
        </p:txBody>
      </p:sp>
      <p:sp>
        <p:nvSpPr>
          <p:cNvPr id="54" name="PlaceHolder 3"/>
          <p:cNvSpPr>
            <a:spLocks noGrp="1"/>
          </p:cNvSpPr>
          <p:nvPr>
            <p:ph type="body"/>
          </p:nvPr>
        </p:nvSpPr>
        <p:spPr>
          <a:xfrm>
            <a:off x="8052120" y="0"/>
            <a:ext cx="4139640" cy="4384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5" name="PlaceHolder 4"/>
          <p:cNvSpPr>
            <a:spLocks noGrp="1"/>
          </p:cNvSpPr>
          <p:nvPr>
            <p:ph type="body"/>
          </p:nvPr>
        </p:nvSpPr>
        <p:spPr>
          <a:xfrm>
            <a:off x="6095880" y="4384800"/>
            <a:ext cx="1955520" cy="19965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6" name="PlaceHolder 5"/>
          <p:cNvSpPr>
            <a:spLocks noGrp="1"/>
          </p:cNvSpPr>
          <p:nvPr>
            <p:ph type="dt" idx="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57" name="PlaceHolder 6"/>
          <p:cNvSpPr>
            <a:spLocks noGrp="1"/>
          </p:cNvSpPr>
          <p:nvPr>
            <p:ph type="ftr" idx="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8" name="PlaceHolder 7"/>
          <p:cNvSpPr>
            <a:spLocks noGrp="1"/>
          </p:cNvSpPr>
          <p:nvPr>
            <p:ph type="sldNum" idx="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440288D-E66F-4663-A1DE-67E2CFD4BD2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59" name="Picture 3"/>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0" name="Straight Connector 7"/>
          <p:cNvCxnSpPr/>
          <p:nvPr/>
        </p:nvCxnSpPr>
        <p:spPr>
          <a:xfrm>
            <a:off x="377640" y="1227600"/>
            <a:ext cx="11436840" cy="360"/>
          </a:xfrm>
          <a:prstGeom prst="straightConnector1">
            <a:avLst/>
          </a:prstGeom>
          <a:ln w="31750">
            <a:solidFill>
              <a:srgbClr val="00857C"/>
            </a:solidFill>
          </a:ln>
        </p:spPr>
      </p:cxnSp>
      <p:pic>
        <p:nvPicPr>
          <p:cNvPr id="61" name="Picture 2"/>
          <p:cNvPicPr/>
          <p:nvPr/>
        </p:nvPicPr>
        <p:blipFill>
          <a:blip r:embed="rId3"/>
          <a:stretch/>
        </p:blipFill>
        <p:spPr>
          <a:xfrm>
            <a:off x="10607040" y="6364080"/>
            <a:ext cx="968760" cy="455400"/>
          </a:xfrm>
          <a:prstGeom prst="rect">
            <a:avLst/>
          </a:prstGeom>
          <a:ln w="0">
            <a:noFill/>
          </a:ln>
        </p:spPr>
      </p:pic>
      <p:sp>
        <p:nvSpPr>
          <p:cNvPr id="6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3"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dk1"/>
                </a:solidFill>
                <a:latin typeface="Invention Light"/>
              </a:rPr>
              <a:t>Click to edit Master title style</a:t>
            </a:r>
            <a:endParaRPr lang="en-US" sz="5750" b="0" strike="noStrike" spc="-1">
              <a:solidFill>
                <a:schemeClr val="dk1"/>
              </a:solidFill>
              <a:latin typeface="Invention"/>
            </a:endParaRPr>
          </a:p>
        </p:txBody>
      </p:sp>
      <p:sp>
        <p:nvSpPr>
          <p:cNvPr id="64"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600" b="0" strike="noStrike" spc="-1">
                <a:solidFill>
                  <a:schemeClr val="dk1"/>
                </a:solidFill>
                <a:latin typeface="Invention Light"/>
              </a:rPr>
              <a:t>Click to edit Master text styles</a:t>
            </a:r>
            <a:endParaRPr lang="en-US" sz="1600" b="0" strike="noStrike" spc="-1">
              <a:solidFill>
                <a:schemeClr val="dk1"/>
              </a:solidFill>
              <a:latin typeface="Invention"/>
            </a:endParaRPr>
          </a:p>
        </p:txBody>
      </p:sp>
      <p:sp>
        <p:nvSpPr>
          <p:cNvPr id="65" name="PlaceHolder 3"/>
          <p:cNvSpPr>
            <a:spLocks noGrp="1"/>
          </p:cNvSpPr>
          <p:nvPr>
            <p:ph type="body"/>
          </p:nvPr>
        </p:nvSpPr>
        <p:spPr>
          <a:xfrm>
            <a:off x="6095880" y="0"/>
            <a:ext cx="609552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6" name="PlaceHolder 4"/>
          <p:cNvSpPr>
            <a:spLocks noGrp="1"/>
          </p:cNvSpPr>
          <p:nvPr>
            <p:ph type="dt" idx="10"/>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7" name="PlaceHolder 5"/>
          <p:cNvSpPr>
            <a:spLocks noGrp="1"/>
          </p:cNvSpPr>
          <p:nvPr>
            <p:ph type="ftr" idx="1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8" name="PlaceHolder 6"/>
          <p:cNvSpPr>
            <a:spLocks noGrp="1"/>
          </p:cNvSpPr>
          <p:nvPr>
            <p:ph type="sldNum" idx="1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E24E490-CB28-4044-A3CF-2CA313FB141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69" name="Picture 3"/>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0" name="Straight Connector 7"/>
          <p:cNvCxnSpPr/>
          <p:nvPr/>
        </p:nvCxnSpPr>
        <p:spPr>
          <a:xfrm>
            <a:off x="377640" y="1227600"/>
            <a:ext cx="11436840" cy="360"/>
          </a:xfrm>
          <a:prstGeom prst="straightConnector1">
            <a:avLst/>
          </a:prstGeom>
          <a:ln w="31750">
            <a:solidFill>
              <a:srgbClr val="00857C"/>
            </a:solidFill>
          </a:ln>
        </p:spPr>
      </p:cxnSp>
      <p:pic>
        <p:nvPicPr>
          <p:cNvPr id="71" name="Picture 2"/>
          <p:cNvPicPr/>
          <p:nvPr/>
        </p:nvPicPr>
        <p:blipFill>
          <a:blip r:embed="rId3"/>
          <a:stretch/>
        </p:blipFill>
        <p:spPr>
          <a:xfrm>
            <a:off x="10607040" y="6364080"/>
            <a:ext cx="968760" cy="455400"/>
          </a:xfrm>
          <a:prstGeom prst="rect">
            <a:avLst/>
          </a:prstGeom>
          <a:ln w="0">
            <a:noFill/>
          </a:ln>
        </p:spPr>
      </p:pic>
      <p:sp>
        <p:nvSpPr>
          <p:cNvPr id="7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73" name="PlaceHolder 1"/>
          <p:cNvSpPr>
            <a:spLocks noGrp="1"/>
          </p:cNvSpPr>
          <p:nvPr>
            <p:ph type="body"/>
          </p:nvPr>
        </p:nvSpPr>
        <p:spPr>
          <a:xfrm>
            <a:off x="0" y="0"/>
            <a:ext cx="12188520" cy="6857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74" name="PlaceHolder 2"/>
          <p:cNvSpPr>
            <a:spLocks noGrp="1"/>
          </p:cNvSpPr>
          <p:nvPr>
            <p:ph type="body"/>
          </p:nvPr>
        </p:nvSpPr>
        <p:spPr>
          <a:xfrm>
            <a:off x="0" y="5486400"/>
            <a:ext cx="12191760" cy="1371240"/>
          </a:xfrm>
          <a:prstGeom prst="rect">
            <a:avLst/>
          </a:prstGeom>
          <a:solidFill>
            <a:schemeClr val="accent1">
              <a:alpha val="85000"/>
            </a:schemeClr>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5" name="Straight Connector 7"/>
          <p:cNvCxnSpPr/>
          <p:nvPr/>
        </p:nvCxnSpPr>
        <p:spPr>
          <a:xfrm>
            <a:off x="377640" y="1227600"/>
            <a:ext cx="11436840" cy="360"/>
          </a:xfrm>
          <a:prstGeom prst="straightConnector1">
            <a:avLst/>
          </a:prstGeom>
          <a:ln w="31750">
            <a:solidFill>
              <a:srgbClr val="00857C"/>
            </a:solidFill>
          </a:ln>
        </p:spPr>
      </p:cxnSp>
      <p:pic>
        <p:nvPicPr>
          <p:cNvPr id="76" name="Picture 2"/>
          <p:cNvPicPr/>
          <p:nvPr/>
        </p:nvPicPr>
        <p:blipFill>
          <a:blip r:embed="rId3"/>
          <a:stretch/>
        </p:blipFill>
        <p:spPr>
          <a:xfrm>
            <a:off x="10607040" y="6364080"/>
            <a:ext cx="968760" cy="455400"/>
          </a:xfrm>
          <a:prstGeom prst="rect">
            <a:avLst/>
          </a:prstGeom>
          <a:ln w="0">
            <a:noFill/>
          </a:ln>
        </p:spPr>
      </p:pic>
      <p:sp>
        <p:nvSpPr>
          <p:cNvPr id="77"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78"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79"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80" name="Rectangle 1"/>
          <p:cNvSpPr/>
          <p:nvPr/>
        </p:nvSpPr>
        <p:spPr>
          <a:xfrm>
            <a:off x="0" y="5350320"/>
            <a:ext cx="12191760" cy="22824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1" name="Straight Connector 7"/>
          <p:cNvCxnSpPr/>
          <p:nvPr/>
        </p:nvCxnSpPr>
        <p:spPr>
          <a:xfrm>
            <a:off x="377640" y="1227600"/>
            <a:ext cx="11436840" cy="360"/>
          </a:xfrm>
          <a:prstGeom prst="straightConnector1">
            <a:avLst/>
          </a:prstGeom>
          <a:ln w="31750">
            <a:solidFill>
              <a:srgbClr val="00857C"/>
            </a:solidFill>
          </a:ln>
        </p:spPr>
      </p:cxnSp>
      <p:pic>
        <p:nvPicPr>
          <p:cNvPr id="82" name="Picture 2"/>
          <p:cNvPicPr/>
          <p:nvPr/>
        </p:nvPicPr>
        <p:blipFill>
          <a:blip r:embed="rId3"/>
          <a:stretch/>
        </p:blipFill>
        <p:spPr>
          <a:xfrm>
            <a:off x="10607040" y="6364080"/>
            <a:ext cx="968760" cy="455400"/>
          </a:xfrm>
          <a:prstGeom prst="rect">
            <a:avLst/>
          </a:prstGeom>
          <a:ln w="0">
            <a:noFill/>
          </a:ln>
        </p:spPr>
      </p:pic>
      <p:sp>
        <p:nvSpPr>
          <p:cNvPr id="83"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84"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85"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86" name="Rectangle 1"/>
          <p:cNvSpPr/>
          <p:nvPr/>
        </p:nvSpPr>
        <p:spPr>
          <a:xfrm>
            <a:off x="0" y="5350320"/>
            <a:ext cx="12191760" cy="2282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7" name="Straight Connector 7"/>
          <p:cNvCxnSpPr/>
          <p:nvPr/>
        </p:nvCxnSpPr>
        <p:spPr>
          <a:xfrm>
            <a:off x="377640" y="1227600"/>
            <a:ext cx="11436840" cy="360"/>
          </a:xfrm>
          <a:prstGeom prst="straightConnector1">
            <a:avLst/>
          </a:prstGeom>
          <a:ln w="31750">
            <a:solidFill>
              <a:srgbClr val="00857C"/>
            </a:solidFill>
          </a:ln>
        </p:spPr>
      </p:cxnSp>
      <p:pic>
        <p:nvPicPr>
          <p:cNvPr id="88" name="Picture 2"/>
          <p:cNvPicPr/>
          <p:nvPr/>
        </p:nvPicPr>
        <p:blipFill>
          <a:blip r:embed="rId3"/>
          <a:stretch/>
        </p:blipFill>
        <p:spPr>
          <a:xfrm>
            <a:off x="10607040" y="6364080"/>
            <a:ext cx="968760" cy="455400"/>
          </a:xfrm>
          <a:prstGeom prst="rect">
            <a:avLst/>
          </a:prstGeom>
          <a:ln w="0">
            <a:noFill/>
          </a:ln>
        </p:spPr>
      </p:pic>
      <p:sp>
        <p:nvSpPr>
          <p:cNvPr id="89"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90" name="Picture 1" descr="A picture containing sport, swimming, green, water sport  Description automatically generated"/>
          <p:cNvPicPr/>
          <p:nvPr/>
        </p:nvPicPr>
        <p:blipFill>
          <a:blip r:embed="rId4"/>
          <a:stretch/>
        </p:blipFill>
        <p:spPr>
          <a:xfrm>
            <a:off x="0" y="0"/>
            <a:ext cx="12191760" cy="6857640"/>
          </a:xfrm>
          <a:prstGeom prst="rect">
            <a:avLst/>
          </a:prstGeom>
          <a:ln w="0">
            <a:noFill/>
          </a:ln>
        </p:spPr>
      </p:pic>
      <p:sp>
        <p:nvSpPr>
          <p:cNvPr id="91" name="PlaceHolder 1"/>
          <p:cNvSpPr>
            <a:spLocks noGrp="1"/>
          </p:cNvSpPr>
          <p:nvPr>
            <p:ph type="sldNum" idx="1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6A13115-149D-478C-91CF-30502981111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2"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93"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94"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95" name="Picture 2"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6" name="Straight Connector 7"/>
          <p:cNvCxnSpPr/>
          <p:nvPr/>
        </p:nvCxnSpPr>
        <p:spPr>
          <a:xfrm>
            <a:off x="377640" y="1227600"/>
            <a:ext cx="11436840" cy="360"/>
          </a:xfrm>
          <a:prstGeom prst="straightConnector1">
            <a:avLst/>
          </a:prstGeom>
          <a:ln w="31750">
            <a:solidFill>
              <a:srgbClr val="00857C"/>
            </a:solidFill>
          </a:ln>
        </p:spPr>
      </p:cxnSp>
      <p:pic>
        <p:nvPicPr>
          <p:cNvPr id="97" name="Picture 2"/>
          <p:cNvPicPr/>
          <p:nvPr/>
        </p:nvPicPr>
        <p:blipFill>
          <a:blip r:embed="rId3"/>
          <a:stretch/>
        </p:blipFill>
        <p:spPr>
          <a:xfrm>
            <a:off x="10607040" y="6364080"/>
            <a:ext cx="968760" cy="455400"/>
          </a:xfrm>
          <a:prstGeom prst="rect">
            <a:avLst/>
          </a:prstGeom>
          <a:ln w="0">
            <a:noFill/>
          </a:ln>
        </p:spPr>
      </p:pic>
      <p:sp>
        <p:nvSpPr>
          <p:cNvPr id="98"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9"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100"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101" name="Rectangle 1"/>
          <p:cNvSpPr/>
          <p:nvPr/>
        </p:nvSpPr>
        <p:spPr>
          <a:xfrm>
            <a:off x="0" y="5350320"/>
            <a:ext cx="12191760" cy="2282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02" name="Straight Connector 7"/>
          <p:cNvCxnSpPr/>
          <p:nvPr/>
        </p:nvCxnSpPr>
        <p:spPr>
          <a:xfrm>
            <a:off x="377640" y="1227600"/>
            <a:ext cx="11436840" cy="360"/>
          </a:xfrm>
          <a:prstGeom prst="straightConnector1">
            <a:avLst/>
          </a:prstGeom>
          <a:ln w="31750">
            <a:solidFill>
              <a:srgbClr val="00857C"/>
            </a:solidFill>
          </a:ln>
        </p:spPr>
      </p:cxnSp>
      <p:pic>
        <p:nvPicPr>
          <p:cNvPr id="103" name="Picture 2"/>
          <p:cNvPicPr/>
          <p:nvPr/>
        </p:nvPicPr>
        <p:blipFill>
          <a:blip r:embed="rId3"/>
          <a:stretch/>
        </p:blipFill>
        <p:spPr>
          <a:xfrm>
            <a:off x="10607040" y="6364080"/>
            <a:ext cx="968760" cy="455400"/>
          </a:xfrm>
          <a:prstGeom prst="rect">
            <a:avLst/>
          </a:prstGeom>
          <a:ln w="0">
            <a:noFill/>
          </a:ln>
        </p:spPr>
      </p:pic>
      <p:sp>
        <p:nvSpPr>
          <p:cNvPr id="10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5"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106"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107" name="Rectangle 1"/>
          <p:cNvSpPr/>
          <p:nvPr/>
        </p:nvSpPr>
        <p:spPr>
          <a:xfrm>
            <a:off x="0" y="5350320"/>
            <a:ext cx="12191760" cy="2282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08" name="Straight Connector 7"/>
          <p:cNvCxnSpPr/>
          <p:nvPr/>
        </p:nvCxnSpPr>
        <p:spPr>
          <a:xfrm>
            <a:off x="377640" y="1227600"/>
            <a:ext cx="11436840" cy="360"/>
          </a:xfrm>
          <a:prstGeom prst="straightConnector1">
            <a:avLst/>
          </a:prstGeom>
          <a:ln w="31750">
            <a:solidFill>
              <a:srgbClr val="00857C"/>
            </a:solidFill>
          </a:ln>
        </p:spPr>
      </p:cxnSp>
      <p:pic>
        <p:nvPicPr>
          <p:cNvPr id="109" name="Picture 2"/>
          <p:cNvPicPr/>
          <p:nvPr/>
        </p:nvPicPr>
        <p:blipFill>
          <a:blip r:embed="rId3"/>
          <a:stretch/>
        </p:blipFill>
        <p:spPr>
          <a:xfrm>
            <a:off x="10607040" y="6364080"/>
            <a:ext cx="968760" cy="455400"/>
          </a:xfrm>
          <a:prstGeom prst="rect">
            <a:avLst/>
          </a:prstGeom>
          <a:ln w="0">
            <a:noFill/>
          </a:ln>
        </p:spPr>
      </p:pic>
      <p:sp>
        <p:nvSpPr>
          <p:cNvPr id="11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1"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112"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113" name="Rectangle 1"/>
          <p:cNvSpPr/>
          <p:nvPr/>
        </p:nvSpPr>
        <p:spPr>
          <a:xfrm>
            <a:off x="0" y="5350320"/>
            <a:ext cx="12191760" cy="2282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4" name="Straight Connector 7"/>
          <p:cNvCxnSpPr/>
          <p:nvPr/>
        </p:nvCxnSpPr>
        <p:spPr>
          <a:xfrm>
            <a:off x="377640" y="1227600"/>
            <a:ext cx="11436840" cy="360"/>
          </a:xfrm>
          <a:prstGeom prst="straightConnector1">
            <a:avLst/>
          </a:prstGeom>
          <a:ln w="31750">
            <a:solidFill>
              <a:srgbClr val="00857C"/>
            </a:solidFill>
          </a:ln>
        </p:spPr>
      </p:cxnSp>
      <p:pic>
        <p:nvPicPr>
          <p:cNvPr id="115" name="Picture 2"/>
          <p:cNvPicPr/>
          <p:nvPr/>
        </p:nvPicPr>
        <p:blipFill>
          <a:blip r:embed="rId3"/>
          <a:stretch/>
        </p:blipFill>
        <p:spPr>
          <a:xfrm>
            <a:off x="10607040" y="6364080"/>
            <a:ext cx="968760" cy="455400"/>
          </a:xfrm>
          <a:prstGeom prst="rect">
            <a:avLst/>
          </a:prstGeom>
          <a:ln w="0">
            <a:noFill/>
          </a:ln>
        </p:spPr>
      </p:pic>
      <p:sp>
        <p:nvSpPr>
          <p:cNvPr id="116"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7"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118"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119" name="Rectangle 1"/>
          <p:cNvSpPr/>
          <p:nvPr/>
        </p:nvSpPr>
        <p:spPr>
          <a:xfrm>
            <a:off x="0" y="5350320"/>
            <a:ext cx="12191760" cy="228240"/>
          </a:xfrm>
          <a:prstGeom prst="rect">
            <a:avLst/>
          </a:prstGeom>
          <a:solidFill>
            <a:srgbClr val="688CE8"/>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0" name="Straight Connector 7"/>
          <p:cNvCxnSpPr/>
          <p:nvPr/>
        </p:nvCxnSpPr>
        <p:spPr>
          <a:xfrm>
            <a:off x="377640" y="1227600"/>
            <a:ext cx="11436840" cy="360"/>
          </a:xfrm>
          <a:prstGeom prst="straightConnector1">
            <a:avLst/>
          </a:prstGeom>
          <a:ln w="31750">
            <a:solidFill>
              <a:srgbClr val="00857C"/>
            </a:solidFill>
          </a:ln>
        </p:spPr>
      </p:cxnSp>
      <p:pic>
        <p:nvPicPr>
          <p:cNvPr id="121" name="Picture 2"/>
          <p:cNvPicPr/>
          <p:nvPr/>
        </p:nvPicPr>
        <p:blipFill>
          <a:blip r:embed="rId3"/>
          <a:stretch/>
        </p:blipFill>
        <p:spPr>
          <a:xfrm>
            <a:off x="10607040" y="6364080"/>
            <a:ext cx="968760" cy="455400"/>
          </a:xfrm>
          <a:prstGeom prst="rect">
            <a:avLst/>
          </a:prstGeom>
          <a:ln w="0">
            <a:noFill/>
          </a:ln>
        </p:spPr>
      </p:pic>
      <p:sp>
        <p:nvSpPr>
          <p:cNvPr id="12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3" name="PlaceHolder 1"/>
          <p:cNvSpPr>
            <a:spLocks noGrp="1"/>
          </p:cNvSpPr>
          <p:nvPr>
            <p:ph type="body"/>
          </p:nvPr>
        </p:nvSpPr>
        <p:spPr>
          <a:xfrm>
            <a:off x="0" y="0"/>
            <a:ext cx="12188520" cy="53499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the image icon to insert a custom image</a:t>
            </a:r>
          </a:p>
        </p:txBody>
      </p:sp>
      <p:sp>
        <p:nvSpPr>
          <p:cNvPr id="124" name="PlaceHolder 2"/>
          <p:cNvSpPr>
            <a:spLocks noGrp="1"/>
          </p:cNvSpPr>
          <p:nvPr>
            <p:ph type="body"/>
          </p:nvPr>
        </p:nvSpPr>
        <p:spPr>
          <a:xfrm>
            <a:off x="0" y="5578920"/>
            <a:ext cx="12191760" cy="127872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3600" b="0" strike="noStrike" spc="-1">
                <a:solidFill>
                  <a:schemeClr val="lt1"/>
                </a:solidFill>
                <a:latin typeface="Invention Light"/>
              </a:rPr>
              <a:t>Add divider slide content</a:t>
            </a:r>
            <a:endParaRPr lang="en-US" sz="3600" b="0" strike="noStrike" spc="-1">
              <a:solidFill>
                <a:schemeClr val="dk1"/>
              </a:solidFill>
              <a:latin typeface="Invention"/>
            </a:endParaRPr>
          </a:p>
        </p:txBody>
      </p:sp>
      <p:sp>
        <p:nvSpPr>
          <p:cNvPr id="125" name="Rectangle 1"/>
          <p:cNvSpPr/>
          <p:nvPr/>
        </p:nvSpPr>
        <p:spPr>
          <a:xfrm>
            <a:off x="0" y="5350320"/>
            <a:ext cx="12191760" cy="228240"/>
          </a:xfrm>
          <a:prstGeom prst="rect">
            <a:avLst/>
          </a:prstGeom>
          <a:solidFill>
            <a:srgbClr val="5450E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6" name="Straight Connector 7"/>
          <p:cNvCxnSpPr/>
          <p:nvPr/>
        </p:nvCxnSpPr>
        <p:spPr>
          <a:xfrm>
            <a:off x="377640" y="1227600"/>
            <a:ext cx="11436840" cy="360"/>
          </a:xfrm>
          <a:prstGeom prst="straightConnector1">
            <a:avLst/>
          </a:prstGeom>
          <a:ln w="31750">
            <a:solidFill>
              <a:srgbClr val="00857C"/>
            </a:solidFill>
          </a:ln>
        </p:spPr>
      </p:cxnSp>
      <p:pic>
        <p:nvPicPr>
          <p:cNvPr id="127" name="Picture 2"/>
          <p:cNvPicPr/>
          <p:nvPr/>
        </p:nvPicPr>
        <p:blipFill>
          <a:blip r:embed="rId3"/>
          <a:stretch/>
        </p:blipFill>
        <p:spPr>
          <a:xfrm>
            <a:off x="10607040" y="6364080"/>
            <a:ext cx="968760" cy="455400"/>
          </a:xfrm>
          <a:prstGeom prst="rect">
            <a:avLst/>
          </a:prstGeom>
          <a:ln w="0">
            <a:noFill/>
          </a:ln>
        </p:spPr>
      </p:pic>
      <p:sp>
        <p:nvSpPr>
          <p:cNvPr id="128"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9" name="PlaceHolder 1"/>
          <p:cNvSpPr>
            <a:spLocks noGrp="1"/>
          </p:cNvSpPr>
          <p:nvPr>
            <p:ph type="dt" idx="1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30" name="PlaceHolder 2"/>
          <p:cNvSpPr>
            <a:spLocks noGrp="1"/>
          </p:cNvSpPr>
          <p:nvPr>
            <p:ph type="ftr" idx="1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1" name="PlaceHolder 3"/>
          <p:cNvSpPr>
            <a:spLocks noGrp="1"/>
          </p:cNvSpPr>
          <p:nvPr>
            <p:ph type="sldNum" idx="1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88D6190-E85F-484D-8F7D-9992A4B3721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32" name="Rectangle 4"/>
          <p:cNvSpPr/>
          <p:nvPr/>
        </p:nvSpPr>
        <p:spPr>
          <a:xfrm>
            <a:off x="0" y="2880"/>
            <a:ext cx="4571640" cy="6857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spcAft>
                <a:spcPts val="2401"/>
              </a:spcAft>
            </a:pPr>
            <a:r>
              <a:rPr lang="en-US" sz="3600" b="0" strike="noStrike" spc="-1">
                <a:solidFill>
                  <a:schemeClr val="lt1"/>
                </a:solidFill>
                <a:latin typeface="Invention Light"/>
              </a:rPr>
              <a:t>Agenda</a:t>
            </a:r>
            <a:endParaRPr lang="en-US" sz="3600" b="0" strike="noStrike" spc="-1">
              <a:solidFill>
                <a:srgbClr val="FFFFFF"/>
              </a:solidFill>
              <a:latin typeface="Arial"/>
            </a:endParaRPr>
          </a:p>
          <a:p>
            <a:pPr defTabSz="228600">
              <a:lnSpc>
                <a:spcPct val="100000"/>
              </a:lnSpc>
              <a:spcAft>
                <a:spcPts val="2401"/>
              </a:spcAft>
            </a:pPr>
            <a:endParaRPr lang="en-US" sz="3600" b="0" strike="noStrike" spc="-1">
              <a:solidFill>
                <a:srgbClr val="FFFFFF"/>
              </a:solidFill>
              <a:latin typeface="Arial"/>
            </a:endParaRPr>
          </a:p>
          <a:p>
            <a:pPr defTabSz="228600">
              <a:lnSpc>
                <a:spcPct val="100000"/>
              </a:lnSpc>
              <a:spcAft>
                <a:spcPts val="2401"/>
              </a:spcAft>
            </a:pPr>
            <a:endParaRPr lang="en-US" sz="3600" b="0" strike="noStrike" spc="-1">
              <a:solidFill>
                <a:srgbClr val="FFFFFF"/>
              </a:solidFill>
              <a:latin typeface="Arial"/>
            </a:endParaRPr>
          </a:p>
          <a:p>
            <a:pPr defTabSz="228600">
              <a:lnSpc>
                <a:spcPct val="100000"/>
              </a:lnSpc>
              <a:spcAft>
                <a:spcPts val="2401"/>
              </a:spcAft>
            </a:pPr>
            <a:endParaRPr lang="en-US" sz="3600" b="0" strike="noStrike" spc="-1">
              <a:solidFill>
                <a:srgbClr val="FFFFFF"/>
              </a:solidFill>
              <a:latin typeface="Arial"/>
            </a:endParaRPr>
          </a:p>
          <a:p>
            <a:pPr defTabSz="228600">
              <a:lnSpc>
                <a:spcPct val="100000"/>
              </a:lnSpc>
              <a:spcAft>
                <a:spcPts val="2401"/>
              </a:spcAft>
            </a:pPr>
            <a:endParaRPr lang="en-US" sz="3600" b="0" strike="noStrike" spc="-1">
              <a:solidFill>
                <a:srgbClr val="FFFFFF"/>
              </a:solidFill>
              <a:latin typeface="Arial"/>
            </a:endParaRPr>
          </a:p>
          <a:p>
            <a:pPr defTabSz="228600">
              <a:lnSpc>
                <a:spcPct val="100000"/>
              </a:lnSpc>
              <a:spcAft>
                <a:spcPts val="2401"/>
              </a:spcAft>
            </a:pPr>
            <a:endParaRPr lang="en-US" sz="2400" b="0" strike="noStrike" spc="-1">
              <a:solidFill>
                <a:srgbClr val="FFFFFF"/>
              </a:solidFill>
              <a:latin typeface="Arial"/>
            </a:endParaRPr>
          </a:p>
        </p:txBody>
      </p:sp>
      <p:sp>
        <p:nvSpPr>
          <p:cNvPr id="133" name="PlaceHolder 4"/>
          <p:cNvSpPr>
            <a:spLocks noGrp="1"/>
          </p:cNvSpPr>
          <p:nvPr>
            <p:ph type="body"/>
          </p:nvPr>
        </p:nvSpPr>
        <p:spPr>
          <a:xfrm>
            <a:off x="0" y="2387160"/>
            <a:ext cx="4571640" cy="4470480"/>
          </a:xfrm>
          <a:prstGeom prst="rect">
            <a:avLst/>
          </a:prstGeom>
          <a:solidFill>
            <a:schemeClr val="lt1">
              <a:lumMod val="9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image icon to add a custom image</a:t>
            </a:r>
          </a:p>
        </p:txBody>
      </p:sp>
      <p:sp>
        <p:nvSpPr>
          <p:cNvPr id="134" name="PlaceHolder 5"/>
          <p:cNvSpPr>
            <a:spLocks noGrp="1"/>
          </p:cNvSpPr>
          <p:nvPr>
            <p:ph type="body"/>
          </p:nvPr>
        </p:nvSpPr>
        <p:spPr>
          <a:xfrm>
            <a:off x="5623200" y="19440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1</a:t>
            </a:r>
            <a:endParaRPr lang="en-US" sz="2000" b="0" strike="noStrike" spc="-1">
              <a:solidFill>
                <a:schemeClr val="dk1"/>
              </a:solidFill>
              <a:latin typeface="Invention"/>
            </a:endParaRPr>
          </a:p>
        </p:txBody>
      </p:sp>
      <p:sp>
        <p:nvSpPr>
          <p:cNvPr id="135" name="PlaceHolder 6"/>
          <p:cNvSpPr>
            <a:spLocks noGrp="1"/>
          </p:cNvSpPr>
          <p:nvPr>
            <p:ph type="body"/>
          </p:nvPr>
        </p:nvSpPr>
        <p:spPr>
          <a:xfrm>
            <a:off x="5623200" y="95580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2</a:t>
            </a:r>
            <a:endParaRPr lang="en-US" sz="2000" b="0" strike="noStrike" spc="-1">
              <a:solidFill>
                <a:schemeClr val="dk1"/>
              </a:solidFill>
              <a:latin typeface="Invention"/>
            </a:endParaRPr>
          </a:p>
        </p:txBody>
      </p:sp>
      <p:sp>
        <p:nvSpPr>
          <p:cNvPr id="136" name="PlaceHolder 7"/>
          <p:cNvSpPr>
            <a:spLocks noGrp="1"/>
          </p:cNvSpPr>
          <p:nvPr>
            <p:ph type="body"/>
          </p:nvPr>
        </p:nvSpPr>
        <p:spPr>
          <a:xfrm>
            <a:off x="5623200" y="171684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3</a:t>
            </a:r>
            <a:endParaRPr lang="en-US" sz="2000" b="0" strike="noStrike" spc="-1">
              <a:solidFill>
                <a:schemeClr val="dk1"/>
              </a:solidFill>
              <a:latin typeface="Invention"/>
            </a:endParaRPr>
          </a:p>
        </p:txBody>
      </p:sp>
      <p:sp>
        <p:nvSpPr>
          <p:cNvPr id="137" name="PlaceHolder 8"/>
          <p:cNvSpPr>
            <a:spLocks noGrp="1"/>
          </p:cNvSpPr>
          <p:nvPr>
            <p:ph type="body"/>
          </p:nvPr>
        </p:nvSpPr>
        <p:spPr>
          <a:xfrm>
            <a:off x="5623200" y="247824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4</a:t>
            </a:r>
            <a:endParaRPr lang="en-US" sz="2000" b="0" strike="noStrike" spc="-1">
              <a:solidFill>
                <a:schemeClr val="dk1"/>
              </a:solidFill>
              <a:latin typeface="Invention"/>
            </a:endParaRPr>
          </a:p>
        </p:txBody>
      </p:sp>
      <p:sp>
        <p:nvSpPr>
          <p:cNvPr id="138" name="PlaceHolder 9"/>
          <p:cNvSpPr>
            <a:spLocks noGrp="1"/>
          </p:cNvSpPr>
          <p:nvPr>
            <p:ph type="body"/>
          </p:nvPr>
        </p:nvSpPr>
        <p:spPr>
          <a:xfrm>
            <a:off x="5623200" y="323928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5</a:t>
            </a:r>
            <a:endParaRPr lang="en-US" sz="2000" b="0" strike="noStrike" spc="-1">
              <a:solidFill>
                <a:schemeClr val="dk1"/>
              </a:solidFill>
              <a:latin typeface="Invention"/>
            </a:endParaRPr>
          </a:p>
        </p:txBody>
      </p:sp>
      <p:sp>
        <p:nvSpPr>
          <p:cNvPr id="139" name="PlaceHolder 10"/>
          <p:cNvSpPr>
            <a:spLocks noGrp="1"/>
          </p:cNvSpPr>
          <p:nvPr>
            <p:ph type="body"/>
          </p:nvPr>
        </p:nvSpPr>
        <p:spPr>
          <a:xfrm>
            <a:off x="5623200" y="400068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6</a:t>
            </a:r>
            <a:endParaRPr lang="en-US" sz="2000" b="0" strike="noStrike" spc="-1">
              <a:solidFill>
                <a:schemeClr val="dk1"/>
              </a:solidFill>
              <a:latin typeface="Invention"/>
            </a:endParaRPr>
          </a:p>
        </p:txBody>
      </p:sp>
      <p:sp>
        <p:nvSpPr>
          <p:cNvPr id="140" name="PlaceHolder 11"/>
          <p:cNvSpPr>
            <a:spLocks noGrp="1"/>
          </p:cNvSpPr>
          <p:nvPr>
            <p:ph type="body"/>
          </p:nvPr>
        </p:nvSpPr>
        <p:spPr>
          <a:xfrm>
            <a:off x="5623200" y="476172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7</a:t>
            </a:r>
            <a:endParaRPr lang="en-US" sz="2000" b="0" strike="noStrike" spc="-1">
              <a:solidFill>
                <a:schemeClr val="dk1"/>
              </a:solidFill>
              <a:latin typeface="Invention"/>
            </a:endParaRPr>
          </a:p>
        </p:txBody>
      </p:sp>
      <p:sp>
        <p:nvSpPr>
          <p:cNvPr id="141" name="PlaceHolder 12"/>
          <p:cNvSpPr>
            <a:spLocks noGrp="1"/>
          </p:cNvSpPr>
          <p:nvPr>
            <p:ph type="body"/>
          </p:nvPr>
        </p:nvSpPr>
        <p:spPr>
          <a:xfrm>
            <a:off x="5642640" y="5522760"/>
            <a:ext cx="6190920" cy="6062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8</a:t>
            </a:r>
            <a:endParaRPr lang="en-US" sz="2000" b="0" strike="noStrike" spc="-1">
              <a:solidFill>
                <a:schemeClr val="dk1"/>
              </a:solidFill>
              <a:latin typeface="Invention"/>
            </a:endParaRPr>
          </a:p>
        </p:txBody>
      </p:sp>
      <p:pic>
        <p:nvPicPr>
          <p:cNvPr id="142" name="Picture 6"/>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3" name="Straight Connector 7"/>
          <p:cNvCxnSpPr/>
          <p:nvPr/>
        </p:nvCxnSpPr>
        <p:spPr>
          <a:xfrm>
            <a:off x="377640" y="1227600"/>
            <a:ext cx="11436840" cy="360"/>
          </a:xfrm>
          <a:prstGeom prst="straightConnector1">
            <a:avLst/>
          </a:prstGeom>
          <a:ln w="31750">
            <a:solidFill>
              <a:srgbClr val="00857C"/>
            </a:solidFill>
          </a:ln>
        </p:spPr>
      </p:cxnSp>
      <p:pic>
        <p:nvPicPr>
          <p:cNvPr id="144" name="Picture 2"/>
          <p:cNvPicPr/>
          <p:nvPr/>
        </p:nvPicPr>
        <p:blipFill>
          <a:blip r:embed="rId3"/>
          <a:stretch/>
        </p:blipFill>
        <p:spPr>
          <a:xfrm>
            <a:off x="10607040" y="6364080"/>
            <a:ext cx="968760" cy="455400"/>
          </a:xfrm>
          <a:prstGeom prst="rect">
            <a:avLst/>
          </a:prstGeom>
          <a:ln w="0">
            <a:noFill/>
          </a:ln>
        </p:spPr>
      </p:pic>
      <p:sp>
        <p:nvSpPr>
          <p:cNvPr id="145"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6" name="PlaceHolder 1"/>
          <p:cNvSpPr>
            <a:spLocks noGrp="1"/>
          </p:cNvSpPr>
          <p:nvPr>
            <p:ph type="dt" idx="1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47" name="PlaceHolder 2"/>
          <p:cNvSpPr>
            <a:spLocks noGrp="1"/>
          </p:cNvSpPr>
          <p:nvPr>
            <p:ph type="ftr" idx="1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48" name="PlaceHolder 3"/>
          <p:cNvSpPr>
            <a:spLocks noGrp="1"/>
          </p:cNvSpPr>
          <p:nvPr>
            <p:ph type="sldNum" idx="1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BB31720F-EBC4-4B86-A7B4-751561C49B5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49" name="PlaceHolder 4"/>
          <p:cNvSpPr>
            <a:spLocks noGrp="1"/>
          </p:cNvSpPr>
          <p:nvPr>
            <p:ph type="body"/>
          </p:nvPr>
        </p:nvSpPr>
        <p:spPr>
          <a:xfrm>
            <a:off x="4415760" y="61344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1</a:t>
            </a:r>
            <a:endParaRPr lang="en-US" sz="2000" b="0" strike="noStrike" spc="-1">
              <a:solidFill>
                <a:schemeClr val="dk1"/>
              </a:solidFill>
              <a:latin typeface="Invention"/>
            </a:endParaRPr>
          </a:p>
        </p:txBody>
      </p:sp>
      <p:sp>
        <p:nvSpPr>
          <p:cNvPr id="150" name="PlaceHolder 5"/>
          <p:cNvSpPr>
            <a:spLocks noGrp="1"/>
          </p:cNvSpPr>
          <p:nvPr>
            <p:ph type="body"/>
          </p:nvPr>
        </p:nvSpPr>
        <p:spPr>
          <a:xfrm>
            <a:off x="4415760" y="132408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2</a:t>
            </a:r>
            <a:endParaRPr lang="en-US" sz="2000" b="0" strike="noStrike" spc="-1">
              <a:solidFill>
                <a:schemeClr val="dk1"/>
              </a:solidFill>
              <a:latin typeface="Invention"/>
            </a:endParaRPr>
          </a:p>
        </p:txBody>
      </p:sp>
      <p:sp>
        <p:nvSpPr>
          <p:cNvPr id="151" name="PlaceHolder 6"/>
          <p:cNvSpPr>
            <a:spLocks noGrp="1"/>
          </p:cNvSpPr>
          <p:nvPr>
            <p:ph type="body"/>
          </p:nvPr>
        </p:nvSpPr>
        <p:spPr>
          <a:xfrm>
            <a:off x="4415760" y="203436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3</a:t>
            </a:r>
            <a:endParaRPr lang="en-US" sz="2000" b="0" strike="noStrike" spc="-1">
              <a:solidFill>
                <a:schemeClr val="dk1"/>
              </a:solidFill>
              <a:latin typeface="Invention"/>
            </a:endParaRPr>
          </a:p>
        </p:txBody>
      </p:sp>
      <p:sp>
        <p:nvSpPr>
          <p:cNvPr id="152" name="PlaceHolder 7"/>
          <p:cNvSpPr>
            <a:spLocks noGrp="1"/>
          </p:cNvSpPr>
          <p:nvPr>
            <p:ph type="body"/>
          </p:nvPr>
        </p:nvSpPr>
        <p:spPr>
          <a:xfrm>
            <a:off x="4415760" y="274500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4</a:t>
            </a:r>
            <a:endParaRPr lang="en-US" sz="2000" b="0" strike="noStrike" spc="-1">
              <a:solidFill>
                <a:schemeClr val="dk1"/>
              </a:solidFill>
              <a:latin typeface="Invention"/>
            </a:endParaRPr>
          </a:p>
        </p:txBody>
      </p:sp>
      <p:sp>
        <p:nvSpPr>
          <p:cNvPr id="153" name="PlaceHolder 8"/>
          <p:cNvSpPr>
            <a:spLocks noGrp="1"/>
          </p:cNvSpPr>
          <p:nvPr>
            <p:ph type="body"/>
          </p:nvPr>
        </p:nvSpPr>
        <p:spPr>
          <a:xfrm>
            <a:off x="4415760" y="345528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5</a:t>
            </a:r>
            <a:endParaRPr lang="en-US" sz="2000" b="0" strike="noStrike" spc="-1">
              <a:solidFill>
                <a:schemeClr val="dk1"/>
              </a:solidFill>
              <a:latin typeface="Invention"/>
            </a:endParaRPr>
          </a:p>
        </p:txBody>
      </p:sp>
      <p:sp>
        <p:nvSpPr>
          <p:cNvPr id="154" name="PlaceHolder 9"/>
          <p:cNvSpPr>
            <a:spLocks noGrp="1"/>
          </p:cNvSpPr>
          <p:nvPr>
            <p:ph type="body"/>
          </p:nvPr>
        </p:nvSpPr>
        <p:spPr>
          <a:xfrm>
            <a:off x="4415760" y="416592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6</a:t>
            </a:r>
            <a:endParaRPr lang="en-US" sz="2000" b="0" strike="noStrike" spc="-1">
              <a:solidFill>
                <a:schemeClr val="dk1"/>
              </a:solidFill>
              <a:latin typeface="Invention"/>
            </a:endParaRPr>
          </a:p>
        </p:txBody>
      </p:sp>
      <p:sp>
        <p:nvSpPr>
          <p:cNvPr id="155" name="PlaceHolder 10"/>
          <p:cNvSpPr>
            <a:spLocks noGrp="1"/>
          </p:cNvSpPr>
          <p:nvPr>
            <p:ph type="body"/>
          </p:nvPr>
        </p:nvSpPr>
        <p:spPr>
          <a:xfrm>
            <a:off x="4415760" y="487620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7</a:t>
            </a:r>
            <a:endParaRPr lang="en-US" sz="2000" b="0" strike="noStrike" spc="-1">
              <a:solidFill>
                <a:schemeClr val="dk1"/>
              </a:solidFill>
              <a:latin typeface="Invention"/>
            </a:endParaRPr>
          </a:p>
        </p:txBody>
      </p:sp>
      <p:sp>
        <p:nvSpPr>
          <p:cNvPr id="156" name="PlaceHolder 11"/>
          <p:cNvSpPr>
            <a:spLocks noGrp="1"/>
          </p:cNvSpPr>
          <p:nvPr>
            <p:ph type="body"/>
          </p:nvPr>
        </p:nvSpPr>
        <p:spPr>
          <a:xfrm>
            <a:off x="4415760" y="5586840"/>
            <a:ext cx="6190920" cy="45684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2000" b="0" strike="noStrike" spc="-1">
                <a:solidFill>
                  <a:srgbClr val="0C2340"/>
                </a:solidFill>
                <a:latin typeface="Invention Light"/>
              </a:rPr>
              <a:t>Agenda item 8</a:t>
            </a:r>
            <a:endParaRPr lang="en-US" sz="2000" b="0" strike="noStrike" spc="-1">
              <a:solidFill>
                <a:schemeClr val="dk1"/>
              </a:solidFill>
              <a:latin typeface="Invention"/>
            </a:endParaRPr>
          </a:p>
        </p:txBody>
      </p:sp>
      <p:sp>
        <p:nvSpPr>
          <p:cNvPr id="157" name="Rectangle 37"/>
          <p:cNvSpPr/>
          <p:nvPr/>
        </p:nvSpPr>
        <p:spPr>
          <a:xfrm>
            <a:off x="6120" y="0"/>
            <a:ext cx="3398400" cy="6857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spcAft>
                <a:spcPts val="2401"/>
              </a:spcAft>
            </a:pPr>
            <a:r>
              <a:rPr lang="en-US" sz="5400" b="0" strike="noStrike" spc="-1">
                <a:solidFill>
                  <a:schemeClr val="lt1"/>
                </a:solidFill>
                <a:latin typeface="Invention Light"/>
              </a:rPr>
              <a:t>Agenda</a:t>
            </a:r>
            <a:endParaRPr lang="en-US" sz="5400" b="0" strike="noStrike" spc="-1">
              <a:solidFill>
                <a:srgbClr val="FFFFFF"/>
              </a:solidFill>
              <a:latin typeface="Arial"/>
            </a:endParaRPr>
          </a:p>
        </p:txBody>
      </p:sp>
      <p:pic>
        <p:nvPicPr>
          <p:cNvPr id="158" name="Picture 4"/>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9" name="Straight Connector 7"/>
          <p:cNvCxnSpPr/>
          <p:nvPr/>
        </p:nvCxnSpPr>
        <p:spPr>
          <a:xfrm>
            <a:off x="377640" y="1227600"/>
            <a:ext cx="11436840" cy="360"/>
          </a:xfrm>
          <a:prstGeom prst="straightConnector1">
            <a:avLst/>
          </a:prstGeom>
          <a:ln w="31750">
            <a:solidFill>
              <a:srgbClr val="00857C"/>
            </a:solidFill>
          </a:ln>
        </p:spPr>
      </p:cxnSp>
      <p:pic>
        <p:nvPicPr>
          <p:cNvPr id="160" name="Picture 2"/>
          <p:cNvPicPr/>
          <p:nvPr/>
        </p:nvPicPr>
        <p:blipFill>
          <a:blip r:embed="rId3"/>
          <a:stretch/>
        </p:blipFill>
        <p:spPr>
          <a:xfrm>
            <a:off x="10607040" y="6364080"/>
            <a:ext cx="968760" cy="455400"/>
          </a:xfrm>
          <a:prstGeom prst="rect">
            <a:avLst/>
          </a:prstGeom>
          <a:ln w="0">
            <a:noFill/>
          </a:ln>
        </p:spPr>
      </p:pic>
      <p:sp>
        <p:nvSpPr>
          <p:cNvPr id="16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2" name="PlaceHolder 1"/>
          <p:cNvSpPr>
            <a:spLocks noGrp="1"/>
          </p:cNvSpPr>
          <p:nvPr>
            <p:ph type="title"/>
          </p:nvPr>
        </p:nvSpPr>
        <p:spPr>
          <a:xfrm>
            <a:off x="747720" y="1925640"/>
            <a:ext cx="2104560" cy="445572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rgbClr val="0C2340"/>
                </a:solidFill>
                <a:latin typeface="Invention Light"/>
              </a:rPr>
              <a:t>Click to edit Master title style</a:t>
            </a:r>
            <a:endParaRPr lang="en-US" sz="2750" b="0" strike="noStrike" spc="-1">
              <a:solidFill>
                <a:schemeClr val="dk1"/>
              </a:solidFill>
              <a:latin typeface="Invention"/>
            </a:endParaRPr>
          </a:p>
        </p:txBody>
      </p:sp>
      <p:sp>
        <p:nvSpPr>
          <p:cNvPr id="163" name="PlaceHolder 2"/>
          <p:cNvSpPr>
            <a:spLocks noGrp="1"/>
          </p:cNvSpPr>
          <p:nvPr>
            <p:ph type="body"/>
          </p:nvPr>
        </p:nvSpPr>
        <p:spPr>
          <a:xfrm>
            <a:off x="4292640" y="1925640"/>
            <a:ext cx="7521120" cy="4455720"/>
          </a:xfrm>
          <a:prstGeom prst="rect">
            <a:avLst/>
          </a:prstGeom>
          <a:noFill/>
          <a:ln w="0">
            <a:noFill/>
          </a:ln>
        </p:spPr>
        <p:txBody>
          <a:bodyPr lIns="0" tIns="0" rIns="0" bIns="0" anchor="t">
            <a:noAutofit/>
          </a:bodyPr>
          <a:lstStyle/>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dk1"/>
                </a:solidFill>
                <a:latin typeface="Invention"/>
              </a:rPr>
              <a:t>Click to edit Master text styles</a:t>
            </a:r>
          </a:p>
          <a:p>
            <a:pPr marL="343080" lvl="1"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dk1"/>
                </a:solidFill>
                <a:latin typeface="Invention"/>
              </a:rPr>
              <a:t>Second level</a:t>
            </a:r>
          </a:p>
          <a:p>
            <a:pPr marL="343080" lvl="2"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dk1"/>
                </a:solidFill>
                <a:latin typeface="Invention"/>
              </a:rPr>
              <a:t>Third level</a:t>
            </a:r>
          </a:p>
        </p:txBody>
      </p:sp>
      <p:sp>
        <p:nvSpPr>
          <p:cNvPr id="164" name="PlaceHolder 3"/>
          <p:cNvSpPr>
            <a:spLocks noGrp="1"/>
          </p:cNvSpPr>
          <p:nvPr>
            <p:ph type="dt" idx="20"/>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65" name="PlaceHolder 4"/>
          <p:cNvSpPr>
            <a:spLocks noGrp="1"/>
          </p:cNvSpPr>
          <p:nvPr>
            <p:ph type="ftr" idx="2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6" name="PlaceHolder 5"/>
          <p:cNvSpPr>
            <a:spLocks noGrp="1"/>
          </p:cNvSpPr>
          <p:nvPr>
            <p:ph type="sldNum" idx="2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88A74BF-1DD8-4B7C-8786-D1D074FEA4C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cxnSp>
        <p:nvCxnSpPr>
          <p:cNvPr id="167" name="Straight Connector 6"/>
          <p:cNvCxnSpPr/>
          <p:nvPr/>
        </p:nvCxnSpPr>
        <p:spPr>
          <a:xfrm>
            <a:off x="3051000" y="516600"/>
            <a:ext cx="360" cy="5963760"/>
          </a:xfrm>
          <a:prstGeom prst="straightConnector1">
            <a:avLst/>
          </a:prstGeom>
          <a:ln w="28575">
            <a:solidFill>
              <a:srgbClr val="00857C"/>
            </a:solidFill>
          </a:ln>
        </p:spPr>
      </p:cxnSp>
      <p:pic>
        <p:nvPicPr>
          <p:cNvPr id="168" name="Picture 7"/>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9" name="Straight Connector 7"/>
          <p:cNvCxnSpPr/>
          <p:nvPr/>
        </p:nvCxnSpPr>
        <p:spPr>
          <a:xfrm>
            <a:off x="377640" y="1227600"/>
            <a:ext cx="11436840" cy="360"/>
          </a:xfrm>
          <a:prstGeom prst="straightConnector1">
            <a:avLst/>
          </a:prstGeom>
          <a:ln w="31750">
            <a:solidFill>
              <a:srgbClr val="00857C"/>
            </a:solidFill>
          </a:ln>
        </p:spPr>
      </p:cxnSp>
      <p:pic>
        <p:nvPicPr>
          <p:cNvPr id="170" name="Picture 2"/>
          <p:cNvPicPr/>
          <p:nvPr/>
        </p:nvPicPr>
        <p:blipFill>
          <a:blip r:embed="rId3"/>
          <a:stretch/>
        </p:blipFill>
        <p:spPr>
          <a:xfrm>
            <a:off x="10607040" y="6364080"/>
            <a:ext cx="968760" cy="455400"/>
          </a:xfrm>
          <a:prstGeom prst="rect">
            <a:avLst/>
          </a:prstGeom>
          <a:ln w="0">
            <a:noFill/>
          </a:ln>
        </p:spPr>
      </p:pic>
      <p:sp>
        <p:nvSpPr>
          <p:cNvPr id="17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72" name="PlaceHolder 1"/>
          <p:cNvSpPr>
            <a:spLocks noGrp="1"/>
          </p:cNvSpPr>
          <p:nvPr>
            <p:ph type="dt" idx="23"/>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73" name="PlaceHolder 2"/>
          <p:cNvSpPr>
            <a:spLocks noGrp="1"/>
          </p:cNvSpPr>
          <p:nvPr>
            <p:ph type="ftr" idx="2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74" name="PlaceHolder 3"/>
          <p:cNvSpPr>
            <a:spLocks noGrp="1"/>
          </p:cNvSpPr>
          <p:nvPr>
            <p:ph type="sldNum" idx="2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860C1AD-BAAD-4191-807D-A26DA7F0A93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75" name="TextBox 6"/>
          <p:cNvSpPr/>
          <p:nvPr/>
        </p:nvSpPr>
        <p:spPr>
          <a:xfrm>
            <a:off x="569520" y="6546600"/>
            <a:ext cx="2762640" cy="9140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r>
              <a:rPr lang="en-US" sz="1000" b="0" strike="noStrike" spc="-1">
                <a:solidFill>
                  <a:schemeClr val="accent4"/>
                </a:solidFill>
                <a:latin typeface="Invention"/>
              </a:rPr>
              <a:t>¹Weber Shandwick/KCR Research, 2020 / AMO 2019</a:t>
            </a:r>
            <a:endParaRPr lang="en-US" sz="1000" b="0" strike="noStrike" spc="-1">
              <a:solidFill>
                <a:srgbClr val="000000"/>
              </a:solidFill>
              <a:latin typeface="Arial"/>
            </a:endParaRPr>
          </a:p>
        </p:txBody>
      </p:sp>
      <p:sp>
        <p:nvSpPr>
          <p:cNvPr id="176" name="Rectangle 7"/>
          <p:cNvSpPr/>
          <p:nvPr/>
        </p:nvSpPr>
        <p:spPr>
          <a:xfrm>
            <a:off x="6120" y="0"/>
            <a:ext cx="4648680" cy="6857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spcAft>
                <a:spcPts val="2401"/>
              </a:spcAft>
            </a:pPr>
            <a:endParaRPr lang="en-US" sz="2400" b="0" strike="noStrike" spc="-1">
              <a:solidFill>
                <a:schemeClr val="lt1"/>
              </a:solidFill>
              <a:latin typeface="Invention Light"/>
              <a:ea typeface="Inter Light"/>
            </a:endParaRPr>
          </a:p>
        </p:txBody>
      </p:sp>
      <p:sp>
        <p:nvSpPr>
          <p:cNvPr id="177" name="TextBox 9"/>
          <p:cNvSpPr/>
          <p:nvPr/>
        </p:nvSpPr>
        <p:spPr>
          <a:xfrm>
            <a:off x="8808840" y="-252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178" name="PlaceHolder 4"/>
          <p:cNvSpPr>
            <a:spLocks noGrp="1"/>
          </p:cNvSpPr>
          <p:nvPr>
            <p:ph type="body"/>
          </p:nvPr>
        </p:nvSpPr>
        <p:spPr>
          <a:xfrm>
            <a:off x="413640" y="1562400"/>
            <a:ext cx="3833280" cy="15973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3600" b="0" strike="noStrike" spc="-1">
                <a:solidFill>
                  <a:srgbClr val="FFFFFF"/>
                </a:solidFill>
                <a:latin typeface="Invention"/>
              </a:rPr>
              <a:t>Click to edit Master text styles</a:t>
            </a:r>
            <a:endParaRPr lang="en-US" sz="3600" b="0" strike="noStrike" spc="-1">
              <a:solidFill>
                <a:schemeClr val="dk1"/>
              </a:solidFill>
              <a:latin typeface="Invention"/>
            </a:endParaRPr>
          </a:p>
        </p:txBody>
      </p:sp>
      <p:sp>
        <p:nvSpPr>
          <p:cNvPr id="179" name="PlaceHolder 5"/>
          <p:cNvSpPr>
            <a:spLocks noGrp="1"/>
          </p:cNvSpPr>
          <p:nvPr>
            <p:ph type="body"/>
          </p:nvPr>
        </p:nvSpPr>
        <p:spPr>
          <a:xfrm>
            <a:off x="413640" y="3429000"/>
            <a:ext cx="3833280" cy="15973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400" b="0" strike="noStrike" spc="-1">
                <a:solidFill>
                  <a:srgbClr val="FFFFFF"/>
                </a:solidFill>
                <a:latin typeface="Invention"/>
              </a:rPr>
              <a:t>Click to edit Master text styles</a:t>
            </a:r>
            <a:endParaRPr lang="en-US" sz="2400" b="0" strike="noStrike" spc="-1">
              <a:solidFill>
                <a:schemeClr val="dk1"/>
              </a:solidFill>
              <a:latin typeface="Invention"/>
            </a:endParaRPr>
          </a:p>
        </p:txBody>
      </p:sp>
      <p:sp>
        <p:nvSpPr>
          <p:cNvPr id="180" name="PlaceHolder 6"/>
          <p:cNvSpPr>
            <a:spLocks noGrp="1"/>
          </p:cNvSpPr>
          <p:nvPr>
            <p:ph type="body"/>
          </p:nvPr>
        </p:nvSpPr>
        <p:spPr>
          <a:xfrm>
            <a:off x="5409720" y="933480"/>
            <a:ext cx="5292000" cy="16588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400" b="0" strike="noStrike" spc="-1">
                <a:solidFill>
                  <a:srgbClr val="0C2340"/>
                </a:solidFill>
                <a:latin typeface="Invention"/>
              </a:rPr>
              <a:t>Click to edit Master text styles</a:t>
            </a:r>
            <a:endParaRPr lang="en-US" sz="2400" b="0" strike="noStrike" spc="-1">
              <a:solidFill>
                <a:schemeClr val="dk1"/>
              </a:solidFill>
              <a:latin typeface="Invention"/>
            </a:endParaRPr>
          </a:p>
        </p:txBody>
      </p:sp>
      <p:sp>
        <p:nvSpPr>
          <p:cNvPr id="181" name="PlaceHolder 7"/>
          <p:cNvSpPr>
            <a:spLocks noGrp="1"/>
          </p:cNvSpPr>
          <p:nvPr>
            <p:ph type="body"/>
          </p:nvPr>
        </p:nvSpPr>
        <p:spPr>
          <a:xfrm>
            <a:off x="5409720" y="2862720"/>
            <a:ext cx="5292000" cy="26463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400" b="0" strike="noStrike" spc="-1">
                <a:solidFill>
                  <a:srgbClr val="0C2340"/>
                </a:solidFill>
                <a:latin typeface="Invention"/>
              </a:rPr>
              <a:t>Click to edit Master text styles</a:t>
            </a:r>
            <a:endParaRPr lang="en-US" sz="2400" b="0" strike="noStrike" spc="-1">
              <a:solidFill>
                <a:schemeClr val="dk1"/>
              </a:solidFill>
              <a:latin typeface="Invention"/>
            </a:endParaRPr>
          </a:p>
        </p:txBody>
      </p:sp>
      <p:sp>
        <p:nvSpPr>
          <p:cNvPr id="182" name="PlaceHolder 8"/>
          <p:cNvSpPr>
            <a:spLocks noGrp="1"/>
          </p:cNvSpPr>
          <p:nvPr>
            <p:ph type="body"/>
          </p:nvPr>
        </p:nvSpPr>
        <p:spPr>
          <a:xfrm>
            <a:off x="8811720" y="10440"/>
            <a:ext cx="3376800" cy="3124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pic>
        <p:nvPicPr>
          <p:cNvPr id="183"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cxnSp>
        <p:nvCxnSpPr>
          <p:cNvPr id="184" name="Straight Connector 7"/>
          <p:cNvCxnSpPr/>
          <p:nvPr/>
        </p:nvCxnSpPr>
        <p:spPr>
          <a:xfrm>
            <a:off x="377640" y="1227600"/>
            <a:ext cx="11436840" cy="360"/>
          </a:xfrm>
          <a:prstGeom prst="straightConnector1">
            <a:avLst/>
          </a:prstGeom>
          <a:ln w="31750">
            <a:solidFill>
              <a:srgbClr val="00857C"/>
            </a:solidFill>
          </a:ln>
        </p:spPr>
      </p:cxnSp>
      <p:pic>
        <p:nvPicPr>
          <p:cNvPr id="185" name="Picture 2"/>
          <p:cNvPicPr/>
          <p:nvPr/>
        </p:nvPicPr>
        <p:blipFill>
          <a:blip r:embed="rId3"/>
          <a:stretch/>
        </p:blipFill>
        <p:spPr>
          <a:xfrm>
            <a:off x="10607040" y="6364080"/>
            <a:ext cx="968760" cy="455400"/>
          </a:xfrm>
          <a:prstGeom prst="rect">
            <a:avLst/>
          </a:prstGeom>
          <a:ln w="0">
            <a:noFill/>
          </a:ln>
        </p:spPr>
      </p:pic>
      <p:sp>
        <p:nvSpPr>
          <p:cNvPr id="186"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87" name="PlaceHolder 1"/>
          <p:cNvSpPr>
            <a:spLocks noGrp="1"/>
          </p:cNvSpPr>
          <p:nvPr>
            <p:ph type="dt" idx="26"/>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FFFFFF"/>
              </a:solidFill>
              <a:latin typeface="Times New Roman"/>
            </a:endParaRPr>
          </a:p>
        </p:txBody>
      </p:sp>
      <p:sp>
        <p:nvSpPr>
          <p:cNvPr id="188" name="PlaceHolder 2"/>
          <p:cNvSpPr>
            <a:spLocks noGrp="1"/>
          </p:cNvSpPr>
          <p:nvPr>
            <p:ph type="ftr" idx="2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89" name="PlaceHolder 3"/>
          <p:cNvSpPr>
            <a:spLocks noGrp="1"/>
          </p:cNvSpPr>
          <p:nvPr>
            <p:ph type="sldNum" idx="2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65A6357-1BDD-46DB-A4FE-49DEC8965C1C}"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sp>
        <p:nvSpPr>
          <p:cNvPr id="190" name="PlaceHolder 4"/>
          <p:cNvSpPr>
            <a:spLocks noGrp="1"/>
          </p:cNvSpPr>
          <p:nvPr>
            <p:ph type="title"/>
          </p:nvPr>
        </p:nvSpPr>
        <p:spPr>
          <a:xfrm>
            <a:off x="378000" y="1140480"/>
            <a:ext cx="9445320" cy="345204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pic>
        <p:nvPicPr>
          <p:cNvPr id="191" name="Picture 2"/>
          <p:cNvPicPr/>
          <p:nvPr/>
        </p:nvPicPr>
        <p:blipFill>
          <a:blip r:embed="rId4"/>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2" name="Straight Connector 7"/>
          <p:cNvCxnSpPr/>
          <p:nvPr/>
        </p:nvCxnSpPr>
        <p:spPr>
          <a:xfrm>
            <a:off x="377640" y="1227600"/>
            <a:ext cx="11436840" cy="360"/>
          </a:xfrm>
          <a:prstGeom prst="straightConnector1">
            <a:avLst/>
          </a:prstGeom>
          <a:ln w="31750">
            <a:solidFill>
              <a:srgbClr val="00857C"/>
            </a:solidFill>
          </a:ln>
        </p:spPr>
      </p:cxnSp>
      <p:pic>
        <p:nvPicPr>
          <p:cNvPr id="193" name="Picture 2"/>
          <p:cNvPicPr/>
          <p:nvPr/>
        </p:nvPicPr>
        <p:blipFill>
          <a:blip r:embed="rId3"/>
          <a:stretch/>
        </p:blipFill>
        <p:spPr>
          <a:xfrm>
            <a:off x="10607040" y="6364080"/>
            <a:ext cx="968760" cy="455400"/>
          </a:xfrm>
          <a:prstGeom prst="rect">
            <a:avLst/>
          </a:prstGeom>
          <a:ln w="0">
            <a:noFill/>
          </a:ln>
        </p:spPr>
      </p:pic>
      <p:sp>
        <p:nvSpPr>
          <p:cNvPr id="19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195" name="Picture 1" descr="A person carrying a baby on the back  Description automatically generated with low confidence"/>
          <p:cNvPicPr/>
          <p:nvPr/>
        </p:nvPicPr>
        <p:blipFill>
          <a:blip r:embed="rId4"/>
          <a:stretch/>
        </p:blipFill>
        <p:spPr>
          <a:xfrm flipH="1">
            <a:off x="-2520" y="0"/>
            <a:ext cx="12194640" cy="6857640"/>
          </a:xfrm>
          <a:prstGeom prst="rect">
            <a:avLst/>
          </a:prstGeom>
          <a:ln w="0">
            <a:noFill/>
          </a:ln>
        </p:spPr>
      </p:pic>
      <p:sp>
        <p:nvSpPr>
          <p:cNvPr id="196" name="PlaceHolder 1"/>
          <p:cNvSpPr>
            <a:spLocks noGrp="1"/>
          </p:cNvSpPr>
          <p:nvPr>
            <p:ph type="sldNum" idx="2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AF38B36-4C8C-472C-82DE-2B83B06603D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97" name="PlaceHolder 2"/>
          <p:cNvSpPr>
            <a:spLocks noGrp="1"/>
          </p:cNvSpPr>
          <p:nvPr>
            <p:ph type="body"/>
          </p:nvPr>
        </p:nvSpPr>
        <p:spPr>
          <a:xfrm>
            <a:off x="0" y="2987280"/>
            <a:ext cx="7515000" cy="4160520"/>
          </a:xfrm>
          <a:prstGeom prst="rect">
            <a:avLst/>
          </a:prstGeom>
          <a:solidFill>
            <a:srgbClr val="0C2340"/>
          </a:solid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198"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199"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200" name="Picture 2"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01" name="Straight Connector 7"/>
          <p:cNvCxnSpPr/>
          <p:nvPr/>
        </p:nvCxnSpPr>
        <p:spPr>
          <a:xfrm>
            <a:off x="377640" y="1227600"/>
            <a:ext cx="11436840" cy="360"/>
          </a:xfrm>
          <a:prstGeom prst="straightConnector1">
            <a:avLst/>
          </a:prstGeom>
          <a:ln w="31750">
            <a:solidFill>
              <a:srgbClr val="00857C"/>
            </a:solidFill>
          </a:ln>
        </p:spPr>
      </p:cxnSp>
      <p:pic>
        <p:nvPicPr>
          <p:cNvPr id="202" name="Picture 2"/>
          <p:cNvPicPr/>
          <p:nvPr/>
        </p:nvPicPr>
        <p:blipFill>
          <a:blip r:embed="rId3"/>
          <a:stretch/>
        </p:blipFill>
        <p:spPr>
          <a:xfrm>
            <a:off x="10607040" y="6364080"/>
            <a:ext cx="968760" cy="455400"/>
          </a:xfrm>
          <a:prstGeom prst="rect">
            <a:avLst/>
          </a:prstGeom>
          <a:ln w="0">
            <a:noFill/>
          </a:ln>
        </p:spPr>
      </p:pic>
      <p:sp>
        <p:nvSpPr>
          <p:cNvPr id="203"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04" name="PlaceHolder 1"/>
          <p:cNvSpPr>
            <a:spLocks noGrp="1"/>
          </p:cNvSpPr>
          <p:nvPr>
            <p:ph type="sldNum" idx="3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D9F2970-6073-4C32-841A-129355D2F35C}"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05" name="Rectangle 6"/>
          <p:cNvSpPr/>
          <p:nvPr/>
        </p:nvSpPr>
        <p:spPr>
          <a:xfrm>
            <a:off x="0" y="4572000"/>
            <a:ext cx="6857640" cy="2285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06" name="Straight Connector 8"/>
          <p:cNvCxnSpPr/>
          <p:nvPr/>
        </p:nvCxnSpPr>
        <p:spPr>
          <a:xfrm>
            <a:off x="0" y="4572000"/>
            <a:ext cx="12192120" cy="360"/>
          </a:xfrm>
          <a:prstGeom prst="straightConnector1">
            <a:avLst/>
          </a:prstGeom>
          <a:ln w="12700">
            <a:solidFill>
              <a:srgbClr val="00857C"/>
            </a:solidFill>
          </a:ln>
        </p:spPr>
      </p:cxnSp>
      <p:sp>
        <p:nvSpPr>
          <p:cNvPr id="207"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08"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09"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10" name="Straight Connector 7"/>
          <p:cNvCxnSpPr/>
          <p:nvPr/>
        </p:nvCxnSpPr>
        <p:spPr>
          <a:xfrm>
            <a:off x="377640" y="1227600"/>
            <a:ext cx="11436840" cy="360"/>
          </a:xfrm>
          <a:prstGeom prst="straightConnector1">
            <a:avLst/>
          </a:prstGeom>
          <a:ln w="31750">
            <a:solidFill>
              <a:srgbClr val="00857C"/>
            </a:solidFill>
          </a:ln>
        </p:spPr>
      </p:cxnSp>
      <p:pic>
        <p:nvPicPr>
          <p:cNvPr id="211" name="Picture 2"/>
          <p:cNvPicPr/>
          <p:nvPr/>
        </p:nvPicPr>
        <p:blipFill>
          <a:blip r:embed="rId3"/>
          <a:stretch/>
        </p:blipFill>
        <p:spPr>
          <a:xfrm>
            <a:off x="10607040" y="6364080"/>
            <a:ext cx="968760" cy="455400"/>
          </a:xfrm>
          <a:prstGeom prst="rect">
            <a:avLst/>
          </a:prstGeom>
          <a:ln w="0">
            <a:noFill/>
          </a:ln>
        </p:spPr>
      </p:pic>
      <p:sp>
        <p:nvSpPr>
          <p:cNvPr id="21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13" name="PlaceHolder 1"/>
          <p:cNvSpPr>
            <a:spLocks noGrp="1"/>
          </p:cNvSpPr>
          <p:nvPr>
            <p:ph type="sldNum" idx="3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C55DD63-1867-459F-9C8E-0367F2017A0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14" name="Rectangle 6"/>
          <p:cNvSpPr/>
          <p:nvPr/>
        </p:nvSpPr>
        <p:spPr>
          <a:xfrm>
            <a:off x="0" y="4572000"/>
            <a:ext cx="6857640" cy="2285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15" name="Straight Connector 8"/>
          <p:cNvCxnSpPr/>
          <p:nvPr/>
        </p:nvCxnSpPr>
        <p:spPr>
          <a:xfrm>
            <a:off x="0" y="4572000"/>
            <a:ext cx="12192120" cy="360"/>
          </a:xfrm>
          <a:prstGeom prst="straightConnector1">
            <a:avLst/>
          </a:prstGeom>
          <a:ln w="12700">
            <a:solidFill>
              <a:srgbClr val="00857C"/>
            </a:solidFill>
          </a:ln>
        </p:spPr>
      </p:cxnSp>
      <p:sp>
        <p:nvSpPr>
          <p:cNvPr id="216"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17"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18" name="Picture 7"/>
          <p:cNvPicPr/>
          <p:nvPr/>
        </p:nvPicPr>
        <p:blipFill>
          <a:blip r:embed="rId4"/>
          <a:stretch/>
        </p:blipFill>
        <p:spPr>
          <a:xfrm>
            <a:off x="-8280" y="4797720"/>
            <a:ext cx="3822840" cy="2068200"/>
          </a:xfrm>
          <a:prstGeom prst="rect">
            <a:avLst/>
          </a:prstGeom>
          <a:ln w="0">
            <a:noFill/>
          </a:ln>
        </p:spPr>
      </p:pic>
      <p:pic>
        <p:nvPicPr>
          <p:cNvPr id="219"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20" name="Straight Connector 7"/>
          <p:cNvCxnSpPr/>
          <p:nvPr/>
        </p:nvCxnSpPr>
        <p:spPr>
          <a:xfrm>
            <a:off x="377640" y="1227600"/>
            <a:ext cx="11436840" cy="360"/>
          </a:xfrm>
          <a:prstGeom prst="straightConnector1">
            <a:avLst/>
          </a:prstGeom>
          <a:ln w="31750">
            <a:solidFill>
              <a:srgbClr val="00857C"/>
            </a:solidFill>
          </a:ln>
        </p:spPr>
      </p:cxnSp>
      <p:pic>
        <p:nvPicPr>
          <p:cNvPr id="221" name="Picture 2"/>
          <p:cNvPicPr/>
          <p:nvPr/>
        </p:nvPicPr>
        <p:blipFill>
          <a:blip r:embed="rId3"/>
          <a:stretch/>
        </p:blipFill>
        <p:spPr>
          <a:xfrm>
            <a:off x="10607040" y="6364080"/>
            <a:ext cx="968760" cy="455400"/>
          </a:xfrm>
          <a:prstGeom prst="rect">
            <a:avLst/>
          </a:prstGeom>
          <a:ln w="0">
            <a:noFill/>
          </a:ln>
        </p:spPr>
      </p:pic>
      <p:sp>
        <p:nvSpPr>
          <p:cNvPr id="22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23" name="PlaceHolder 1"/>
          <p:cNvSpPr>
            <a:spLocks noGrp="1"/>
          </p:cNvSpPr>
          <p:nvPr>
            <p:ph type="sldNum" idx="3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19B7425-8C1B-4B08-AC7F-8973D952AB3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24" name="Rectangle 6"/>
          <p:cNvSpPr/>
          <p:nvPr/>
        </p:nvSpPr>
        <p:spPr>
          <a:xfrm>
            <a:off x="0" y="4572000"/>
            <a:ext cx="6857640" cy="2285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25" name="Straight Connector 8"/>
          <p:cNvCxnSpPr/>
          <p:nvPr/>
        </p:nvCxnSpPr>
        <p:spPr>
          <a:xfrm>
            <a:off x="0" y="4572000"/>
            <a:ext cx="12192120" cy="360"/>
          </a:xfrm>
          <a:prstGeom prst="straightConnector1">
            <a:avLst/>
          </a:prstGeom>
          <a:ln w="12700">
            <a:solidFill>
              <a:srgbClr val="00857C"/>
            </a:solidFill>
          </a:ln>
        </p:spPr>
      </p:cxnSp>
      <p:sp>
        <p:nvSpPr>
          <p:cNvPr id="226"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27"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28" name="Picture 4" descr="A black and white hexagon pattern  Description automatically generated with low confidence"/>
          <p:cNvPicPr/>
          <p:nvPr/>
        </p:nvPicPr>
        <p:blipFill>
          <a:blip r:embed="rId4"/>
          <a:stretch/>
        </p:blipFill>
        <p:spPr>
          <a:xfrm>
            <a:off x="0" y="4797720"/>
            <a:ext cx="3997800" cy="2068200"/>
          </a:xfrm>
          <a:prstGeom prst="rect">
            <a:avLst/>
          </a:prstGeom>
          <a:ln w="0">
            <a:noFill/>
          </a:ln>
        </p:spPr>
      </p:pic>
      <p:pic>
        <p:nvPicPr>
          <p:cNvPr id="229"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0" name="Straight Connector 7"/>
          <p:cNvCxnSpPr/>
          <p:nvPr/>
        </p:nvCxnSpPr>
        <p:spPr>
          <a:xfrm>
            <a:off x="377640" y="1227600"/>
            <a:ext cx="11436840" cy="360"/>
          </a:xfrm>
          <a:prstGeom prst="straightConnector1">
            <a:avLst/>
          </a:prstGeom>
          <a:ln w="31750">
            <a:solidFill>
              <a:srgbClr val="00857C"/>
            </a:solidFill>
          </a:ln>
        </p:spPr>
      </p:cxnSp>
      <p:pic>
        <p:nvPicPr>
          <p:cNvPr id="231" name="Picture 2"/>
          <p:cNvPicPr/>
          <p:nvPr/>
        </p:nvPicPr>
        <p:blipFill>
          <a:blip r:embed="rId3"/>
          <a:stretch/>
        </p:blipFill>
        <p:spPr>
          <a:xfrm>
            <a:off x="10607040" y="6364080"/>
            <a:ext cx="968760" cy="455400"/>
          </a:xfrm>
          <a:prstGeom prst="rect">
            <a:avLst/>
          </a:prstGeom>
          <a:ln w="0">
            <a:noFill/>
          </a:ln>
        </p:spPr>
      </p:pic>
      <p:sp>
        <p:nvSpPr>
          <p:cNvPr id="23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33" name="PlaceHolder 1"/>
          <p:cNvSpPr>
            <a:spLocks noGrp="1"/>
          </p:cNvSpPr>
          <p:nvPr>
            <p:ph type="sldNum" idx="3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A0206F2-110F-43BD-984A-49E4C682E74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34" name="Rectangle 6"/>
          <p:cNvSpPr/>
          <p:nvPr/>
        </p:nvSpPr>
        <p:spPr>
          <a:xfrm>
            <a:off x="0" y="4572000"/>
            <a:ext cx="6857640" cy="22856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35" name="Straight Connector 8"/>
          <p:cNvCxnSpPr/>
          <p:nvPr/>
        </p:nvCxnSpPr>
        <p:spPr>
          <a:xfrm>
            <a:off x="0" y="4572000"/>
            <a:ext cx="12192120" cy="360"/>
          </a:xfrm>
          <a:prstGeom prst="straightConnector1">
            <a:avLst/>
          </a:prstGeom>
          <a:ln w="12700">
            <a:solidFill>
              <a:srgbClr val="00857C"/>
            </a:solidFill>
          </a:ln>
        </p:spPr>
      </p:cxnSp>
      <p:sp>
        <p:nvSpPr>
          <p:cNvPr id="236"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37"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38" name="Picture 1"/>
          <p:cNvPicPr/>
          <p:nvPr/>
        </p:nvPicPr>
        <p:blipFill>
          <a:blip r:embed="rId4"/>
          <a:stretch/>
        </p:blipFill>
        <p:spPr>
          <a:xfrm>
            <a:off x="0" y="4789440"/>
            <a:ext cx="3860640" cy="2068200"/>
          </a:xfrm>
          <a:prstGeom prst="rect">
            <a:avLst/>
          </a:prstGeom>
          <a:ln w="0">
            <a:noFill/>
          </a:ln>
        </p:spPr>
      </p:pic>
      <p:pic>
        <p:nvPicPr>
          <p:cNvPr id="239"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0" name="Straight Connector 7"/>
          <p:cNvCxnSpPr/>
          <p:nvPr/>
        </p:nvCxnSpPr>
        <p:spPr>
          <a:xfrm>
            <a:off x="377640" y="1227600"/>
            <a:ext cx="11436840" cy="360"/>
          </a:xfrm>
          <a:prstGeom prst="straightConnector1">
            <a:avLst/>
          </a:prstGeom>
          <a:ln w="31750">
            <a:solidFill>
              <a:srgbClr val="00857C"/>
            </a:solidFill>
          </a:ln>
        </p:spPr>
      </p:cxnSp>
      <p:pic>
        <p:nvPicPr>
          <p:cNvPr id="241" name="Picture 2"/>
          <p:cNvPicPr/>
          <p:nvPr/>
        </p:nvPicPr>
        <p:blipFill>
          <a:blip r:embed="rId3"/>
          <a:stretch/>
        </p:blipFill>
        <p:spPr>
          <a:xfrm>
            <a:off x="10607040" y="6364080"/>
            <a:ext cx="968760" cy="455400"/>
          </a:xfrm>
          <a:prstGeom prst="rect">
            <a:avLst/>
          </a:prstGeom>
          <a:ln w="0">
            <a:noFill/>
          </a:ln>
        </p:spPr>
      </p:pic>
      <p:sp>
        <p:nvSpPr>
          <p:cNvPr id="24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43" name="PlaceHolder 1"/>
          <p:cNvSpPr>
            <a:spLocks noGrp="1"/>
          </p:cNvSpPr>
          <p:nvPr>
            <p:ph type="sldNum" idx="3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B674E751-48CE-455D-AD11-96726812F1B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44" name="Rectangle 6"/>
          <p:cNvSpPr/>
          <p:nvPr/>
        </p:nvSpPr>
        <p:spPr>
          <a:xfrm>
            <a:off x="0" y="4572000"/>
            <a:ext cx="6857640" cy="2285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45" name="Straight Connector 8"/>
          <p:cNvCxnSpPr/>
          <p:nvPr/>
        </p:nvCxnSpPr>
        <p:spPr>
          <a:xfrm>
            <a:off x="0" y="4572000"/>
            <a:ext cx="12192120" cy="360"/>
          </a:xfrm>
          <a:prstGeom prst="straightConnector1">
            <a:avLst/>
          </a:prstGeom>
          <a:ln w="12700">
            <a:solidFill>
              <a:srgbClr val="00857C"/>
            </a:solidFill>
          </a:ln>
        </p:spPr>
      </p:cxnSp>
      <p:sp>
        <p:nvSpPr>
          <p:cNvPr id="246"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47"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48"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9" name="Straight Connector 7"/>
          <p:cNvCxnSpPr/>
          <p:nvPr/>
        </p:nvCxnSpPr>
        <p:spPr>
          <a:xfrm>
            <a:off x="377640" y="1227600"/>
            <a:ext cx="11436840" cy="360"/>
          </a:xfrm>
          <a:prstGeom prst="straightConnector1">
            <a:avLst/>
          </a:prstGeom>
          <a:ln w="31750">
            <a:solidFill>
              <a:srgbClr val="00857C"/>
            </a:solidFill>
          </a:ln>
        </p:spPr>
      </p:cxnSp>
      <p:pic>
        <p:nvPicPr>
          <p:cNvPr id="250" name="Picture 2"/>
          <p:cNvPicPr/>
          <p:nvPr/>
        </p:nvPicPr>
        <p:blipFill>
          <a:blip r:embed="rId3"/>
          <a:stretch/>
        </p:blipFill>
        <p:spPr>
          <a:xfrm>
            <a:off x="10607040" y="6364080"/>
            <a:ext cx="968760" cy="455400"/>
          </a:xfrm>
          <a:prstGeom prst="rect">
            <a:avLst/>
          </a:prstGeom>
          <a:ln w="0">
            <a:noFill/>
          </a:ln>
        </p:spPr>
      </p:pic>
      <p:sp>
        <p:nvSpPr>
          <p:cNvPr id="25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52" name="PlaceHolder 1"/>
          <p:cNvSpPr>
            <a:spLocks noGrp="1"/>
          </p:cNvSpPr>
          <p:nvPr>
            <p:ph type="sldNum" idx="3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4A86849-DE3F-42F2-9B00-57A04E8579B4}"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53" name="Rectangle 6"/>
          <p:cNvSpPr/>
          <p:nvPr/>
        </p:nvSpPr>
        <p:spPr>
          <a:xfrm>
            <a:off x="0" y="4572000"/>
            <a:ext cx="6857640" cy="2285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54" name="Straight Connector 8"/>
          <p:cNvCxnSpPr/>
          <p:nvPr/>
        </p:nvCxnSpPr>
        <p:spPr>
          <a:xfrm>
            <a:off x="0" y="4572000"/>
            <a:ext cx="12192120" cy="360"/>
          </a:xfrm>
          <a:prstGeom prst="straightConnector1">
            <a:avLst/>
          </a:prstGeom>
          <a:ln w="12700">
            <a:solidFill>
              <a:srgbClr val="00857C"/>
            </a:solidFill>
          </a:ln>
        </p:spPr>
      </p:cxnSp>
      <p:sp>
        <p:nvSpPr>
          <p:cNvPr id="255"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56"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57" name="Picture 1"/>
          <p:cNvPicPr/>
          <p:nvPr/>
        </p:nvPicPr>
        <p:blipFill>
          <a:blip r:embed="rId4"/>
          <a:stretch/>
        </p:blipFill>
        <p:spPr>
          <a:xfrm>
            <a:off x="-8280" y="4797720"/>
            <a:ext cx="3822840" cy="2068200"/>
          </a:xfrm>
          <a:prstGeom prst="rect">
            <a:avLst/>
          </a:prstGeom>
          <a:ln w="0">
            <a:noFill/>
          </a:ln>
        </p:spPr>
      </p:pic>
      <p:pic>
        <p:nvPicPr>
          <p:cNvPr id="258"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9" name="Straight Connector 7"/>
          <p:cNvCxnSpPr/>
          <p:nvPr/>
        </p:nvCxnSpPr>
        <p:spPr>
          <a:xfrm>
            <a:off x="377640" y="1227600"/>
            <a:ext cx="11436840" cy="360"/>
          </a:xfrm>
          <a:prstGeom prst="straightConnector1">
            <a:avLst/>
          </a:prstGeom>
          <a:ln w="31750">
            <a:solidFill>
              <a:srgbClr val="00857C"/>
            </a:solidFill>
          </a:ln>
        </p:spPr>
      </p:cxnSp>
      <p:pic>
        <p:nvPicPr>
          <p:cNvPr id="260" name="Picture 2"/>
          <p:cNvPicPr/>
          <p:nvPr/>
        </p:nvPicPr>
        <p:blipFill>
          <a:blip r:embed="rId3"/>
          <a:stretch/>
        </p:blipFill>
        <p:spPr>
          <a:xfrm>
            <a:off x="10607040" y="6364080"/>
            <a:ext cx="968760" cy="455400"/>
          </a:xfrm>
          <a:prstGeom prst="rect">
            <a:avLst/>
          </a:prstGeom>
          <a:ln w="0">
            <a:noFill/>
          </a:ln>
        </p:spPr>
      </p:pic>
      <p:sp>
        <p:nvSpPr>
          <p:cNvPr id="26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62" name="PlaceHolder 1"/>
          <p:cNvSpPr>
            <a:spLocks noGrp="1"/>
          </p:cNvSpPr>
          <p:nvPr>
            <p:ph type="sldNum" idx="3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43CC1C5-4648-4BE9-97BD-AD8CE8A221A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63" name="Rectangle 6"/>
          <p:cNvSpPr/>
          <p:nvPr/>
        </p:nvSpPr>
        <p:spPr>
          <a:xfrm>
            <a:off x="0" y="4572000"/>
            <a:ext cx="6857640" cy="2285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64" name="Straight Connector 8"/>
          <p:cNvCxnSpPr/>
          <p:nvPr/>
        </p:nvCxnSpPr>
        <p:spPr>
          <a:xfrm>
            <a:off x="0" y="4572000"/>
            <a:ext cx="12192120" cy="360"/>
          </a:xfrm>
          <a:prstGeom prst="straightConnector1">
            <a:avLst/>
          </a:prstGeom>
          <a:ln w="12700">
            <a:solidFill>
              <a:srgbClr val="00857C"/>
            </a:solidFill>
          </a:ln>
        </p:spPr>
      </p:cxnSp>
      <p:sp>
        <p:nvSpPr>
          <p:cNvPr id="265"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66"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67" name="Picture 1" descr="A black and white hexagon pattern  Description automatically generated with low confidence"/>
          <p:cNvPicPr/>
          <p:nvPr/>
        </p:nvPicPr>
        <p:blipFill>
          <a:blip r:embed="rId4"/>
          <a:stretch/>
        </p:blipFill>
        <p:spPr>
          <a:xfrm>
            <a:off x="0" y="4797720"/>
            <a:ext cx="3997800" cy="2068200"/>
          </a:xfrm>
          <a:prstGeom prst="rect">
            <a:avLst/>
          </a:prstGeom>
          <a:ln w="0">
            <a:noFill/>
          </a:ln>
        </p:spPr>
      </p:pic>
      <p:pic>
        <p:nvPicPr>
          <p:cNvPr id="268"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9" name="Straight Connector 7"/>
          <p:cNvCxnSpPr/>
          <p:nvPr/>
        </p:nvCxnSpPr>
        <p:spPr>
          <a:xfrm>
            <a:off x="377640" y="1227600"/>
            <a:ext cx="11436840" cy="360"/>
          </a:xfrm>
          <a:prstGeom prst="straightConnector1">
            <a:avLst/>
          </a:prstGeom>
          <a:ln w="31750">
            <a:solidFill>
              <a:srgbClr val="00857C"/>
            </a:solidFill>
          </a:ln>
        </p:spPr>
      </p:cxnSp>
      <p:pic>
        <p:nvPicPr>
          <p:cNvPr id="270" name="Picture 2"/>
          <p:cNvPicPr/>
          <p:nvPr/>
        </p:nvPicPr>
        <p:blipFill>
          <a:blip r:embed="rId3"/>
          <a:stretch/>
        </p:blipFill>
        <p:spPr>
          <a:xfrm>
            <a:off x="10607040" y="6364080"/>
            <a:ext cx="968760" cy="455400"/>
          </a:xfrm>
          <a:prstGeom prst="rect">
            <a:avLst/>
          </a:prstGeom>
          <a:ln w="0">
            <a:noFill/>
          </a:ln>
        </p:spPr>
      </p:pic>
      <p:sp>
        <p:nvSpPr>
          <p:cNvPr id="27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72" name="PlaceHolder 1"/>
          <p:cNvSpPr>
            <a:spLocks noGrp="1"/>
          </p:cNvSpPr>
          <p:nvPr>
            <p:ph type="sldNum" idx="3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B8D00494-E761-4E48-B697-6D56CC3BB04D}"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73" name="Rectangle 6"/>
          <p:cNvSpPr/>
          <p:nvPr/>
        </p:nvSpPr>
        <p:spPr>
          <a:xfrm>
            <a:off x="0" y="4572000"/>
            <a:ext cx="6857640" cy="2285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74" name="Straight Connector 8"/>
          <p:cNvCxnSpPr/>
          <p:nvPr/>
        </p:nvCxnSpPr>
        <p:spPr>
          <a:xfrm>
            <a:off x="0" y="4572000"/>
            <a:ext cx="12192120" cy="360"/>
          </a:xfrm>
          <a:prstGeom prst="straightConnector1">
            <a:avLst/>
          </a:prstGeom>
          <a:ln w="12700">
            <a:solidFill>
              <a:srgbClr val="00857C"/>
            </a:solidFill>
          </a:ln>
        </p:spPr>
      </p:cxnSp>
      <p:sp>
        <p:nvSpPr>
          <p:cNvPr id="275"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76"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77" name="Picture 1"/>
          <p:cNvPicPr/>
          <p:nvPr/>
        </p:nvPicPr>
        <p:blipFill>
          <a:blip r:embed="rId4"/>
          <a:stretch/>
        </p:blipFill>
        <p:spPr>
          <a:xfrm>
            <a:off x="0" y="4789440"/>
            <a:ext cx="3860640" cy="2068200"/>
          </a:xfrm>
          <a:prstGeom prst="rect">
            <a:avLst/>
          </a:prstGeom>
          <a:ln w="0">
            <a:noFill/>
          </a:ln>
        </p:spPr>
      </p:pic>
      <p:pic>
        <p:nvPicPr>
          <p:cNvPr id="278" name="Picture 4"/>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79" name="Straight Connector 7"/>
          <p:cNvCxnSpPr/>
          <p:nvPr/>
        </p:nvCxnSpPr>
        <p:spPr>
          <a:xfrm>
            <a:off x="377640" y="1227600"/>
            <a:ext cx="11436840" cy="360"/>
          </a:xfrm>
          <a:prstGeom prst="straightConnector1">
            <a:avLst/>
          </a:prstGeom>
          <a:ln w="31750">
            <a:solidFill>
              <a:srgbClr val="00857C"/>
            </a:solidFill>
          </a:ln>
        </p:spPr>
      </p:cxnSp>
      <p:pic>
        <p:nvPicPr>
          <p:cNvPr id="280" name="Picture 2"/>
          <p:cNvPicPr/>
          <p:nvPr/>
        </p:nvPicPr>
        <p:blipFill>
          <a:blip r:embed="rId3"/>
          <a:stretch/>
        </p:blipFill>
        <p:spPr>
          <a:xfrm>
            <a:off x="10607040" y="6364080"/>
            <a:ext cx="968760" cy="455400"/>
          </a:xfrm>
          <a:prstGeom prst="rect">
            <a:avLst/>
          </a:prstGeom>
          <a:ln w="0">
            <a:noFill/>
          </a:ln>
        </p:spPr>
      </p:pic>
      <p:sp>
        <p:nvSpPr>
          <p:cNvPr id="28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82" name="PlaceHolder 1"/>
          <p:cNvSpPr>
            <a:spLocks noGrp="1"/>
          </p:cNvSpPr>
          <p:nvPr>
            <p:ph type="sldNum" idx="3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07FB086-AD35-4459-8611-3B3EF3E82599}"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83" name="Rectangle 6"/>
          <p:cNvSpPr/>
          <p:nvPr/>
        </p:nvSpPr>
        <p:spPr>
          <a:xfrm>
            <a:off x="0" y="4572000"/>
            <a:ext cx="6857640" cy="2285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84" name="Straight Connector 8"/>
          <p:cNvCxnSpPr/>
          <p:nvPr/>
        </p:nvCxnSpPr>
        <p:spPr>
          <a:xfrm>
            <a:off x="0" y="4572000"/>
            <a:ext cx="12192120" cy="360"/>
          </a:xfrm>
          <a:prstGeom prst="straightConnector1">
            <a:avLst/>
          </a:prstGeom>
          <a:ln w="12700">
            <a:solidFill>
              <a:srgbClr val="00857C"/>
            </a:solidFill>
          </a:ln>
        </p:spPr>
      </p:cxnSp>
      <p:sp>
        <p:nvSpPr>
          <p:cNvPr id="285"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86"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87"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88" name="Straight Connector 7"/>
          <p:cNvCxnSpPr/>
          <p:nvPr/>
        </p:nvCxnSpPr>
        <p:spPr>
          <a:xfrm>
            <a:off x="377640" y="1227600"/>
            <a:ext cx="11436840" cy="360"/>
          </a:xfrm>
          <a:prstGeom prst="straightConnector1">
            <a:avLst/>
          </a:prstGeom>
          <a:ln w="31750">
            <a:solidFill>
              <a:srgbClr val="00857C"/>
            </a:solidFill>
          </a:ln>
        </p:spPr>
      </p:cxnSp>
      <p:pic>
        <p:nvPicPr>
          <p:cNvPr id="289" name="Picture 2"/>
          <p:cNvPicPr/>
          <p:nvPr/>
        </p:nvPicPr>
        <p:blipFill>
          <a:blip r:embed="rId3"/>
          <a:stretch/>
        </p:blipFill>
        <p:spPr>
          <a:xfrm>
            <a:off x="10607040" y="6364080"/>
            <a:ext cx="968760" cy="455400"/>
          </a:xfrm>
          <a:prstGeom prst="rect">
            <a:avLst/>
          </a:prstGeom>
          <a:ln w="0">
            <a:noFill/>
          </a:ln>
        </p:spPr>
      </p:pic>
      <p:sp>
        <p:nvSpPr>
          <p:cNvPr id="29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291" name="PlaceHolder 1"/>
          <p:cNvSpPr>
            <a:spLocks noGrp="1"/>
          </p:cNvSpPr>
          <p:nvPr>
            <p:ph type="sldNum" idx="3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16B8E25-362B-4629-81A3-CA8F7ED07628}"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292" name="Rectangle 6"/>
          <p:cNvSpPr/>
          <p:nvPr/>
        </p:nvSpPr>
        <p:spPr>
          <a:xfrm>
            <a:off x="0" y="4572000"/>
            <a:ext cx="6857640" cy="2285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293" name="Straight Connector 8"/>
          <p:cNvCxnSpPr/>
          <p:nvPr/>
        </p:nvCxnSpPr>
        <p:spPr>
          <a:xfrm>
            <a:off x="0" y="4572000"/>
            <a:ext cx="12192120" cy="360"/>
          </a:xfrm>
          <a:prstGeom prst="straightConnector1">
            <a:avLst/>
          </a:prstGeom>
          <a:ln w="12700">
            <a:solidFill>
              <a:srgbClr val="00857C"/>
            </a:solidFill>
          </a:ln>
        </p:spPr>
      </p:cxnSp>
      <p:sp>
        <p:nvSpPr>
          <p:cNvPr id="294"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295"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296" name="Picture 1"/>
          <p:cNvPicPr/>
          <p:nvPr/>
        </p:nvPicPr>
        <p:blipFill>
          <a:blip r:embed="rId4"/>
          <a:stretch/>
        </p:blipFill>
        <p:spPr>
          <a:xfrm>
            <a:off x="-8280" y="4797720"/>
            <a:ext cx="3822840" cy="2068200"/>
          </a:xfrm>
          <a:prstGeom prst="rect">
            <a:avLst/>
          </a:prstGeom>
          <a:ln w="0">
            <a:noFill/>
          </a:ln>
        </p:spPr>
      </p:pic>
      <p:pic>
        <p:nvPicPr>
          <p:cNvPr id="297"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98" name="Straight Connector 7"/>
          <p:cNvCxnSpPr/>
          <p:nvPr/>
        </p:nvCxnSpPr>
        <p:spPr>
          <a:xfrm>
            <a:off x="377640" y="1227600"/>
            <a:ext cx="11436840" cy="360"/>
          </a:xfrm>
          <a:prstGeom prst="straightConnector1">
            <a:avLst/>
          </a:prstGeom>
          <a:ln w="31750">
            <a:solidFill>
              <a:srgbClr val="00857C"/>
            </a:solidFill>
          </a:ln>
        </p:spPr>
      </p:cxnSp>
      <p:pic>
        <p:nvPicPr>
          <p:cNvPr id="299" name="Picture 2"/>
          <p:cNvPicPr/>
          <p:nvPr/>
        </p:nvPicPr>
        <p:blipFill>
          <a:blip r:embed="rId3"/>
          <a:stretch/>
        </p:blipFill>
        <p:spPr>
          <a:xfrm>
            <a:off x="10607040" y="6364080"/>
            <a:ext cx="968760" cy="455400"/>
          </a:xfrm>
          <a:prstGeom prst="rect">
            <a:avLst/>
          </a:prstGeom>
          <a:ln w="0">
            <a:noFill/>
          </a:ln>
        </p:spPr>
      </p:pic>
      <p:sp>
        <p:nvSpPr>
          <p:cNvPr id="30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301" name="Picture 1" descr="A picture containing person, outdoor, building, ground  Description automatically generated"/>
          <p:cNvPicPr/>
          <p:nvPr/>
        </p:nvPicPr>
        <p:blipFill>
          <a:blip r:embed="rId4"/>
          <a:srcRect l="-50"/>
          <a:stretch/>
        </p:blipFill>
        <p:spPr>
          <a:xfrm>
            <a:off x="0" y="0"/>
            <a:ext cx="12191760" cy="6857640"/>
          </a:xfrm>
          <a:prstGeom prst="rect">
            <a:avLst/>
          </a:prstGeom>
          <a:ln w="0">
            <a:noFill/>
          </a:ln>
        </p:spPr>
      </p:pic>
      <p:sp>
        <p:nvSpPr>
          <p:cNvPr id="302" name="PlaceHolder 1"/>
          <p:cNvSpPr>
            <a:spLocks noGrp="1"/>
          </p:cNvSpPr>
          <p:nvPr>
            <p:ph type="sldNum" idx="4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8386E55-DE43-489F-BDAA-9B14E3CC9240}"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03"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304"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305"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306" name="Picture 2"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07" name="Straight Connector 7"/>
          <p:cNvCxnSpPr/>
          <p:nvPr/>
        </p:nvCxnSpPr>
        <p:spPr>
          <a:xfrm>
            <a:off x="377640" y="1227600"/>
            <a:ext cx="11436840" cy="360"/>
          </a:xfrm>
          <a:prstGeom prst="straightConnector1">
            <a:avLst/>
          </a:prstGeom>
          <a:ln w="31750">
            <a:solidFill>
              <a:srgbClr val="00857C"/>
            </a:solidFill>
          </a:ln>
        </p:spPr>
      </p:cxnSp>
      <p:pic>
        <p:nvPicPr>
          <p:cNvPr id="308" name="Picture 2"/>
          <p:cNvPicPr/>
          <p:nvPr/>
        </p:nvPicPr>
        <p:blipFill>
          <a:blip r:embed="rId3"/>
          <a:stretch/>
        </p:blipFill>
        <p:spPr>
          <a:xfrm>
            <a:off x="10607040" y="6364080"/>
            <a:ext cx="968760" cy="455400"/>
          </a:xfrm>
          <a:prstGeom prst="rect">
            <a:avLst/>
          </a:prstGeom>
          <a:ln w="0">
            <a:noFill/>
          </a:ln>
        </p:spPr>
      </p:pic>
      <p:sp>
        <p:nvSpPr>
          <p:cNvPr id="309"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10" name="PlaceHolder 1"/>
          <p:cNvSpPr>
            <a:spLocks noGrp="1"/>
          </p:cNvSpPr>
          <p:nvPr>
            <p:ph type="sldNum" idx="4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98E1D67-5E29-4551-B475-267D0CF6D5A4}"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11" name="Rectangle 6"/>
          <p:cNvSpPr/>
          <p:nvPr/>
        </p:nvSpPr>
        <p:spPr>
          <a:xfrm>
            <a:off x="0" y="4572000"/>
            <a:ext cx="6857640" cy="2285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312" name="Straight Connector 8"/>
          <p:cNvCxnSpPr/>
          <p:nvPr/>
        </p:nvCxnSpPr>
        <p:spPr>
          <a:xfrm>
            <a:off x="0" y="4572000"/>
            <a:ext cx="12192120" cy="360"/>
          </a:xfrm>
          <a:prstGeom prst="straightConnector1">
            <a:avLst/>
          </a:prstGeom>
          <a:ln w="12700">
            <a:solidFill>
              <a:srgbClr val="00857C"/>
            </a:solidFill>
          </a:ln>
        </p:spPr>
      </p:cxnSp>
      <p:sp>
        <p:nvSpPr>
          <p:cNvPr id="313"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314"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315" name="Picture 1" descr="A black and white hexagon pattern  Description automatically generated with low confidence"/>
          <p:cNvPicPr/>
          <p:nvPr/>
        </p:nvPicPr>
        <p:blipFill>
          <a:blip r:embed="rId4"/>
          <a:stretch/>
        </p:blipFill>
        <p:spPr>
          <a:xfrm>
            <a:off x="0" y="4797720"/>
            <a:ext cx="3997800" cy="2068200"/>
          </a:xfrm>
          <a:prstGeom prst="rect">
            <a:avLst/>
          </a:prstGeom>
          <a:ln w="0">
            <a:noFill/>
          </a:ln>
        </p:spPr>
      </p:pic>
      <p:pic>
        <p:nvPicPr>
          <p:cNvPr id="316"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7" name="Straight Connector 7"/>
          <p:cNvCxnSpPr/>
          <p:nvPr/>
        </p:nvCxnSpPr>
        <p:spPr>
          <a:xfrm>
            <a:off x="377640" y="1227600"/>
            <a:ext cx="11436840" cy="360"/>
          </a:xfrm>
          <a:prstGeom prst="straightConnector1">
            <a:avLst/>
          </a:prstGeom>
          <a:ln w="31750">
            <a:solidFill>
              <a:srgbClr val="00857C"/>
            </a:solidFill>
          </a:ln>
        </p:spPr>
      </p:cxnSp>
      <p:pic>
        <p:nvPicPr>
          <p:cNvPr id="318" name="Picture 2"/>
          <p:cNvPicPr/>
          <p:nvPr/>
        </p:nvPicPr>
        <p:blipFill>
          <a:blip r:embed="rId3"/>
          <a:stretch/>
        </p:blipFill>
        <p:spPr>
          <a:xfrm>
            <a:off x="10607040" y="6364080"/>
            <a:ext cx="968760" cy="455400"/>
          </a:xfrm>
          <a:prstGeom prst="rect">
            <a:avLst/>
          </a:prstGeom>
          <a:ln w="0">
            <a:noFill/>
          </a:ln>
        </p:spPr>
      </p:pic>
      <p:sp>
        <p:nvSpPr>
          <p:cNvPr id="319"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20" name="PlaceHolder 1"/>
          <p:cNvSpPr>
            <a:spLocks noGrp="1"/>
          </p:cNvSpPr>
          <p:nvPr>
            <p:ph type="sldNum" idx="4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C60CBD4-3E34-4EF6-BC00-66CE3BFB248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21" name="Rectangle 6"/>
          <p:cNvSpPr/>
          <p:nvPr/>
        </p:nvSpPr>
        <p:spPr>
          <a:xfrm>
            <a:off x="0" y="4572000"/>
            <a:ext cx="6857640" cy="2285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322" name="Straight Connector 8"/>
          <p:cNvCxnSpPr/>
          <p:nvPr/>
        </p:nvCxnSpPr>
        <p:spPr>
          <a:xfrm>
            <a:off x="0" y="4572000"/>
            <a:ext cx="12192120" cy="360"/>
          </a:xfrm>
          <a:prstGeom prst="straightConnector1">
            <a:avLst/>
          </a:prstGeom>
          <a:ln w="12700">
            <a:solidFill>
              <a:srgbClr val="00857C"/>
            </a:solidFill>
          </a:ln>
        </p:spPr>
      </p:cxnSp>
      <p:sp>
        <p:nvSpPr>
          <p:cNvPr id="323" name="PlaceHolder 2"/>
          <p:cNvSpPr>
            <a:spLocks noGrp="1"/>
          </p:cNvSpPr>
          <p:nvPr>
            <p:ph type="body"/>
          </p:nvPr>
        </p:nvSpPr>
        <p:spPr>
          <a:xfrm>
            <a:off x="0" y="0"/>
            <a:ext cx="6857640" cy="4571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324" name="PlaceHolder 3"/>
          <p:cNvSpPr>
            <a:spLocks noGrp="1"/>
          </p:cNvSpPr>
          <p:nvPr>
            <p:ph type="body"/>
          </p:nvPr>
        </p:nvSpPr>
        <p:spPr>
          <a:xfrm>
            <a:off x="7530480" y="1584360"/>
            <a:ext cx="4661280" cy="2689560"/>
          </a:xfrm>
          <a:prstGeom prst="rect">
            <a:avLst/>
          </a:prstGeom>
          <a:noFill/>
          <a:ln w="12600">
            <a:noFill/>
          </a:ln>
        </p:spPr>
        <p:txBody>
          <a:bodyPr lIns="0" tIns="0" rIns="457200" bIns="0" anchor="b">
            <a:noAutofit/>
          </a:bodyPr>
          <a:lstStyle/>
          <a:p>
            <a:pPr indent="0" defTabSz="228600">
              <a:lnSpc>
                <a:spcPct val="100000"/>
              </a:lnSpc>
              <a:spcBef>
                <a:spcPts val="1199"/>
              </a:spcBef>
              <a:spcAft>
                <a:spcPts val="2401"/>
              </a:spcAft>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pic>
        <p:nvPicPr>
          <p:cNvPr id="325" name="Picture 2"/>
          <p:cNvPicPr/>
          <p:nvPr/>
        </p:nvPicPr>
        <p:blipFill>
          <a:blip r:embed="rId4"/>
          <a:stretch/>
        </p:blipFill>
        <p:spPr>
          <a:xfrm>
            <a:off x="0" y="4789440"/>
            <a:ext cx="3860640" cy="2068200"/>
          </a:xfrm>
          <a:prstGeom prst="rect">
            <a:avLst/>
          </a:prstGeom>
          <a:ln w="0">
            <a:noFill/>
          </a:ln>
        </p:spPr>
      </p:pic>
      <p:pic>
        <p:nvPicPr>
          <p:cNvPr id="326"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1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27" name="Straight Connector 7"/>
          <p:cNvCxnSpPr/>
          <p:nvPr/>
        </p:nvCxnSpPr>
        <p:spPr>
          <a:xfrm>
            <a:off x="377640" y="1227600"/>
            <a:ext cx="11436840" cy="360"/>
          </a:xfrm>
          <a:prstGeom prst="straightConnector1">
            <a:avLst/>
          </a:prstGeom>
          <a:ln w="31750">
            <a:solidFill>
              <a:srgbClr val="00857C"/>
            </a:solidFill>
          </a:ln>
        </p:spPr>
      </p:cxnSp>
      <p:pic>
        <p:nvPicPr>
          <p:cNvPr id="328" name="Picture 2"/>
          <p:cNvPicPr/>
          <p:nvPr/>
        </p:nvPicPr>
        <p:blipFill>
          <a:blip r:embed="rId3"/>
          <a:stretch/>
        </p:blipFill>
        <p:spPr>
          <a:xfrm>
            <a:off x="10607040" y="6364080"/>
            <a:ext cx="968760" cy="455400"/>
          </a:xfrm>
          <a:prstGeom prst="rect">
            <a:avLst/>
          </a:prstGeom>
          <a:ln w="0">
            <a:noFill/>
          </a:ln>
        </p:spPr>
      </p:pic>
      <p:sp>
        <p:nvSpPr>
          <p:cNvPr id="329"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30"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31" name="PlaceHolder 2"/>
          <p:cNvSpPr>
            <a:spLocks noGrp="1"/>
          </p:cNvSpPr>
          <p:nvPr>
            <p:ph type="dt" idx="43"/>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32" name="PlaceHolder 3"/>
          <p:cNvSpPr>
            <a:spLocks noGrp="1"/>
          </p:cNvSpPr>
          <p:nvPr>
            <p:ph type="ftr" idx="4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33" name="PlaceHolder 4"/>
          <p:cNvSpPr>
            <a:spLocks noGrp="1"/>
          </p:cNvSpPr>
          <p:nvPr>
            <p:ph type="sldNum" idx="4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4C5F91D-EEB2-44B6-9EB2-A345ED4B2E76}"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34" name="PlaceHolder 5"/>
          <p:cNvSpPr>
            <a:spLocks noGrp="1"/>
          </p:cNvSpPr>
          <p:nvPr>
            <p:ph type="body"/>
          </p:nvPr>
        </p:nvSpPr>
        <p:spPr>
          <a:xfrm>
            <a:off x="374760" y="1371600"/>
            <a:ext cx="11438640" cy="4452840"/>
          </a:xfrm>
          <a:prstGeom prst="rect">
            <a:avLst/>
          </a:prstGeom>
          <a:noFill/>
          <a:ln w="0">
            <a:noFill/>
          </a:ln>
        </p:spPr>
        <p:txBody>
          <a:bodyPr lIns="0" tIns="45720" rIns="0" bIns="0" anchor="t">
            <a:noAutofit/>
          </a:bodyPr>
          <a:lstStyle/>
          <a:p>
            <a:pPr indent="0" defTabSz="685800">
              <a:lnSpc>
                <a:spcPct val="95000"/>
              </a:lnSpc>
              <a:spcAft>
                <a:spcPts val="1199"/>
              </a:spcAft>
              <a:buNone/>
              <a:tabLst>
                <a:tab pos="0" algn="l"/>
              </a:tabLst>
            </a:pPr>
            <a:r>
              <a:rPr lang="en-US" sz="1800" b="0" strike="noStrike" spc="-1">
                <a:solidFill>
                  <a:schemeClr val="dk1"/>
                </a:solidFill>
                <a:latin typeface="Invention"/>
              </a:rPr>
              <a:t>Click to add text</a:t>
            </a:r>
          </a:p>
          <a:p>
            <a:pPr marL="179280" lvl="1" indent="-179280" defTabSz="685800">
              <a:lnSpc>
                <a:spcPct val="95000"/>
              </a:lnSpc>
              <a:spcAft>
                <a:spcPts val="1199"/>
              </a:spcAft>
              <a:buClr>
                <a:srgbClr val="0C2340"/>
              </a:buClr>
              <a:buFont typeface="Arial"/>
              <a:buChar char="•"/>
              <a:tabLst>
                <a:tab pos="0" algn="l"/>
              </a:tabLst>
            </a:pPr>
            <a:r>
              <a:rPr lang="en-US" sz="1600" b="0" strike="noStrike" spc="-1">
                <a:solidFill>
                  <a:schemeClr val="dk1"/>
                </a:solidFill>
                <a:latin typeface="Invention"/>
              </a:rPr>
              <a:t>Second level</a:t>
            </a:r>
          </a:p>
          <a:p>
            <a:pPr marL="349200" lvl="2" indent="-169920" defTabSz="685800">
              <a:lnSpc>
                <a:spcPct val="95000"/>
              </a:lnSpc>
              <a:spcAft>
                <a:spcPts val="1199"/>
              </a:spcAft>
              <a:buClr>
                <a:srgbClr val="0C2340"/>
              </a:buClr>
              <a:buFont typeface="Arial"/>
              <a:buChar char="•"/>
              <a:tabLst>
                <a:tab pos="0" algn="l"/>
              </a:tabLst>
            </a:pPr>
            <a:r>
              <a:rPr lang="en-US" sz="1400" b="0" strike="noStrike" spc="-1">
                <a:solidFill>
                  <a:schemeClr val="dk1"/>
                </a:solidFill>
                <a:latin typeface="Invention"/>
              </a:rPr>
              <a:t>Third level</a:t>
            </a:r>
          </a:p>
          <a:p>
            <a:pPr marL="465120" lvl="3" indent="-115920" defTabSz="685800">
              <a:lnSpc>
                <a:spcPct val="95000"/>
              </a:lnSpc>
              <a:spcAft>
                <a:spcPts val="11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685800">
              <a:lnSpc>
                <a:spcPct val="95000"/>
              </a:lnSpc>
              <a:spcAft>
                <a:spcPts val="1199"/>
              </a:spcAft>
              <a:buClr>
                <a:srgbClr val="0C2340"/>
              </a:buClr>
              <a:buFont typeface="Arial"/>
              <a:buChar char="•"/>
              <a:tabLst>
                <a:tab pos="0" algn="l"/>
              </a:tabLst>
            </a:pPr>
            <a:r>
              <a:rPr lang="en-US" sz="1100" b="0" strike="noStrike" spc="-1">
                <a:solidFill>
                  <a:schemeClr val="dk1"/>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35" name="Straight Connector 7"/>
          <p:cNvCxnSpPr/>
          <p:nvPr/>
        </p:nvCxnSpPr>
        <p:spPr>
          <a:xfrm>
            <a:off x="377640" y="1227600"/>
            <a:ext cx="11436840" cy="360"/>
          </a:xfrm>
          <a:prstGeom prst="straightConnector1">
            <a:avLst/>
          </a:prstGeom>
          <a:ln w="31750">
            <a:solidFill>
              <a:srgbClr val="00857C"/>
            </a:solidFill>
          </a:ln>
        </p:spPr>
      </p:cxnSp>
      <p:pic>
        <p:nvPicPr>
          <p:cNvPr id="336" name="Picture 2"/>
          <p:cNvPicPr/>
          <p:nvPr/>
        </p:nvPicPr>
        <p:blipFill>
          <a:blip r:embed="rId3"/>
          <a:stretch/>
        </p:blipFill>
        <p:spPr>
          <a:xfrm>
            <a:off x="10607040" y="6364080"/>
            <a:ext cx="968760" cy="455400"/>
          </a:xfrm>
          <a:prstGeom prst="rect">
            <a:avLst/>
          </a:prstGeom>
          <a:ln w="0">
            <a:noFill/>
          </a:ln>
        </p:spPr>
      </p:pic>
      <p:sp>
        <p:nvSpPr>
          <p:cNvPr id="337"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3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39" name="PlaceHolder 2"/>
          <p:cNvSpPr>
            <a:spLocks noGrp="1"/>
          </p:cNvSpPr>
          <p:nvPr>
            <p:ph type="body"/>
          </p:nvPr>
        </p:nvSpPr>
        <p:spPr>
          <a:xfrm>
            <a:off x="378000" y="2439360"/>
            <a:ext cx="4245840" cy="30240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40" name="PlaceHolder 3"/>
          <p:cNvSpPr>
            <a:spLocks noGrp="1"/>
          </p:cNvSpPr>
          <p:nvPr>
            <p:ph type="dt" idx="46"/>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41" name="PlaceHolder 4"/>
          <p:cNvSpPr>
            <a:spLocks noGrp="1"/>
          </p:cNvSpPr>
          <p:nvPr>
            <p:ph type="ftr" idx="4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42" name="PlaceHolder 5"/>
          <p:cNvSpPr>
            <a:spLocks noGrp="1"/>
          </p:cNvSpPr>
          <p:nvPr>
            <p:ph type="sldNum" idx="4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60E68D7-06F0-4A6E-9D9F-CC20DA07144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43" name="PlaceHolder 6"/>
          <p:cNvSpPr>
            <a:spLocks noGrp="1"/>
          </p:cNvSpPr>
          <p:nvPr>
            <p:ph type="body"/>
          </p:nvPr>
        </p:nvSpPr>
        <p:spPr>
          <a:xfrm>
            <a:off x="6252120" y="2439360"/>
            <a:ext cx="5561640" cy="30240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Tree>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44" name="Straight Connector 7"/>
          <p:cNvCxnSpPr/>
          <p:nvPr/>
        </p:nvCxnSpPr>
        <p:spPr>
          <a:xfrm>
            <a:off x="377640" y="1227600"/>
            <a:ext cx="11436840" cy="360"/>
          </a:xfrm>
          <a:prstGeom prst="straightConnector1">
            <a:avLst/>
          </a:prstGeom>
          <a:ln w="31750">
            <a:solidFill>
              <a:srgbClr val="00857C"/>
            </a:solidFill>
          </a:ln>
        </p:spPr>
      </p:cxnSp>
      <p:pic>
        <p:nvPicPr>
          <p:cNvPr id="345" name="Picture 2"/>
          <p:cNvPicPr/>
          <p:nvPr/>
        </p:nvPicPr>
        <p:blipFill>
          <a:blip r:embed="rId3"/>
          <a:stretch/>
        </p:blipFill>
        <p:spPr>
          <a:xfrm>
            <a:off x="10607040" y="6364080"/>
            <a:ext cx="968760" cy="455400"/>
          </a:xfrm>
          <a:prstGeom prst="rect">
            <a:avLst/>
          </a:prstGeom>
          <a:ln w="0">
            <a:noFill/>
          </a:ln>
        </p:spPr>
      </p:pic>
      <p:sp>
        <p:nvSpPr>
          <p:cNvPr id="346"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47"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48" name="PlaceHolder 2"/>
          <p:cNvSpPr>
            <a:spLocks noGrp="1"/>
          </p:cNvSpPr>
          <p:nvPr>
            <p:ph type="body"/>
          </p:nvPr>
        </p:nvSpPr>
        <p:spPr>
          <a:xfrm>
            <a:off x="7225200" y="1925640"/>
            <a:ext cx="4588560" cy="353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49" name="PlaceHolder 3"/>
          <p:cNvSpPr>
            <a:spLocks noGrp="1"/>
          </p:cNvSpPr>
          <p:nvPr>
            <p:ph type="dt" idx="49"/>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50" name="PlaceHolder 4"/>
          <p:cNvSpPr>
            <a:spLocks noGrp="1"/>
          </p:cNvSpPr>
          <p:nvPr>
            <p:ph type="ftr" idx="5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51" name="PlaceHolder 5"/>
          <p:cNvSpPr>
            <a:spLocks noGrp="1"/>
          </p:cNvSpPr>
          <p:nvPr>
            <p:ph type="sldNum" idx="5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B41B3B2-75C8-4AA4-B603-160C5A1DBA4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52" name="PlaceHolder 6"/>
          <p:cNvSpPr>
            <a:spLocks noGrp="1"/>
          </p:cNvSpPr>
          <p:nvPr>
            <p:ph type="body"/>
          </p:nvPr>
        </p:nvSpPr>
        <p:spPr>
          <a:xfrm>
            <a:off x="378000" y="1925640"/>
            <a:ext cx="5717880" cy="353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Tree>
  </p:cSld>
  <p:clrMap bg1="lt1" tx1="dk1" bg2="lt2" tx2="dk2" accent1="accent1" accent2="accent2" accent3="accent3" accent4="accent4" accent5="accent5" accent6="accent6" hlink="hlink" folHlink="folHlink"/>
  <p:sldLayoutIdLst>
    <p:sldLayoutId id="21474837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53" name="Straight Connector 7"/>
          <p:cNvCxnSpPr/>
          <p:nvPr/>
        </p:nvCxnSpPr>
        <p:spPr>
          <a:xfrm>
            <a:off x="377640" y="1227600"/>
            <a:ext cx="11436840" cy="360"/>
          </a:xfrm>
          <a:prstGeom prst="straightConnector1">
            <a:avLst/>
          </a:prstGeom>
          <a:ln w="31750">
            <a:solidFill>
              <a:srgbClr val="00857C"/>
            </a:solidFill>
          </a:ln>
        </p:spPr>
      </p:cxnSp>
      <p:pic>
        <p:nvPicPr>
          <p:cNvPr id="354" name="Picture 2"/>
          <p:cNvPicPr/>
          <p:nvPr/>
        </p:nvPicPr>
        <p:blipFill>
          <a:blip r:embed="rId3"/>
          <a:stretch/>
        </p:blipFill>
        <p:spPr>
          <a:xfrm>
            <a:off x="10607040" y="6364080"/>
            <a:ext cx="968760" cy="455400"/>
          </a:xfrm>
          <a:prstGeom prst="rect">
            <a:avLst/>
          </a:prstGeom>
          <a:ln w="0">
            <a:noFill/>
          </a:ln>
        </p:spPr>
      </p:pic>
      <p:sp>
        <p:nvSpPr>
          <p:cNvPr id="355"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56"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57" name="PlaceHolder 2"/>
          <p:cNvSpPr>
            <a:spLocks noGrp="1"/>
          </p:cNvSpPr>
          <p:nvPr>
            <p:ph type="body"/>
          </p:nvPr>
        </p:nvSpPr>
        <p:spPr>
          <a:xfrm>
            <a:off x="378000" y="1925640"/>
            <a:ext cx="683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58" name="PlaceHolder 3"/>
          <p:cNvSpPr>
            <a:spLocks noGrp="1"/>
          </p:cNvSpPr>
          <p:nvPr>
            <p:ph type="body"/>
          </p:nvPr>
        </p:nvSpPr>
        <p:spPr>
          <a:xfrm>
            <a:off x="7566120" y="1925640"/>
            <a:ext cx="424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59" name="PlaceHolder 4"/>
          <p:cNvSpPr>
            <a:spLocks noGrp="1"/>
          </p:cNvSpPr>
          <p:nvPr>
            <p:ph type="dt" idx="52"/>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60" name="PlaceHolder 5"/>
          <p:cNvSpPr>
            <a:spLocks noGrp="1"/>
          </p:cNvSpPr>
          <p:nvPr>
            <p:ph type="ftr" idx="5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61" name="PlaceHolder 6"/>
          <p:cNvSpPr>
            <a:spLocks noGrp="1"/>
          </p:cNvSpPr>
          <p:nvPr>
            <p:ph type="sldNum" idx="5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39AEDD1-0790-4D91-8E9D-0D8111D03E5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62" name="Straight Connector 7"/>
          <p:cNvCxnSpPr/>
          <p:nvPr/>
        </p:nvCxnSpPr>
        <p:spPr>
          <a:xfrm>
            <a:off x="377640" y="1227600"/>
            <a:ext cx="11436840" cy="360"/>
          </a:xfrm>
          <a:prstGeom prst="straightConnector1">
            <a:avLst/>
          </a:prstGeom>
          <a:ln w="31750">
            <a:solidFill>
              <a:srgbClr val="00857C"/>
            </a:solidFill>
          </a:ln>
        </p:spPr>
      </p:cxnSp>
      <p:pic>
        <p:nvPicPr>
          <p:cNvPr id="363" name="Picture 2"/>
          <p:cNvPicPr/>
          <p:nvPr/>
        </p:nvPicPr>
        <p:blipFill>
          <a:blip r:embed="rId3"/>
          <a:stretch/>
        </p:blipFill>
        <p:spPr>
          <a:xfrm>
            <a:off x="10607040" y="6364080"/>
            <a:ext cx="968760" cy="455400"/>
          </a:xfrm>
          <a:prstGeom prst="rect">
            <a:avLst/>
          </a:prstGeom>
          <a:ln w="0">
            <a:noFill/>
          </a:ln>
        </p:spPr>
      </p:pic>
      <p:sp>
        <p:nvSpPr>
          <p:cNvPr id="364"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65"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66" name="PlaceHolder 2"/>
          <p:cNvSpPr>
            <a:spLocks noGrp="1"/>
          </p:cNvSpPr>
          <p:nvPr>
            <p:ph type="body"/>
          </p:nvPr>
        </p:nvSpPr>
        <p:spPr>
          <a:xfrm>
            <a:off x="378000" y="1925640"/>
            <a:ext cx="424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67" name="PlaceHolder 3"/>
          <p:cNvSpPr>
            <a:spLocks noGrp="1"/>
          </p:cNvSpPr>
          <p:nvPr>
            <p:ph type="body"/>
          </p:nvPr>
        </p:nvSpPr>
        <p:spPr>
          <a:xfrm>
            <a:off x="4974120" y="1925640"/>
            <a:ext cx="683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68" name="PlaceHolder 4"/>
          <p:cNvSpPr>
            <a:spLocks noGrp="1"/>
          </p:cNvSpPr>
          <p:nvPr>
            <p:ph type="dt" idx="55"/>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69" name="PlaceHolder 5"/>
          <p:cNvSpPr>
            <a:spLocks noGrp="1"/>
          </p:cNvSpPr>
          <p:nvPr>
            <p:ph type="ftr" idx="5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70" name="PlaceHolder 6"/>
          <p:cNvSpPr>
            <a:spLocks noGrp="1"/>
          </p:cNvSpPr>
          <p:nvPr>
            <p:ph type="sldNum" idx="5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DF6ED8C-7223-44F1-B8AA-1055A76C063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72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1" name="Straight Connector 7"/>
          <p:cNvCxnSpPr/>
          <p:nvPr/>
        </p:nvCxnSpPr>
        <p:spPr>
          <a:xfrm>
            <a:off x="377640" y="1227600"/>
            <a:ext cx="11436840" cy="360"/>
          </a:xfrm>
          <a:prstGeom prst="straightConnector1">
            <a:avLst/>
          </a:prstGeom>
          <a:ln w="31750">
            <a:solidFill>
              <a:srgbClr val="00857C"/>
            </a:solidFill>
          </a:ln>
        </p:spPr>
      </p:cxnSp>
      <p:pic>
        <p:nvPicPr>
          <p:cNvPr id="372" name="Picture 2"/>
          <p:cNvPicPr/>
          <p:nvPr/>
        </p:nvPicPr>
        <p:blipFill>
          <a:blip r:embed="rId3"/>
          <a:stretch/>
        </p:blipFill>
        <p:spPr>
          <a:xfrm>
            <a:off x="10607040" y="6364080"/>
            <a:ext cx="968760" cy="455400"/>
          </a:xfrm>
          <a:prstGeom prst="rect">
            <a:avLst/>
          </a:prstGeom>
          <a:ln w="0">
            <a:noFill/>
          </a:ln>
        </p:spPr>
      </p:pic>
      <p:sp>
        <p:nvSpPr>
          <p:cNvPr id="373"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7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75" name="PlaceHolder 2"/>
          <p:cNvSpPr>
            <a:spLocks noGrp="1"/>
          </p:cNvSpPr>
          <p:nvPr>
            <p:ph type="body"/>
          </p:nvPr>
        </p:nvSpPr>
        <p:spPr>
          <a:xfrm>
            <a:off x="378000" y="1925640"/>
            <a:ext cx="550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376" name="PlaceHolder 3"/>
          <p:cNvSpPr>
            <a:spLocks noGrp="1"/>
          </p:cNvSpPr>
          <p:nvPr>
            <p:ph type="dt" idx="58"/>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77" name="PlaceHolder 4"/>
          <p:cNvSpPr>
            <a:spLocks noGrp="1"/>
          </p:cNvSpPr>
          <p:nvPr>
            <p:ph type="ftr" idx="5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78" name="PlaceHolder 5"/>
          <p:cNvSpPr>
            <a:spLocks noGrp="1"/>
          </p:cNvSpPr>
          <p:nvPr>
            <p:ph type="sldNum" idx="6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B4CDF7C-99E8-422E-B2B5-B61D419C38C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79" name="PlaceHolder 6"/>
          <p:cNvSpPr>
            <a:spLocks noGrp="1"/>
          </p:cNvSpPr>
          <p:nvPr>
            <p:ph type="body"/>
          </p:nvPr>
        </p:nvSpPr>
        <p:spPr>
          <a:xfrm>
            <a:off x="6306120" y="1925640"/>
            <a:ext cx="550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0" name="Straight Connector 7"/>
          <p:cNvCxnSpPr/>
          <p:nvPr/>
        </p:nvCxnSpPr>
        <p:spPr>
          <a:xfrm>
            <a:off x="377640" y="1227600"/>
            <a:ext cx="11436840" cy="360"/>
          </a:xfrm>
          <a:prstGeom prst="straightConnector1">
            <a:avLst/>
          </a:prstGeom>
          <a:ln w="31750">
            <a:solidFill>
              <a:srgbClr val="00857C"/>
            </a:solidFill>
          </a:ln>
        </p:spPr>
      </p:cxnSp>
      <p:pic>
        <p:nvPicPr>
          <p:cNvPr id="381" name="Picture 2"/>
          <p:cNvPicPr/>
          <p:nvPr/>
        </p:nvPicPr>
        <p:blipFill>
          <a:blip r:embed="rId3"/>
          <a:stretch/>
        </p:blipFill>
        <p:spPr>
          <a:xfrm>
            <a:off x="10607040" y="6364080"/>
            <a:ext cx="968760" cy="455400"/>
          </a:xfrm>
          <a:prstGeom prst="rect">
            <a:avLst/>
          </a:prstGeom>
          <a:ln w="0">
            <a:noFill/>
          </a:ln>
        </p:spPr>
      </p:pic>
      <p:sp>
        <p:nvSpPr>
          <p:cNvPr id="382"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83"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84" name="PlaceHolder 2"/>
          <p:cNvSpPr>
            <a:spLocks noGrp="1"/>
          </p:cNvSpPr>
          <p:nvPr>
            <p:ph type="dt" idx="61"/>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385" name="PlaceHolder 3"/>
          <p:cNvSpPr>
            <a:spLocks noGrp="1"/>
          </p:cNvSpPr>
          <p:nvPr>
            <p:ph type="ftr" idx="6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86" name="PlaceHolder 4"/>
          <p:cNvSpPr>
            <a:spLocks noGrp="1"/>
          </p:cNvSpPr>
          <p:nvPr>
            <p:ph type="sldNum" idx="6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365668B-5384-4665-B1E5-005AE83A31BC}"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387" name="Rectangle 9"/>
          <p:cNvSpPr/>
          <p:nvPr/>
        </p:nvSpPr>
        <p:spPr>
          <a:xfrm>
            <a:off x="8281440" y="3362760"/>
            <a:ext cx="3095280" cy="24948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2000" b="0" strike="noStrike" spc="-1">
              <a:solidFill>
                <a:schemeClr val="dk1"/>
              </a:solidFill>
              <a:latin typeface="Invention Light"/>
            </a:endParaRPr>
          </a:p>
        </p:txBody>
      </p:sp>
      <p:sp>
        <p:nvSpPr>
          <p:cNvPr id="388" name="Rectangle 10"/>
          <p:cNvSpPr/>
          <p:nvPr/>
        </p:nvSpPr>
        <p:spPr>
          <a:xfrm>
            <a:off x="939960" y="5857920"/>
            <a:ext cx="3095280" cy="9396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389" name="Rectangle 11"/>
          <p:cNvSpPr/>
          <p:nvPr/>
        </p:nvSpPr>
        <p:spPr>
          <a:xfrm>
            <a:off x="4610520" y="5857920"/>
            <a:ext cx="3095280" cy="9396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390" name="Rectangle 12"/>
          <p:cNvSpPr/>
          <p:nvPr/>
        </p:nvSpPr>
        <p:spPr>
          <a:xfrm>
            <a:off x="8281440" y="5857920"/>
            <a:ext cx="3095280" cy="9396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391" name="PlaceHolder 5"/>
          <p:cNvSpPr>
            <a:spLocks noGrp="1"/>
          </p:cNvSpPr>
          <p:nvPr>
            <p:ph type="body"/>
          </p:nvPr>
        </p:nvSpPr>
        <p:spPr>
          <a:xfrm>
            <a:off x="939600" y="3389400"/>
            <a:ext cx="3095280" cy="2468160"/>
          </a:xfrm>
          <a:prstGeom prst="rect">
            <a:avLst/>
          </a:prstGeom>
          <a:solidFill>
            <a:schemeClr val="lt1">
              <a:lumMod val="95000"/>
            </a:schemeClr>
          </a:solidFill>
          <a:ln w="0">
            <a:noFill/>
          </a:ln>
        </p:spPr>
        <p:txBody>
          <a:bodyPr lIns="91440" tIns="0" rIns="0" bIns="0" anchor="ctr">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392" name="PlaceHolder 6"/>
          <p:cNvSpPr>
            <a:spLocks noGrp="1"/>
          </p:cNvSpPr>
          <p:nvPr>
            <p:ph type="body"/>
          </p:nvPr>
        </p:nvSpPr>
        <p:spPr>
          <a:xfrm>
            <a:off x="4610520" y="3389400"/>
            <a:ext cx="3095280" cy="2468160"/>
          </a:xfrm>
          <a:prstGeom prst="rect">
            <a:avLst/>
          </a:prstGeom>
          <a:solidFill>
            <a:schemeClr val="lt1">
              <a:lumMod val="95000"/>
            </a:schemeClr>
          </a:solidFill>
          <a:ln w="0">
            <a:noFill/>
          </a:ln>
        </p:spPr>
        <p:txBody>
          <a:bodyPr lIns="91440" tIns="0" rIns="0" bIns="0" anchor="ctr">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393" name="PlaceHolder 7"/>
          <p:cNvSpPr>
            <a:spLocks noGrp="1"/>
          </p:cNvSpPr>
          <p:nvPr>
            <p:ph type="body"/>
          </p:nvPr>
        </p:nvSpPr>
        <p:spPr>
          <a:xfrm>
            <a:off x="8281440" y="3389400"/>
            <a:ext cx="3095280" cy="2468160"/>
          </a:xfrm>
          <a:prstGeom prst="rect">
            <a:avLst/>
          </a:prstGeom>
          <a:solidFill>
            <a:schemeClr val="lt1">
              <a:lumMod val="95000"/>
            </a:schemeClr>
          </a:solidFill>
          <a:ln w="0">
            <a:noFill/>
          </a:ln>
        </p:spPr>
        <p:txBody>
          <a:bodyPr lIns="91440" tIns="0" rIns="0" bIns="0" anchor="ctr">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394" name="PlaceHolder 8"/>
          <p:cNvSpPr>
            <a:spLocks noGrp="1"/>
          </p:cNvSpPr>
          <p:nvPr>
            <p:ph type="body"/>
          </p:nvPr>
        </p:nvSpPr>
        <p:spPr>
          <a:xfrm>
            <a:off x="378000" y="1630800"/>
            <a:ext cx="11436120" cy="130860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rgbClr val="0C2340"/>
                </a:solidFill>
                <a:latin typeface="Invention Light"/>
              </a:rPr>
              <a:t>Click to edit Master text styles</a:t>
            </a:r>
            <a:endParaRPr lang="en-US" sz="18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95" name="Straight Connector 7"/>
          <p:cNvCxnSpPr/>
          <p:nvPr/>
        </p:nvCxnSpPr>
        <p:spPr>
          <a:xfrm>
            <a:off x="377640" y="1227600"/>
            <a:ext cx="11436840" cy="360"/>
          </a:xfrm>
          <a:prstGeom prst="straightConnector1">
            <a:avLst/>
          </a:prstGeom>
          <a:ln w="31750">
            <a:solidFill>
              <a:srgbClr val="00857C"/>
            </a:solidFill>
          </a:ln>
        </p:spPr>
      </p:cxnSp>
      <p:pic>
        <p:nvPicPr>
          <p:cNvPr id="396" name="Picture 2"/>
          <p:cNvPicPr/>
          <p:nvPr/>
        </p:nvPicPr>
        <p:blipFill>
          <a:blip r:embed="rId3"/>
          <a:stretch/>
        </p:blipFill>
        <p:spPr>
          <a:xfrm>
            <a:off x="10607040" y="6364080"/>
            <a:ext cx="968760" cy="455400"/>
          </a:xfrm>
          <a:prstGeom prst="rect">
            <a:avLst/>
          </a:prstGeom>
          <a:ln w="0">
            <a:noFill/>
          </a:ln>
        </p:spPr>
      </p:pic>
      <p:sp>
        <p:nvSpPr>
          <p:cNvPr id="397"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39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399" name="PlaceHolder 2"/>
          <p:cNvSpPr>
            <a:spLocks noGrp="1"/>
          </p:cNvSpPr>
          <p:nvPr>
            <p:ph type="body"/>
          </p:nvPr>
        </p:nvSpPr>
        <p:spPr>
          <a:xfrm>
            <a:off x="37800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a:p>
            <a:pPr marL="108000" lvl="1" indent="-108000" defTabSz="914400">
              <a:lnSpc>
                <a:spcPct val="100000"/>
              </a:lnSpc>
              <a:spcBef>
                <a:spcPts val="1199"/>
              </a:spcBef>
              <a:spcAft>
                <a:spcPts val="1599"/>
              </a:spcAft>
              <a:buClr>
                <a:srgbClr val="0C2340"/>
              </a:buClr>
              <a:buFont typeface="Arial"/>
              <a:buChar char="•"/>
              <a:tabLst>
                <a:tab pos="0" algn="l"/>
              </a:tabLst>
            </a:pPr>
            <a:r>
              <a:rPr lang="en-US" sz="1200" b="0" strike="noStrike" spc="-1">
                <a:solidFill>
                  <a:schemeClr val="dk1"/>
                </a:solidFill>
                <a:latin typeface="Invention"/>
              </a:rPr>
              <a:t>Second level</a:t>
            </a:r>
          </a:p>
        </p:txBody>
      </p:sp>
      <p:sp>
        <p:nvSpPr>
          <p:cNvPr id="400" name="PlaceHolder 3"/>
          <p:cNvSpPr>
            <a:spLocks noGrp="1"/>
          </p:cNvSpPr>
          <p:nvPr>
            <p:ph type="dt" idx="6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401" name="PlaceHolder 4"/>
          <p:cNvSpPr>
            <a:spLocks noGrp="1"/>
          </p:cNvSpPr>
          <p:nvPr>
            <p:ph type="ftr" idx="6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02" name="PlaceHolder 5"/>
          <p:cNvSpPr>
            <a:spLocks noGrp="1"/>
          </p:cNvSpPr>
          <p:nvPr>
            <p:ph type="sldNum" idx="6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A4BBF2E-7FE9-40D5-8451-F8C8D9643B2C}"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03" name="PlaceHolder 6"/>
          <p:cNvSpPr>
            <a:spLocks noGrp="1"/>
          </p:cNvSpPr>
          <p:nvPr>
            <p:ph type="body"/>
          </p:nvPr>
        </p:nvSpPr>
        <p:spPr>
          <a:xfrm>
            <a:off x="327204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a:p>
            <a:pPr marL="108000" lvl="1" indent="-108000" defTabSz="914400">
              <a:lnSpc>
                <a:spcPct val="100000"/>
              </a:lnSpc>
              <a:spcBef>
                <a:spcPts val="1199"/>
              </a:spcBef>
              <a:spcAft>
                <a:spcPts val="1599"/>
              </a:spcAft>
              <a:buClr>
                <a:srgbClr val="0C2340"/>
              </a:buClr>
              <a:buFont typeface="Arial"/>
              <a:buChar char="•"/>
              <a:tabLst>
                <a:tab pos="0" algn="l"/>
              </a:tabLst>
            </a:pPr>
            <a:r>
              <a:rPr lang="en-US" sz="1200" b="0" strike="noStrike" spc="-1">
                <a:solidFill>
                  <a:schemeClr val="dk1"/>
                </a:solidFill>
                <a:latin typeface="Invention"/>
              </a:rPr>
              <a:t>Second level</a:t>
            </a:r>
          </a:p>
        </p:txBody>
      </p:sp>
      <p:sp>
        <p:nvSpPr>
          <p:cNvPr id="404" name="PlaceHolder 7"/>
          <p:cNvSpPr>
            <a:spLocks noGrp="1"/>
          </p:cNvSpPr>
          <p:nvPr>
            <p:ph type="body"/>
          </p:nvPr>
        </p:nvSpPr>
        <p:spPr>
          <a:xfrm>
            <a:off x="616608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a:p>
            <a:pPr marL="108000" lvl="1" indent="-108000" defTabSz="914400">
              <a:lnSpc>
                <a:spcPct val="100000"/>
              </a:lnSpc>
              <a:spcBef>
                <a:spcPts val="1199"/>
              </a:spcBef>
              <a:spcAft>
                <a:spcPts val="1599"/>
              </a:spcAft>
              <a:buClr>
                <a:srgbClr val="0C2340"/>
              </a:buClr>
              <a:buFont typeface="Arial"/>
              <a:buChar char="•"/>
              <a:tabLst>
                <a:tab pos="0" algn="l"/>
              </a:tabLst>
            </a:pPr>
            <a:r>
              <a:rPr lang="en-US" sz="1200" b="0" strike="noStrike" spc="-1">
                <a:solidFill>
                  <a:schemeClr val="dk1"/>
                </a:solidFill>
                <a:latin typeface="Invention"/>
              </a:rPr>
              <a:t>Second level</a:t>
            </a:r>
          </a:p>
        </p:txBody>
      </p:sp>
      <p:sp>
        <p:nvSpPr>
          <p:cNvPr id="405" name="PlaceHolder 8"/>
          <p:cNvSpPr>
            <a:spLocks noGrp="1"/>
          </p:cNvSpPr>
          <p:nvPr>
            <p:ph type="body"/>
          </p:nvPr>
        </p:nvSpPr>
        <p:spPr>
          <a:xfrm>
            <a:off x="906012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a:p>
            <a:pPr marL="108000" lvl="1" indent="-108000" defTabSz="914400">
              <a:lnSpc>
                <a:spcPct val="100000"/>
              </a:lnSpc>
              <a:spcBef>
                <a:spcPts val="1199"/>
              </a:spcBef>
              <a:spcAft>
                <a:spcPts val="1599"/>
              </a:spcAft>
              <a:buClr>
                <a:srgbClr val="0C2340"/>
              </a:buClr>
              <a:buFont typeface="Arial"/>
              <a:buChar char="•"/>
              <a:tabLst>
                <a:tab pos="0" algn="l"/>
              </a:tabLst>
            </a:pPr>
            <a:r>
              <a:rPr lang="en-US" sz="1200" b="0" strike="noStrike" spc="-1">
                <a:solidFill>
                  <a:schemeClr val="dk1"/>
                </a:solidFill>
                <a:latin typeface="Invention"/>
              </a:rPr>
              <a:t>Second level</a:t>
            </a:r>
          </a:p>
        </p:txBody>
      </p:sp>
      <p:sp>
        <p:nvSpPr>
          <p:cNvPr id="406" name="PlaceHolder 9"/>
          <p:cNvSpPr>
            <a:spLocks noGrp="1"/>
          </p:cNvSpPr>
          <p:nvPr>
            <p:ph type="body"/>
          </p:nvPr>
        </p:nvSpPr>
        <p:spPr>
          <a:xfrm>
            <a:off x="37800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spcBef>
                <a:spcPts val="1199"/>
              </a:spcBef>
              <a:buNone/>
              <a:tabLst>
                <a:tab pos="0" algn="l"/>
              </a:tabLst>
            </a:pPr>
            <a:r>
              <a:rPr lang="en-US" sz="1600" b="0" strike="noStrike" spc="-1">
                <a:solidFill>
                  <a:schemeClr val="lt1"/>
                </a:solidFill>
                <a:latin typeface="Invention"/>
              </a:rPr>
              <a:t>Click to edit Master text styles</a:t>
            </a:r>
            <a:endParaRPr lang="en-US" sz="1600" b="0" strike="noStrike" spc="-1">
              <a:solidFill>
                <a:schemeClr val="dk1"/>
              </a:solidFill>
              <a:latin typeface="Invention"/>
            </a:endParaRPr>
          </a:p>
        </p:txBody>
      </p:sp>
      <p:sp>
        <p:nvSpPr>
          <p:cNvPr id="407" name="PlaceHolder 10"/>
          <p:cNvSpPr>
            <a:spLocks noGrp="1"/>
          </p:cNvSpPr>
          <p:nvPr>
            <p:ph type="body"/>
          </p:nvPr>
        </p:nvSpPr>
        <p:spPr>
          <a:xfrm>
            <a:off x="327168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spcBef>
                <a:spcPts val="1199"/>
              </a:spcBef>
              <a:buNone/>
              <a:tabLst>
                <a:tab pos="0" algn="l"/>
              </a:tabLst>
            </a:pPr>
            <a:r>
              <a:rPr lang="en-US" sz="1600" b="0" strike="noStrike" spc="-1">
                <a:solidFill>
                  <a:schemeClr val="lt1"/>
                </a:solidFill>
                <a:latin typeface="Invention"/>
              </a:rPr>
              <a:t>Click to edit Master text styles</a:t>
            </a:r>
            <a:endParaRPr lang="en-US" sz="1600" b="0" strike="noStrike" spc="-1">
              <a:solidFill>
                <a:schemeClr val="dk1"/>
              </a:solidFill>
              <a:latin typeface="Invention"/>
            </a:endParaRPr>
          </a:p>
        </p:txBody>
      </p:sp>
      <p:sp>
        <p:nvSpPr>
          <p:cNvPr id="408" name="PlaceHolder 11"/>
          <p:cNvSpPr>
            <a:spLocks noGrp="1"/>
          </p:cNvSpPr>
          <p:nvPr>
            <p:ph type="body"/>
          </p:nvPr>
        </p:nvSpPr>
        <p:spPr>
          <a:xfrm>
            <a:off x="616536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spcBef>
                <a:spcPts val="1199"/>
              </a:spcBef>
              <a:buNone/>
              <a:tabLst>
                <a:tab pos="0" algn="l"/>
              </a:tabLst>
            </a:pPr>
            <a:r>
              <a:rPr lang="en-US" sz="1600" b="0" strike="noStrike" spc="-1">
                <a:solidFill>
                  <a:schemeClr val="lt1"/>
                </a:solidFill>
                <a:latin typeface="Invention"/>
              </a:rPr>
              <a:t>Click to edit Master text styles</a:t>
            </a:r>
            <a:endParaRPr lang="en-US" sz="1600" b="0" strike="noStrike" spc="-1">
              <a:solidFill>
                <a:schemeClr val="dk1"/>
              </a:solidFill>
              <a:latin typeface="Invention"/>
            </a:endParaRPr>
          </a:p>
        </p:txBody>
      </p:sp>
      <p:sp>
        <p:nvSpPr>
          <p:cNvPr id="409" name="PlaceHolder 12"/>
          <p:cNvSpPr>
            <a:spLocks noGrp="1"/>
          </p:cNvSpPr>
          <p:nvPr>
            <p:ph type="body"/>
          </p:nvPr>
        </p:nvSpPr>
        <p:spPr>
          <a:xfrm>
            <a:off x="905940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spcBef>
                <a:spcPts val="1199"/>
              </a:spcBef>
              <a:buNone/>
              <a:tabLst>
                <a:tab pos="0" algn="l"/>
              </a:tabLst>
            </a:pPr>
            <a:r>
              <a:rPr lang="en-US" sz="1600" b="0" strike="noStrike" spc="-1">
                <a:solidFill>
                  <a:schemeClr val="lt1"/>
                </a:solidFill>
                <a:latin typeface="Invention"/>
              </a:rPr>
              <a:t>Click to edit Master text styles</a:t>
            </a:r>
            <a:endParaRPr lang="en-US" sz="16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10" name="Straight Connector 7"/>
          <p:cNvCxnSpPr/>
          <p:nvPr/>
        </p:nvCxnSpPr>
        <p:spPr>
          <a:xfrm>
            <a:off x="377640" y="1227600"/>
            <a:ext cx="11436840" cy="360"/>
          </a:xfrm>
          <a:prstGeom prst="straightConnector1">
            <a:avLst/>
          </a:prstGeom>
          <a:ln w="31750">
            <a:solidFill>
              <a:srgbClr val="00857C"/>
            </a:solidFill>
          </a:ln>
        </p:spPr>
      </p:cxnSp>
      <p:pic>
        <p:nvPicPr>
          <p:cNvPr id="411" name="Picture 2"/>
          <p:cNvPicPr/>
          <p:nvPr/>
        </p:nvPicPr>
        <p:blipFill>
          <a:blip r:embed="rId3"/>
          <a:stretch/>
        </p:blipFill>
        <p:spPr>
          <a:xfrm>
            <a:off x="10607040" y="6364080"/>
            <a:ext cx="968760" cy="455400"/>
          </a:xfrm>
          <a:prstGeom prst="rect">
            <a:avLst/>
          </a:prstGeom>
          <a:ln w="0">
            <a:noFill/>
          </a:ln>
        </p:spPr>
      </p:pic>
      <p:sp>
        <p:nvSpPr>
          <p:cNvPr id="41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413" name="Picture 1" descr="A picture containing person, indoor  Description automatically generated"/>
          <p:cNvPicPr/>
          <p:nvPr/>
        </p:nvPicPr>
        <p:blipFill>
          <a:blip r:embed="rId4"/>
          <a:stretch/>
        </p:blipFill>
        <p:spPr>
          <a:xfrm>
            <a:off x="0" y="0"/>
            <a:ext cx="12191760" cy="6857640"/>
          </a:xfrm>
          <a:prstGeom prst="rect">
            <a:avLst/>
          </a:prstGeom>
          <a:ln w="0">
            <a:noFill/>
          </a:ln>
        </p:spPr>
      </p:pic>
      <p:sp>
        <p:nvSpPr>
          <p:cNvPr id="414" name="PlaceHolder 1"/>
          <p:cNvSpPr>
            <a:spLocks noGrp="1"/>
          </p:cNvSpPr>
          <p:nvPr>
            <p:ph type="sldNum" idx="6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74120AE-42B9-4351-8F4A-A3B78E31547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15"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416"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417"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dk1"/>
                </a:solidFill>
                <a:latin typeface="Invention"/>
              </a:rPr>
              <a:t>Year</a:t>
            </a:r>
            <a:endParaRPr lang="en-US" sz="1800" b="0" strike="noStrike" spc="-1">
              <a:solidFill>
                <a:schemeClr val="dk1"/>
              </a:solidFill>
              <a:latin typeface="Invention"/>
            </a:endParaRPr>
          </a:p>
        </p:txBody>
      </p:sp>
      <p:pic>
        <p:nvPicPr>
          <p:cNvPr id="418" name="Picture 2"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3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19" name="Straight Connector 7"/>
          <p:cNvCxnSpPr/>
          <p:nvPr/>
        </p:nvCxnSpPr>
        <p:spPr>
          <a:xfrm>
            <a:off x="377640" y="1227600"/>
            <a:ext cx="11436840" cy="360"/>
          </a:xfrm>
          <a:prstGeom prst="straightConnector1">
            <a:avLst/>
          </a:prstGeom>
          <a:ln w="31750">
            <a:solidFill>
              <a:srgbClr val="00857C"/>
            </a:solidFill>
          </a:ln>
        </p:spPr>
      </p:cxnSp>
      <p:pic>
        <p:nvPicPr>
          <p:cNvPr id="420" name="Picture 2"/>
          <p:cNvPicPr/>
          <p:nvPr/>
        </p:nvPicPr>
        <p:blipFill>
          <a:blip r:embed="rId3"/>
          <a:stretch/>
        </p:blipFill>
        <p:spPr>
          <a:xfrm>
            <a:off x="10607040" y="6364080"/>
            <a:ext cx="968760" cy="455400"/>
          </a:xfrm>
          <a:prstGeom prst="rect">
            <a:avLst/>
          </a:prstGeom>
          <a:ln w="0">
            <a:noFill/>
          </a:ln>
        </p:spPr>
      </p:pic>
      <p:sp>
        <p:nvSpPr>
          <p:cNvPr id="42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422" name="PlaceHolder 1"/>
          <p:cNvSpPr>
            <a:spLocks noGrp="1"/>
          </p:cNvSpPr>
          <p:nvPr>
            <p:ph type="dt" idx="68"/>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423" name="PlaceHolder 2"/>
          <p:cNvSpPr>
            <a:spLocks noGrp="1"/>
          </p:cNvSpPr>
          <p:nvPr>
            <p:ph type="ftr" idx="6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24" name="PlaceHolder 3"/>
          <p:cNvSpPr>
            <a:spLocks noGrp="1"/>
          </p:cNvSpPr>
          <p:nvPr>
            <p:ph type="sldNum" idx="7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DF2E2084-1128-4D3F-A1D0-B0A5716C805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25" name="Rectangle 5"/>
          <p:cNvSpPr/>
          <p:nvPr/>
        </p:nvSpPr>
        <p:spPr>
          <a:xfrm>
            <a:off x="9139320" y="1761840"/>
            <a:ext cx="3052440" cy="4501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426" name="Rectangle 6"/>
          <p:cNvSpPr/>
          <p:nvPr/>
        </p:nvSpPr>
        <p:spPr>
          <a:xfrm>
            <a:off x="6091200" y="1761840"/>
            <a:ext cx="3052440" cy="450180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427" name="Rectangle 7"/>
          <p:cNvSpPr/>
          <p:nvPr/>
        </p:nvSpPr>
        <p:spPr>
          <a:xfrm>
            <a:off x="3043080" y="1761840"/>
            <a:ext cx="3052440" cy="4501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428" name="Rectangle 8"/>
          <p:cNvSpPr/>
          <p:nvPr/>
        </p:nvSpPr>
        <p:spPr>
          <a:xfrm>
            <a:off x="-4680" y="1761840"/>
            <a:ext cx="3052440" cy="450180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429" name="Elbow Connector 23"/>
          <p:cNvCxnSpPr/>
          <p:nvPr/>
        </p:nvCxnSpPr>
        <p:spPr>
          <a:xfrm>
            <a:off x="8518680" y="1018440"/>
            <a:ext cx="2373120" cy="425880"/>
          </a:xfrm>
          <a:prstGeom prst="bentConnector2">
            <a:avLst/>
          </a:prstGeom>
          <a:ln>
            <a:solidFill>
              <a:srgbClr val="0C2340"/>
            </a:solidFill>
          </a:ln>
        </p:spPr>
      </p:cxnSp>
      <p:cxnSp>
        <p:nvCxnSpPr>
          <p:cNvPr id="430" name="Elbow Connector 24"/>
          <p:cNvCxnSpPr/>
          <p:nvPr/>
        </p:nvCxnSpPr>
        <p:spPr>
          <a:xfrm rot="10800000" flipV="1">
            <a:off x="1299600" y="1018440"/>
            <a:ext cx="2373120" cy="425880"/>
          </a:xfrm>
          <a:prstGeom prst="bentConnector2">
            <a:avLst/>
          </a:prstGeom>
          <a:ln>
            <a:solidFill>
              <a:srgbClr val="0C2340"/>
            </a:solidFill>
          </a:ln>
        </p:spPr>
      </p:cxnSp>
      <p:sp>
        <p:nvSpPr>
          <p:cNvPr id="431" name="PlaceHolder 4"/>
          <p:cNvSpPr>
            <a:spLocks noGrp="1"/>
          </p:cNvSpPr>
          <p:nvPr>
            <p:ph type="body"/>
          </p:nvPr>
        </p:nvSpPr>
        <p:spPr>
          <a:xfrm>
            <a:off x="950760" y="2061000"/>
            <a:ext cx="1894320" cy="764640"/>
          </a:xfrm>
          <a:prstGeom prst="rect">
            <a:avLst/>
          </a:prstGeom>
          <a:noFill/>
          <a:ln w="0">
            <a:noFill/>
          </a:ln>
        </p:spPr>
        <p:txBody>
          <a:bodyPr lIns="0" tIns="0" rIns="0" bIns="0" anchor="t">
            <a:normAutofit/>
          </a:bodyPr>
          <a:lstStyle/>
          <a:p>
            <a:pPr indent="0" defTabSz="914400">
              <a:lnSpc>
                <a:spcPct val="100000"/>
              </a:lnSpc>
              <a:spcBef>
                <a:spcPts val="1199"/>
              </a:spcBef>
              <a:buNone/>
              <a:tabLst>
                <a:tab pos="0" algn="l"/>
              </a:tabLst>
            </a:pPr>
            <a:r>
              <a:rPr lang="en-US" sz="1600" b="0" strike="noStrike" spc="-1">
                <a:solidFill>
                  <a:srgbClr val="FFFFFF"/>
                </a:solidFill>
                <a:latin typeface="Invention"/>
              </a:rPr>
              <a:t>Click to edit Master text styles</a:t>
            </a:r>
            <a:endParaRPr lang="en-US" sz="1600" b="0" strike="noStrike" spc="-1">
              <a:solidFill>
                <a:schemeClr val="dk1"/>
              </a:solidFill>
              <a:latin typeface="Invention"/>
            </a:endParaRPr>
          </a:p>
        </p:txBody>
      </p:sp>
      <p:sp>
        <p:nvSpPr>
          <p:cNvPr id="432" name="PlaceHolder 5"/>
          <p:cNvSpPr>
            <a:spLocks noGrp="1"/>
          </p:cNvSpPr>
          <p:nvPr>
            <p:ph type="body"/>
          </p:nvPr>
        </p:nvSpPr>
        <p:spPr>
          <a:xfrm>
            <a:off x="4019040" y="2061000"/>
            <a:ext cx="1894320" cy="764640"/>
          </a:xfrm>
          <a:prstGeom prst="rect">
            <a:avLst/>
          </a:prstGeom>
          <a:noFill/>
          <a:ln w="0">
            <a:noFill/>
          </a:ln>
        </p:spPr>
        <p:txBody>
          <a:bodyPr lIns="0" tIns="0" rIns="0" bIns="0" anchor="t">
            <a:normAutofit/>
          </a:bodyPr>
          <a:lstStyle/>
          <a:p>
            <a:pPr indent="0" defTabSz="914400">
              <a:lnSpc>
                <a:spcPct val="100000"/>
              </a:lnSpc>
              <a:spcBef>
                <a:spcPts val="1199"/>
              </a:spcBef>
              <a:buNone/>
              <a:tabLst>
                <a:tab pos="0" algn="l"/>
              </a:tabLst>
            </a:pPr>
            <a:r>
              <a:rPr lang="en-US" sz="1600" b="0" strike="noStrike" spc="-1">
                <a:solidFill>
                  <a:srgbClr val="FFFFFF"/>
                </a:solidFill>
                <a:latin typeface="Invention"/>
              </a:rPr>
              <a:t>Click to edit Master text styles</a:t>
            </a:r>
            <a:endParaRPr lang="en-US" sz="1600" b="0" strike="noStrike" spc="-1">
              <a:solidFill>
                <a:schemeClr val="dk1"/>
              </a:solidFill>
              <a:latin typeface="Invention"/>
            </a:endParaRPr>
          </a:p>
        </p:txBody>
      </p:sp>
      <p:sp>
        <p:nvSpPr>
          <p:cNvPr id="433" name="PlaceHolder 6"/>
          <p:cNvSpPr>
            <a:spLocks noGrp="1"/>
          </p:cNvSpPr>
          <p:nvPr>
            <p:ph type="body"/>
          </p:nvPr>
        </p:nvSpPr>
        <p:spPr>
          <a:xfrm>
            <a:off x="7070400" y="2061000"/>
            <a:ext cx="1894320" cy="764640"/>
          </a:xfrm>
          <a:prstGeom prst="rect">
            <a:avLst/>
          </a:prstGeom>
          <a:noFill/>
          <a:ln w="0">
            <a:noFill/>
          </a:ln>
        </p:spPr>
        <p:txBody>
          <a:bodyPr lIns="0" tIns="0" rIns="0" bIns="0" anchor="t">
            <a:normAutofit/>
          </a:bodyPr>
          <a:lstStyle/>
          <a:p>
            <a:pPr indent="0" defTabSz="914400">
              <a:lnSpc>
                <a:spcPct val="100000"/>
              </a:lnSpc>
              <a:spcBef>
                <a:spcPts val="1199"/>
              </a:spcBef>
              <a:buNone/>
              <a:tabLst>
                <a:tab pos="0" algn="l"/>
              </a:tabLst>
            </a:pPr>
            <a:r>
              <a:rPr lang="en-US" sz="1600" b="0" strike="noStrike" spc="-1">
                <a:solidFill>
                  <a:srgbClr val="FFFFFF"/>
                </a:solidFill>
                <a:latin typeface="Invention"/>
              </a:rPr>
              <a:t>Click to edit Master text styles</a:t>
            </a:r>
            <a:endParaRPr lang="en-US" sz="1600" b="0" strike="noStrike" spc="-1">
              <a:solidFill>
                <a:schemeClr val="dk1"/>
              </a:solidFill>
              <a:latin typeface="Invention"/>
            </a:endParaRPr>
          </a:p>
        </p:txBody>
      </p:sp>
      <p:sp>
        <p:nvSpPr>
          <p:cNvPr id="434" name="PlaceHolder 7"/>
          <p:cNvSpPr>
            <a:spLocks noGrp="1"/>
          </p:cNvSpPr>
          <p:nvPr>
            <p:ph type="body"/>
          </p:nvPr>
        </p:nvSpPr>
        <p:spPr>
          <a:xfrm>
            <a:off x="10114200" y="2061000"/>
            <a:ext cx="1894320" cy="764640"/>
          </a:xfrm>
          <a:prstGeom prst="rect">
            <a:avLst/>
          </a:prstGeom>
          <a:noFill/>
          <a:ln w="0">
            <a:noFill/>
          </a:ln>
        </p:spPr>
        <p:txBody>
          <a:bodyPr lIns="0" tIns="0" rIns="0" bIns="0" anchor="t">
            <a:normAutofit/>
          </a:bodyPr>
          <a:lstStyle/>
          <a:p>
            <a:pPr indent="0" defTabSz="914400">
              <a:lnSpc>
                <a:spcPct val="100000"/>
              </a:lnSpc>
              <a:spcBef>
                <a:spcPts val="1199"/>
              </a:spcBef>
              <a:buNone/>
              <a:tabLst>
                <a:tab pos="0" algn="l"/>
              </a:tabLst>
            </a:pPr>
            <a:r>
              <a:rPr lang="en-US" sz="1600" b="0" strike="noStrike" spc="-1">
                <a:solidFill>
                  <a:srgbClr val="FFFFFF"/>
                </a:solidFill>
                <a:latin typeface="Invention"/>
              </a:rPr>
              <a:t>Click to edit Master text styles</a:t>
            </a:r>
            <a:endParaRPr lang="en-US" sz="1600" b="0" strike="noStrike" spc="-1">
              <a:solidFill>
                <a:schemeClr val="dk1"/>
              </a:solidFill>
              <a:latin typeface="Invention"/>
            </a:endParaRPr>
          </a:p>
        </p:txBody>
      </p:sp>
      <p:sp>
        <p:nvSpPr>
          <p:cNvPr id="435" name="PlaceHolder 8"/>
          <p:cNvSpPr>
            <a:spLocks noGrp="1"/>
          </p:cNvSpPr>
          <p:nvPr>
            <p:ph type="body"/>
          </p:nvPr>
        </p:nvSpPr>
        <p:spPr>
          <a:xfrm>
            <a:off x="174240" y="2061000"/>
            <a:ext cx="653760" cy="6537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to add icon</a:t>
            </a:r>
            <a:endParaRPr lang="en-US" sz="900" b="0" strike="noStrike" spc="-1">
              <a:solidFill>
                <a:schemeClr val="dk1"/>
              </a:solidFill>
              <a:latin typeface="Invention"/>
            </a:endParaRPr>
          </a:p>
        </p:txBody>
      </p:sp>
      <p:sp>
        <p:nvSpPr>
          <p:cNvPr id="436" name="PlaceHolder 9"/>
          <p:cNvSpPr>
            <a:spLocks noGrp="1"/>
          </p:cNvSpPr>
          <p:nvPr>
            <p:ph type="body"/>
          </p:nvPr>
        </p:nvSpPr>
        <p:spPr>
          <a:xfrm>
            <a:off x="3242520" y="2061000"/>
            <a:ext cx="653760" cy="6537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to add icon</a:t>
            </a:r>
            <a:endParaRPr lang="en-US" sz="900" b="0" strike="noStrike" spc="-1">
              <a:solidFill>
                <a:schemeClr val="dk1"/>
              </a:solidFill>
              <a:latin typeface="Invention"/>
            </a:endParaRPr>
          </a:p>
        </p:txBody>
      </p:sp>
      <p:sp>
        <p:nvSpPr>
          <p:cNvPr id="437" name="PlaceHolder 10"/>
          <p:cNvSpPr>
            <a:spLocks noGrp="1"/>
          </p:cNvSpPr>
          <p:nvPr>
            <p:ph type="body"/>
          </p:nvPr>
        </p:nvSpPr>
        <p:spPr>
          <a:xfrm>
            <a:off x="6293520" y="2061000"/>
            <a:ext cx="653760" cy="6537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to add icon</a:t>
            </a:r>
            <a:endParaRPr lang="en-US" sz="900" b="0" strike="noStrike" spc="-1">
              <a:solidFill>
                <a:schemeClr val="dk1"/>
              </a:solidFill>
              <a:latin typeface="Invention"/>
            </a:endParaRPr>
          </a:p>
        </p:txBody>
      </p:sp>
      <p:sp>
        <p:nvSpPr>
          <p:cNvPr id="438" name="PlaceHolder 11"/>
          <p:cNvSpPr>
            <a:spLocks noGrp="1"/>
          </p:cNvSpPr>
          <p:nvPr>
            <p:ph type="body"/>
          </p:nvPr>
        </p:nvSpPr>
        <p:spPr>
          <a:xfrm>
            <a:off x="9347040" y="2061000"/>
            <a:ext cx="653760" cy="6537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to add icon</a:t>
            </a:r>
            <a:endParaRPr lang="en-US" sz="900" b="0" strike="noStrike" spc="-1">
              <a:solidFill>
                <a:schemeClr val="dk1"/>
              </a:solidFill>
              <a:latin typeface="Invention"/>
            </a:endParaRPr>
          </a:p>
        </p:txBody>
      </p:sp>
      <p:sp>
        <p:nvSpPr>
          <p:cNvPr id="439" name="PlaceHolder 12"/>
          <p:cNvSpPr>
            <a:spLocks noGrp="1"/>
          </p:cNvSpPr>
          <p:nvPr>
            <p:ph type="body"/>
          </p:nvPr>
        </p:nvSpPr>
        <p:spPr>
          <a:xfrm>
            <a:off x="2893680" y="747720"/>
            <a:ext cx="6478920" cy="556560"/>
          </a:xfrm>
          <a:prstGeom prst="rect">
            <a:avLst/>
          </a:prstGeom>
          <a:solidFill>
            <a:schemeClr val="lt1"/>
          </a:solidFill>
          <a:ln w="0">
            <a:noFill/>
          </a:ln>
        </p:spPr>
        <p:txBody>
          <a:bodyPr lIns="0" tIns="0" rIns="0" bIns="0" anchor="t">
            <a:noAutofit/>
          </a:bodyPr>
          <a:lstStyle/>
          <a:p>
            <a:pPr indent="0" algn="ctr" defTabSz="914400">
              <a:lnSpc>
                <a:spcPct val="100000"/>
              </a:lnSpc>
              <a:spcBef>
                <a:spcPts val="1199"/>
              </a:spcBef>
              <a:buNone/>
              <a:tabLst>
                <a:tab pos="0" algn="l"/>
              </a:tabLst>
            </a:pPr>
            <a:r>
              <a:rPr lang="en-US" sz="3600" b="0" strike="noStrike" spc="-1">
                <a:solidFill>
                  <a:schemeClr val="dk1"/>
                </a:solidFill>
                <a:latin typeface="Invention Light"/>
              </a:rPr>
              <a:t>Click to edit Master text styles</a:t>
            </a:r>
            <a:endParaRPr lang="en-US" sz="3600" b="0" strike="noStrike" spc="-1">
              <a:solidFill>
                <a:schemeClr val="dk1"/>
              </a:solidFill>
              <a:latin typeface="Invention"/>
            </a:endParaRPr>
          </a:p>
        </p:txBody>
      </p:sp>
      <p:sp>
        <p:nvSpPr>
          <p:cNvPr id="440" name="PlaceHolder 13"/>
          <p:cNvSpPr>
            <a:spLocks noGrp="1"/>
          </p:cNvSpPr>
          <p:nvPr>
            <p:ph type="body"/>
          </p:nvPr>
        </p:nvSpPr>
        <p:spPr>
          <a:xfrm>
            <a:off x="-4680" y="3014640"/>
            <a:ext cx="3053880" cy="281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41" name="PlaceHolder 14"/>
          <p:cNvSpPr>
            <a:spLocks noGrp="1"/>
          </p:cNvSpPr>
          <p:nvPr>
            <p:ph type="body"/>
          </p:nvPr>
        </p:nvSpPr>
        <p:spPr>
          <a:xfrm>
            <a:off x="3043080" y="3014640"/>
            <a:ext cx="3053880" cy="281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42" name="PlaceHolder 15"/>
          <p:cNvSpPr>
            <a:spLocks noGrp="1"/>
          </p:cNvSpPr>
          <p:nvPr>
            <p:ph type="body"/>
          </p:nvPr>
        </p:nvSpPr>
        <p:spPr>
          <a:xfrm>
            <a:off x="6091200" y="3014640"/>
            <a:ext cx="3053880" cy="281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43" name="PlaceHolder 16"/>
          <p:cNvSpPr>
            <a:spLocks noGrp="1"/>
          </p:cNvSpPr>
          <p:nvPr>
            <p:ph type="body"/>
          </p:nvPr>
        </p:nvSpPr>
        <p:spPr>
          <a:xfrm>
            <a:off x="9139320" y="3014640"/>
            <a:ext cx="3053880" cy="281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pic>
        <p:nvPicPr>
          <p:cNvPr id="444"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3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45" name="Straight Connector 7"/>
          <p:cNvCxnSpPr/>
          <p:nvPr/>
        </p:nvCxnSpPr>
        <p:spPr>
          <a:xfrm>
            <a:off x="377640" y="1227600"/>
            <a:ext cx="11436840" cy="360"/>
          </a:xfrm>
          <a:prstGeom prst="straightConnector1">
            <a:avLst/>
          </a:prstGeom>
          <a:ln w="31750">
            <a:solidFill>
              <a:srgbClr val="00857C"/>
            </a:solidFill>
          </a:ln>
        </p:spPr>
      </p:cxnSp>
      <p:pic>
        <p:nvPicPr>
          <p:cNvPr id="446" name="Picture 2"/>
          <p:cNvPicPr/>
          <p:nvPr/>
        </p:nvPicPr>
        <p:blipFill>
          <a:blip r:embed="rId3"/>
          <a:stretch/>
        </p:blipFill>
        <p:spPr>
          <a:xfrm>
            <a:off x="10607040" y="6364080"/>
            <a:ext cx="968760" cy="455400"/>
          </a:xfrm>
          <a:prstGeom prst="rect">
            <a:avLst/>
          </a:prstGeom>
          <a:ln w="0">
            <a:noFill/>
          </a:ln>
        </p:spPr>
      </p:pic>
      <p:sp>
        <p:nvSpPr>
          <p:cNvPr id="447"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44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449" name="PlaceHolder 2"/>
          <p:cNvSpPr>
            <a:spLocks noGrp="1"/>
          </p:cNvSpPr>
          <p:nvPr>
            <p:ph type="dt" idx="71"/>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450" name="PlaceHolder 3"/>
          <p:cNvSpPr>
            <a:spLocks noGrp="1"/>
          </p:cNvSpPr>
          <p:nvPr>
            <p:ph type="ftr" idx="7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51" name="PlaceHolder 4"/>
          <p:cNvSpPr>
            <a:spLocks noGrp="1"/>
          </p:cNvSpPr>
          <p:nvPr>
            <p:ph type="sldNum" idx="7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B0A5257-1F8E-4A0B-ABC8-0F5D7458ECE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52" name="Slide Number Placeholder 2"/>
          <p:cNvSpPr/>
          <p:nvPr/>
        </p:nvSpPr>
        <p:spPr>
          <a:xfrm>
            <a:off x="11584800" y="6480000"/>
            <a:ext cx="22896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228600">
              <a:lnSpc>
                <a:spcPct val="100000"/>
              </a:lnSpc>
            </a:pPr>
            <a:fld id="{661E4644-ABEF-495E-BC30-35AABEAE56B5}" type="slidenum">
              <a:rPr lang="en-GB" sz="700" b="0" strike="noStrike" spc="-1">
                <a:solidFill>
                  <a:srgbClr val="9EA7B3"/>
                </a:solidFill>
                <a:latin typeface="Invention"/>
              </a:rPr>
              <a:t>‹#›</a:t>
            </a:fld>
            <a:endParaRPr lang="en-US" sz="700" b="0" strike="noStrike" spc="-1">
              <a:solidFill>
                <a:srgbClr val="000000"/>
              </a:solidFill>
              <a:latin typeface="Arial"/>
            </a:endParaRPr>
          </a:p>
        </p:txBody>
      </p:sp>
      <p:cxnSp>
        <p:nvCxnSpPr>
          <p:cNvPr id="453" name="Straight Arrow Connector 7"/>
          <p:cNvCxnSpPr/>
          <p:nvPr/>
        </p:nvCxnSpPr>
        <p:spPr>
          <a:xfrm>
            <a:off x="8400960" y="2827080"/>
            <a:ext cx="360" cy="1278000"/>
          </a:xfrm>
          <a:prstGeom prst="straightConnector1">
            <a:avLst/>
          </a:prstGeom>
          <a:ln w="19050">
            <a:solidFill>
              <a:srgbClr val="FFFFFF"/>
            </a:solidFill>
            <a:tailEnd type="triangle" w="med" len="med"/>
          </a:ln>
        </p:spPr>
      </p:cxnSp>
      <p:cxnSp>
        <p:nvCxnSpPr>
          <p:cNvPr id="454" name="Straight Arrow Connector 8"/>
          <p:cNvCxnSpPr/>
          <p:nvPr/>
        </p:nvCxnSpPr>
        <p:spPr>
          <a:xfrm>
            <a:off x="8406720" y="4529160"/>
            <a:ext cx="360" cy="1148760"/>
          </a:xfrm>
          <a:prstGeom prst="straightConnector1">
            <a:avLst/>
          </a:prstGeom>
          <a:ln w="19050">
            <a:solidFill>
              <a:srgbClr val="FFFFFF"/>
            </a:solidFill>
            <a:tailEnd type="triangle" w="med" len="med"/>
          </a:ln>
        </p:spPr>
      </p:cxnSp>
      <p:cxnSp>
        <p:nvCxnSpPr>
          <p:cNvPr id="455" name="Straight Arrow Connector 9"/>
          <p:cNvCxnSpPr/>
          <p:nvPr/>
        </p:nvCxnSpPr>
        <p:spPr>
          <a:xfrm flipV="1">
            <a:off x="8611560" y="2760120"/>
            <a:ext cx="360" cy="1325880"/>
          </a:xfrm>
          <a:prstGeom prst="straightConnector1">
            <a:avLst/>
          </a:prstGeom>
          <a:ln w="19050">
            <a:solidFill>
              <a:srgbClr val="FFFFFF"/>
            </a:solidFill>
            <a:tailEnd type="triangle" w="med" len="med"/>
          </a:ln>
        </p:spPr>
      </p:cxnSp>
      <p:cxnSp>
        <p:nvCxnSpPr>
          <p:cNvPr id="456" name="Straight Arrow Connector 10"/>
          <p:cNvCxnSpPr/>
          <p:nvPr/>
        </p:nvCxnSpPr>
        <p:spPr>
          <a:xfrm flipV="1">
            <a:off x="8617320" y="4529160"/>
            <a:ext cx="360" cy="1107720"/>
          </a:xfrm>
          <a:prstGeom prst="straightConnector1">
            <a:avLst/>
          </a:prstGeom>
          <a:ln w="19050">
            <a:solidFill>
              <a:srgbClr val="FFFFFF"/>
            </a:solidFill>
            <a:tailEnd type="triangle" w="med" len="med"/>
          </a:ln>
        </p:spPr>
      </p:cxnSp>
      <p:sp>
        <p:nvSpPr>
          <p:cNvPr id="457" name="Rectangle 11"/>
          <p:cNvSpPr/>
          <p:nvPr/>
        </p:nvSpPr>
        <p:spPr>
          <a:xfrm>
            <a:off x="738720" y="1559160"/>
            <a:ext cx="5117400" cy="227340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anchor="ctr">
            <a:noAutofit/>
          </a:bodyPr>
          <a:lstStyle/>
          <a:p>
            <a:pPr algn="ctr" defTabSz="228600">
              <a:lnSpc>
                <a:spcPct val="100000"/>
              </a:lnSpc>
            </a:pPr>
            <a:br>
              <a:rPr sz="3200"/>
            </a:br>
            <a:endParaRPr lang="en-US" sz="3200" b="0" strike="noStrike" spc="-1">
              <a:solidFill>
                <a:srgbClr val="FFFFFF"/>
              </a:solidFill>
              <a:latin typeface="Arial"/>
            </a:endParaRPr>
          </a:p>
        </p:txBody>
      </p:sp>
      <p:sp>
        <p:nvSpPr>
          <p:cNvPr id="458" name="Rectangle 12"/>
          <p:cNvSpPr/>
          <p:nvPr/>
        </p:nvSpPr>
        <p:spPr>
          <a:xfrm>
            <a:off x="6179040" y="4117320"/>
            <a:ext cx="5117400" cy="2273400"/>
          </a:xfrm>
          <a:prstGeom prst="rect">
            <a:avLst/>
          </a:prstGeom>
          <a:solidFill>
            <a:srgbClr val="69B8F7"/>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3200" b="1" strike="noStrike" spc="-1">
              <a:solidFill>
                <a:schemeClr val="lt1"/>
              </a:solidFill>
              <a:latin typeface="Invention"/>
            </a:endParaRPr>
          </a:p>
        </p:txBody>
      </p:sp>
      <p:sp>
        <p:nvSpPr>
          <p:cNvPr id="459" name="Rectangle 13"/>
          <p:cNvSpPr/>
          <p:nvPr/>
        </p:nvSpPr>
        <p:spPr>
          <a:xfrm>
            <a:off x="713160" y="4120920"/>
            <a:ext cx="5117400" cy="227340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3200" b="1" strike="noStrike" spc="-1">
              <a:solidFill>
                <a:schemeClr val="lt1"/>
              </a:solidFill>
              <a:latin typeface="Invention"/>
            </a:endParaRPr>
          </a:p>
        </p:txBody>
      </p:sp>
      <p:sp>
        <p:nvSpPr>
          <p:cNvPr id="460" name="Rectangle 14"/>
          <p:cNvSpPr/>
          <p:nvPr/>
        </p:nvSpPr>
        <p:spPr>
          <a:xfrm>
            <a:off x="6169320" y="1548000"/>
            <a:ext cx="5117400" cy="227340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3200" b="1" strike="noStrike" spc="-1">
              <a:solidFill>
                <a:schemeClr val="lt1"/>
              </a:solidFill>
              <a:latin typeface="Invention"/>
            </a:endParaRPr>
          </a:p>
        </p:txBody>
      </p:sp>
      <p:sp>
        <p:nvSpPr>
          <p:cNvPr id="461" name="TextBox 20"/>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462" name="PlaceHolder 5"/>
          <p:cNvSpPr>
            <a:spLocks noGrp="1"/>
          </p:cNvSpPr>
          <p:nvPr>
            <p:ph type="body"/>
          </p:nvPr>
        </p:nvSpPr>
        <p:spPr>
          <a:xfrm>
            <a:off x="1148760" y="2516040"/>
            <a:ext cx="4297320" cy="1206720"/>
          </a:xfrm>
          <a:prstGeom prst="rect">
            <a:avLst/>
          </a:prstGeom>
          <a:noFill/>
          <a:ln w="0">
            <a:noFill/>
          </a:ln>
        </p:spPr>
        <p:txBody>
          <a:bodyPr lIns="0" tIns="0" rIns="0" bIns="0" anchor="t">
            <a:normAutofit/>
          </a:bodyPr>
          <a:lstStyle/>
          <a:p>
            <a:pPr indent="0" algn="ctr" defTabSz="914400">
              <a:lnSpc>
                <a:spcPct val="100000"/>
              </a:lnSpc>
              <a:spcAft>
                <a:spcPts val="1599"/>
              </a:spcAft>
              <a:buNone/>
              <a:tabLst>
                <a:tab pos="0" algn="l"/>
              </a:tabLst>
            </a:pPr>
            <a:r>
              <a:rPr lang="en-US" sz="3200" b="0" strike="noStrike" spc="-1">
                <a:solidFill>
                  <a:srgbClr val="FFFFFF"/>
                </a:solidFill>
                <a:latin typeface="Invention"/>
              </a:rPr>
              <a:t>Click to edit Master text styles</a:t>
            </a:r>
            <a:endParaRPr lang="en-US" sz="3200" b="0" strike="noStrike" spc="-1">
              <a:solidFill>
                <a:schemeClr val="dk1"/>
              </a:solidFill>
              <a:latin typeface="Invention"/>
            </a:endParaRPr>
          </a:p>
        </p:txBody>
      </p:sp>
      <p:sp>
        <p:nvSpPr>
          <p:cNvPr id="463" name="PlaceHolder 6"/>
          <p:cNvSpPr>
            <a:spLocks noGrp="1"/>
          </p:cNvSpPr>
          <p:nvPr>
            <p:ph type="body"/>
          </p:nvPr>
        </p:nvSpPr>
        <p:spPr>
          <a:xfrm>
            <a:off x="6579000" y="2525760"/>
            <a:ext cx="4297320" cy="1206720"/>
          </a:xfrm>
          <a:prstGeom prst="rect">
            <a:avLst/>
          </a:prstGeom>
          <a:noFill/>
          <a:ln w="0">
            <a:noFill/>
          </a:ln>
        </p:spPr>
        <p:txBody>
          <a:bodyPr lIns="0" tIns="0" rIns="0" bIns="0" anchor="t">
            <a:normAutofit/>
          </a:bodyPr>
          <a:lstStyle/>
          <a:p>
            <a:pPr indent="0" algn="ctr" defTabSz="914400">
              <a:lnSpc>
                <a:spcPct val="100000"/>
              </a:lnSpc>
              <a:spcAft>
                <a:spcPts val="1599"/>
              </a:spcAft>
              <a:buNone/>
              <a:tabLst>
                <a:tab pos="0" algn="l"/>
              </a:tabLst>
            </a:pPr>
            <a:r>
              <a:rPr lang="en-US" sz="3200" b="0" strike="noStrike" spc="-1">
                <a:solidFill>
                  <a:srgbClr val="FFFFFF"/>
                </a:solidFill>
                <a:latin typeface="Invention"/>
              </a:rPr>
              <a:t>Click to edit Master text styles</a:t>
            </a:r>
            <a:endParaRPr lang="en-US" sz="3200" b="0" strike="noStrike" spc="-1">
              <a:solidFill>
                <a:schemeClr val="dk1"/>
              </a:solidFill>
              <a:latin typeface="Invention"/>
            </a:endParaRPr>
          </a:p>
        </p:txBody>
      </p:sp>
      <p:sp>
        <p:nvSpPr>
          <p:cNvPr id="464" name="PlaceHolder 7"/>
          <p:cNvSpPr>
            <a:spLocks noGrp="1"/>
          </p:cNvSpPr>
          <p:nvPr>
            <p:ph type="body"/>
          </p:nvPr>
        </p:nvSpPr>
        <p:spPr>
          <a:xfrm>
            <a:off x="1123200" y="5101560"/>
            <a:ext cx="4297320" cy="1206720"/>
          </a:xfrm>
          <a:prstGeom prst="rect">
            <a:avLst/>
          </a:prstGeom>
          <a:noFill/>
          <a:ln w="0">
            <a:noFill/>
          </a:ln>
        </p:spPr>
        <p:txBody>
          <a:bodyPr lIns="0" tIns="0" rIns="0" bIns="0" anchor="t">
            <a:normAutofit/>
          </a:bodyPr>
          <a:lstStyle/>
          <a:p>
            <a:pPr indent="0" algn="ctr" defTabSz="914400">
              <a:lnSpc>
                <a:spcPct val="100000"/>
              </a:lnSpc>
              <a:spcAft>
                <a:spcPts val="1599"/>
              </a:spcAft>
              <a:buNone/>
              <a:tabLst>
                <a:tab pos="0" algn="l"/>
              </a:tabLst>
            </a:pPr>
            <a:r>
              <a:rPr lang="en-US" sz="3200" b="0" strike="noStrike" spc="-1">
                <a:solidFill>
                  <a:srgbClr val="FFFFFF"/>
                </a:solidFill>
                <a:latin typeface="Invention"/>
              </a:rPr>
              <a:t>Click to edit Master text styles</a:t>
            </a:r>
            <a:endParaRPr lang="en-US" sz="3200" b="0" strike="noStrike" spc="-1">
              <a:solidFill>
                <a:schemeClr val="dk1"/>
              </a:solidFill>
              <a:latin typeface="Invention"/>
            </a:endParaRPr>
          </a:p>
        </p:txBody>
      </p:sp>
      <p:sp>
        <p:nvSpPr>
          <p:cNvPr id="465" name="PlaceHolder 8"/>
          <p:cNvSpPr>
            <a:spLocks noGrp="1"/>
          </p:cNvSpPr>
          <p:nvPr>
            <p:ph type="body"/>
          </p:nvPr>
        </p:nvSpPr>
        <p:spPr>
          <a:xfrm>
            <a:off x="6588720" y="5101560"/>
            <a:ext cx="4297320" cy="1200240"/>
          </a:xfrm>
          <a:prstGeom prst="rect">
            <a:avLst/>
          </a:prstGeom>
          <a:noFill/>
          <a:ln w="0">
            <a:noFill/>
          </a:ln>
        </p:spPr>
        <p:txBody>
          <a:bodyPr lIns="0" tIns="0" rIns="0" bIns="0" anchor="t">
            <a:normAutofit/>
          </a:bodyPr>
          <a:lstStyle/>
          <a:p>
            <a:pPr indent="0" algn="ctr" defTabSz="914400">
              <a:lnSpc>
                <a:spcPct val="100000"/>
              </a:lnSpc>
              <a:spcAft>
                <a:spcPts val="1599"/>
              </a:spcAft>
              <a:buNone/>
              <a:tabLst>
                <a:tab pos="0" algn="l"/>
              </a:tabLst>
            </a:pPr>
            <a:r>
              <a:rPr lang="en-US" sz="3200" b="0" strike="noStrike" spc="-1">
                <a:solidFill>
                  <a:srgbClr val="FFFFFF"/>
                </a:solidFill>
                <a:latin typeface="Invention"/>
              </a:rPr>
              <a:t>Click to edit Master text styles</a:t>
            </a:r>
            <a:endParaRPr lang="en-US" sz="3200" b="0" strike="noStrike" spc="-1">
              <a:solidFill>
                <a:schemeClr val="dk1"/>
              </a:solidFill>
              <a:latin typeface="Invention"/>
            </a:endParaRPr>
          </a:p>
        </p:txBody>
      </p:sp>
      <p:sp>
        <p:nvSpPr>
          <p:cNvPr id="466" name="PlaceHolder 9"/>
          <p:cNvSpPr>
            <a:spLocks noGrp="1"/>
          </p:cNvSpPr>
          <p:nvPr>
            <p:ph type="body"/>
          </p:nvPr>
        </p:nvSpPr>
        <p:spPr>
          <a:xfrm>
            <a:off x="2903400" y="1770840"/>
            <a:ext cx="694800" cy="6948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spcAft>
                <a:spcPts val="1199"/>
              </a:spcAft>
              <a:buNone/>
            </a:pPr>
            <a:r>
              <a:rPr lang="en-US" sz="900" b="0" strike="noStrike" spc="-1">
                <a:solidFill>
                  <a:schemeClr val="dk1"/>
                </a:solidFill>
                <a:latin typeface="Invention"/>
              </a:rPr>
              <a:t>Click to add icon</a:t>
            </a:r>
          </a:p>
        </p:txBody>
      </p:sp>
      <p:sp>
        <p:nvSpPr>
          <p:cNvPr id="467" name="PlaceHolder 10"/>
          <p:cNvSpPr>
            <a:spLocks noGrp="1"/>
          </p:cNvSpPr>
          <p:nvPr>
            <p:ph type="body"/>
          </p:nvPr>
        </p:nvSpPr>
        <p:spPr>
          <a:xfrm>
            <a:off x="8331480" y="1770840"/>
            <a:ext cx="694800" cy="6948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468" name="PlaceHolder 11"/>
          <p:cNvSpPr>
            <a:spLocks noGrp="1"/>
          </p:cNvSpPr>
          <p:nvPr>
            <p:ph type="body"/>
          </p:nvPr>
        </p:nvSpPr>
        <p:spPr>
          <a:xfrm>
            <a:off x="2903400" y="4354200"/>
            <a:ext cx="694800" cy="6948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469" name="PlaceHolder 12"/>
          <p:cNvSpPr>
            <a:spLocks noGrp="1"/>
          </p:cNvSpPr>
          <p:nvPr>
            <p:ph type="body"/>
          </p:nvPr>
        </p:nvSpPr>
        <p:spPr>
          <a:xfrm>
            <a:off x="8331480" y="4354200"/>
            <a:ext cx="694800" cy="6948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470" name="PlaceHolder 13"/>
          <p:cNvSpPr>
            <a:spLocks noGrp="1"/>
          </p:cNvSpPr>
          <p:nvPr>
            <p:ph type="body"/>
          </p:nvPr>
        </p:nvSpPr>
        <p:spPr>
          <a:xfrm>
            <a:off x="8808840" y="0"/>
            <a:ext cx="3382920" cy="3380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4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71" name="Straight Connector 7"/>
          <p:cNvCxnSpPr/>
          <p:nvPr/>
        </p:nvCxnSpPr>
        <p:spPr>
          <a:xfrm>
            <a:off x="377640" y="1227600"/>
            <a:ext cx="11436840" cy="360"/>
          </a:xfrm>
          <a:prstGeom prst="straightConnector1">
            <a:avLst/>
          </a:prstGeom>
          <a:ln w="31750">
            <a:solidFill>
              <a:srgbClr val="00857C"/>
            </a:solidFill>
          </a:ln>
        </p:spPr>
      </p:cxnSp>
      <p:pic>
        <p:nvPicPr>
          <p:cNvPr id="472" name="Picture 2"/>
          <p:cNvPicPr/>
          <p:nvPr/>
        </p:nvPicPr>
        <p:blipFill>
          <a:blip r:embed="rId3"/>
          <a:stretch/>
        </p:blipFill>
        <p:spPr>
          <a:xfrm>
            <a:off x="10607040" y="6364080"/>
            <a:ext cx="968760" cy="455400"/>
          </a:xfrm>
          <a:prstGeom prst="rect">
            <a:avLst/>
          </a:prstGeom>
          <a:ln w="0">
            <a:noFill/>
          </a:ln>
        </p:spPr>
      </p:pic>
      <p:sp>
        <p:nvSpPr>
          <p:cNvPr id="473"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474" name="PlaceHolder 1"/>
          <p:cNvSpPr>
            <a:spLocks noGrp="1"/>
          </p:cNvSpPr>
          <p:nvPr>
            <p:ph type="dt" idx="7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475" name="PlaceHolder 2"/>
          <p:cNvSpPr>
            <a:spLocks noGrp="1"/>
          </p:cNvSpPr>
          <p:nvPr>
            <p:ph type="sldNum" idx="7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EA0B4CF-3E6C-43CB-9DF1-073A7F603E9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76" name="TextBox 17"/>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477" name="PlaceHolder 3"/>
          <p:cNvSpPr>
            <a:spLocks noGrp="1"/>
          </p:cNvSpPr>
          <p:nvPr>
            <p:ph type="body"/>
          </p:nvPr>
        </p:nvSpPr>
        <p:spPr>
          <a:xfrm>
            <a:off x="4279320" y="0"/>
            <a:ext cx="2587320" cy="1718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78" name="PlaceHolder 4"/>
          <p:cNvSpPr>
            <a:spLocks noGrp="1"/>
          </p:cNvSpPr>
          <p:nvPr>
            <p:ph type="body"/>
          </p:nvPr>
        </p:nvSpPr>
        <p:spPr>
          <a:xfrm>
            <a:off x="4279320" y="1712880"/>
            <a:ext cx="2587320" cy="1718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79" name="PlaceHolder 5"/>
          <p:cNvSpPr>
            <a:spLocks noGrp="1"/>
          </p:cNvSpPr>
          <p:nvPr>
            <p:ph type="body"/>
          </p:nvPr>
        </p:nvSpPr>
        <p:spPr>
          <a:xfrm>
            <a:off x="4279320" y="3426120"/>
            <a:ext cx="2587320" cy="1718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80" name="PlaceHolder 6"/>
          <p:cNvSpPr>
            <a:spLocks noGrp="1"/>
          </p:cNvSpPr>
          <p:nvPr>
            <p:ph type="body"/>
          </p:nvPr>
        </p:nvSpPr>
        <p:spPr>
          <a:xfrm>
            <a:off x="4279320" y="5139000"/>
            <a:ext cx="2587320" cy="1718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481" name="PlaceHolder 7"/>
          <p:cNvSpPr>
            <a:spLocks noGrp="1"/>
          </p:cNvSpPr>
          <p:nvPr>
            <p:ph type="body"/>
          </p:nvPr>
        </p:nvSpPr>
        <p:spPr>
          <a:xfrm>
            <a:off x="0" y="0"/>
            <a:ext cx="4278960" cy="1718640"/>
          </a:xfrm>
          <a:prstGeom prst="rect">
            <a:avLst/>
          </a:prstGeom>
          <a:solidFill>
            <a:schemeClr val="accent1"/>
          </a:solidFill>
          <a:ln w="12600">
            <a:noFill/>
          </a:ln>
        </p:spPr>
        <p:txBody>
          <a:bodyPr lIns="45720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82" name="PlaceHolder 8"/>
          <p:cNvSpPr>
            <a:spLocks noGrp="1"/>
          </p:cNvSpPr>
          <p:nvPr>
            <p:ph type="body"/>
          </p:nvPr>
        </p:nvSpPr>
        <p:spPr>
          <a:xfrm>
            <a:off x="0" y="1712880"/>
            <a:ext cx="4278960" cy="1718640"/>
          </a:xfrm>
          <a:prstGeom prst="rect">
            <a:avLst/>
          </a:prstGeom>
          <a:solidFill>
            <a:schemeClr val="accent2"/>
          </a:solidFill>
          <a:ln w="12600">
            <a:noFill/>
          </a:ln>
        </p:spPr>
        <p:txBody>
          <a:bodyPr lIns="45720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83" name="PlaceHolder 9"/>
          <p:cNvSpPr>
            <a:spLocks noGrp="1"/>
          </p:cNvSpPr>
          <p:nvPr>
            <p:ph type="body"/>
          </p:nvPr>
        </p:nvSpPr>
        <p:spPr>
          <a:xfrm>
            <a:off x="0" y="3426120"/>
            <a:ext cx="4278960" cy="1718640"/>
          </a:xfrm>
          <a:prstGeom prst="rect">
            <a:avLst/>
          </a:prstGeom>
          <a:solidFill>
            <a:schemeClr val="lt2"/>
          </a:solidFill>
          <a:ln w="12600">
            <a:noFill/>
          </a:ln>
        </p:spPr>
        <p:txBody>
          <a:bodyPr lIns="45720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84" name="PlaceHolder 10"/>
          <p:cNvSpPr>
            <a:spLocks noGrp="1"/>
          </p:cNvSpPr>
          <p:nvPr>
            <p:ph type="body"/>
          </p:nvPr>
        </p:nvSpPr>
        <p:spPr>
          <a:xfrm>
            <a:off x="0" y="5139000"/>
            <a:ext cx="4278960" cy="1718640"/>
          </a:xfrm>
          <a:prstGeom prst="rect">
            <a:avLst/>
          </a:prstGeom>
          <a:solidFill>
            <a:schemeClr val="accent6"/>
          </a:solidFill>
          <a:ln w="12600">
            <a:noFill/>
          </a:ln>
        </p:spPr>
        <p:txBody>
          <a:bodyPr lIns="45720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85" name="PlaceHolder 11"/>
          <p:cNvSpPr>
            <a:spLocks noGrp="1"/>
          </p:cNvSpPr>
          <p:nvPr>
            <p:ph type="body"/>
          </p:nvPr>
        </p:nvSpPr>
        <p:spPr>
          <a:xfrm>
            <a:off x="7747200" y="528120"/>
            <a:ext cx="4291920" cy="3469320"/>
          </a:xfrm>
          <a:prstGeom prst="rect">
            <a:avLst/>
          </a:prstGeom>
          <a:noFill/>
          <a:ln w="12600">
            <a:noFill/>
          </a:ln>
        </p:spPr>
        <p:txBody>
          <a:bodyPr lIns="0" tIns="0" rIns="0" bIns="0" anchor="b">
            <a:noAutofit/>
          </a:bodyPr>
          <a:lstStyle/>
          <a:p>
            <a:pPr indent="0" defTabSz="228600">
              <a:lnSpc>
                <a:spcPct val="100000"/>
              </a:lnSpc>
              <a:spcBef>
                <a:spcPts val="1199"/>
              </a:spcBef>
              <a:buNone/>
              <a:tabLst>
                <a:tab pos="0" algn="l"/>
              </a:tabLst>
            </a:pPr>
            <a:r>
              <a:rPr lang="en-US" sz="4800" b="0" strike="noStrike" spc="-1">
                <a:solidFill>
                  <a:schemeClr val="dk1"/>
                </a:solidFill>
                <a:latin typeface="Invention Light"/>
              </a:rPr>
              <a:t>Click to edit Master text styles</a:t>
            </a:r>
            <a:endParaRPr lang="en-US" sz="4800" b="0" strike="noStrike" spc="-1">
              <a:solidFill>
                <a:schemeClr val="dk1"/>
              </a:solidFill>
              <a:latin typeface="Invention"/>
            </a:endParaRPr>
          </a:p>
        </p:txBody>
      </p:sp>
      <p:sp>
        <p:nvSpPr>
          <p:cNvPr id="486" name="PlaceHolder 12"/>
          <p:cNvSpPr>
            <a:spLocks noGrp="1"/>
          </p:cNvSpPr>
          <p:nvPr>
            <p:ph type="body"/>
          </p:nvPr>
        </p:nvSpPr>
        <p:spPr>
          <a:xfrm>
            <a:off x="7747200" y="4346640"/>
            <a:ext cx="4291920" cy="724320"/>
          </a:xfrm>
          <a:prstGeom prst="rect">
            <a:avLst/>
          </a:prstGeom>
          <a:noFill/>
          <a:ln w="12600">
            <a:noFill/>
          </a:ln>
        </p:spPr>
        <p:txBody>
          <a:bodyPr lIns="0" tIns="0" rIns="0" bIns="0" anchor="t">
            <a:noAutofit/>
          </a:bodyPr>
          <a:lstStyle/>
          <a:p>
            <a:pPr indent="0" defTabSz="228600">
              <a:lnSpc>
                <a:spcPct val="100000"/>
              </a:lnSpc>
              <a:spcBef>
                <a:spcPts val="1199"/>
              </a:spcBef>
              <a:buNone/>
              <a:tabLst>
                <a:tab pos="0" algn="l"/>
              </a:tabLst>
            </a:pPr>
            <a:r>
              <a:rPr lang="en-US" sz="2400" b="0" strike="noStrike" spc="-1">
                <a:solidFill>
                  <a:schemeClr val="dk1"/>
                </a:solidFill>
                <a:latin typeface="Invention Light"/>
              </a:rPr>
              <a:t>Click to edit Master text styles</a:t>
            </a:r>
            <a:endParaRPr lang="en-US" sz="2400" b="0" strike="noStrike" spc="-1">
              <a:solidFill>
                <a:schemeClr val="dk1"/>
              </a:solidFill>
              <a:latin typeface="Invention"/>
            </a:endParaRPr>
          </a:p>
        </p:txBody>
      </p:sp>
      <p:sp>
        <p:nvSpPr>
          <p:cNvPr id="487" name="PlaceHolder 13"/>
          <p:cNvSpPr>
            <a:spLocks noGrp="1"/>
          </p:cNvSpPr>
          <p:nvPr>
            <p:ph type="body"/>
          </p:nvPr>
        </p:nvSpPr>
        <p:spPr>
          <a:xfrm>
            <a:off x="8808840" y="2880"/>
            <a:ext cx="3382920" cy="3380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pic>
        <p:nvPicPr>
          <p:cNvPr id="488" name="Picture 2"/>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4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489" name="Straight Connector 7"/>
          <p:cNvCxnSpPr/>
          <p:nvPr/>
        </p:nvCxnSpPr>
        <p:spPr>
          <a:xfrm>
            <a:off x="377640" y="1227600"/>
            <a:ext cx="11436840" cy="360"/>
          </a:xfrm>
          <a:prstGeom prst="straightConnector1">
            <a:avLst/>
          </a:prstGeom>
          <a:ln w="31750">
            <a:solidFill>
              <a:srgbClr val="00857C"/>
            </a:solidFill>
          </a:ln>
        </p:spPr>
      </p:cxnSp>
      <p:pic>
        <p:nvPicPr>
          <p:cNvPr id="490" name="Picture 2"/>
          <p:cNvPicPr/>
          <p:nvPr/>
        </p:nvPicPr>
        <p:blipFill>
          <a:blip r:embed="rId3"/>
          <a:stretch/>
        </p:blipFill>
        <p:spPr>
          <a:xfrm>
            <a:off x="10607040" y="6364080"/>
            <a:ext cx="968760" cy="455400"/>
          </a:xfrm>
          <a:prstGeom prst="rect">
            <a:avLst/>
          </a:prstGeom>
          <a:ln w="0">
            <a:noFill/>
          </a:ln>
        </p:spPr>
      </p:pic>
      <p:sp>
        <p:nvSpPr>
          <p:cNvPr id="49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492" name="PlaceHolder 1"/>
          <p:cNvSpPr>
            <a:spLocks noGrp="1"/>
          </p:cNvSpPr>
          <p:nvPr>
            <p:ph type="body"/>
          </p:nvPr>
        </p:nvSpPr>
        <p:spPr>
          <a:xfrm>
            <a:off x="0" y="0"/>
            <a:ext cx="6098760" cy="1718640"/>
          </a:xfrm>
          <a:prstGeom prst="rect">
            <a:avLst/>
          </a:prstGeom>
          <a:solidFill>
            <a:schemeClr val="accent1"/>
          </a:solidFill>
          <a:ln w="12600">
            <a:noFill/>
          </a:ln>
        </p:spPr>
        <p:txBody>
          <a:bodyPr lIns="164592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93" name="PlaceHolder 2"/>
          <p:cNvSpPr>
            <a:spLocks noGrp="1"/>
          </p:cNvSpPr>
          <p:nvPr>
            <p:ph type="body"/>
          </p:nvPr>
        </p:nvSpPr>
        <p:spPr>
          <a:xfrm>
            <a:off x="0" y="1712880"/>
            <a:ext cx="6098760" cy="1718640"/>
          </a:xfrm>
          <a:prstGeom prst="rect">
            <a:avLst/>
          </a:prstGeom>
          <a:solidFill>
            <a:schemeClr val="accent2"/>
          </a:solidFill>
          <a:ln w="12600">
            <a:noFill/>
          </a:ln>
        </p:spPr>
        <p:txBody>
          <a:bodyPr lIns="164592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94" name="PlaceHolder 3"/>
          <p:cNvSpPr>
            <a:spLocks noGrp="1"/>
          </p:cNvSpPr>
          <p:nvPr>
            <p:ph type="body"/>
          </p:nvPr>
        </p:nvSpPr>
        <p:spPr>
          <a:xfrm>
            <a:off x="0" y="3426120"/>
            <a:ext cx="6098760" cy="1718640"/>
          </a:xfrm>
          <a:prstGeom prst="rect">
            <a:avLst/>
          </a:prstGeom>
          <a:solidFill>
            <a:schemeClr val="lt2"/>
          </a:solidFill>
          <a:ln w="12600">
            <a:noFill/>
          </a:ln>
        </p:spPr>
        <p:txBody>
          <a:bodyPr lIns="164592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95" name="PlaceHolder 4"/>
          <p:cNvSpPr>
            <a:spLocks noGrp="1"/>
          </p:cNvSpPr>
          <p:nvPr>
            <p:ph type="body"/>
          </p:nvPr>
        </p:nvSpPr>
        <p:spPr>
          <a:xfrm>
            <a:off x="0" y="5139000"/>
            <a:ext cx="6098760" cy="1718640"/>
          </a:xfrm>
          <a:prstGeom prst="rect">
            <a:avLst/>
          </a:prstGeom>
          <a:solidFill>
            <a:schemeClr val="accent6"/>
          </a:solidFill>
          <a:ln w="12600">
            <a:noFill/>
          </a:ln>
        </p:spPr>
        <p:txBody>
          <a:bodyPr lIns="1645920" tIns="91440" rIns="0" bIns="91440" anchor="ctr">
            <a:noAutofit/>
          </a:bodyPr>
          <a:lstStyle/>
          <a:p>
            <a:pPr indent="0" defTabSz="228600">
              <a:lnSpc>
                <a:spcPct val="100000"/>
              </a:lnSpc>
              <a:spcBef>
                <a:spcPts val="1199"/>
              </a:spcBef>
              <a:buNone/>
              <a:tabLst>
                <a:tab pos="0" algn="l"/>
              </a:tabLst>
            </a:pPr>
            <a:r>
              <a:rPr lang="en-US" sz="2400" b="1" strike="noStrike" spc="-1">
                <a:solidFill>
                  <a:schemeClr val="lt1"/>
                </a:solidFill>
                <a:latin typeface="Invention Light"/>
              </a:rPr>
              <a:t>Click to edit Master text styles</a:t>
            </a:r>
            <a:endParaRPr lang="en-US" sz="2400" b="0" strike="noStrike" spc="-1">
              <a:solidFill>
                <a:schemeClr val="dk1"/>
              </a:solidFill>
              <a:latin typeface="Invention"/>
            </a:endParaRPr>
          </a:p>
        </p:txBody>
      </p:sp>
      <p:sp>
        <p:nvSpPr>
          <p:cNvPr id="496" name="PlaceHolder 5"/>
          <p:cNvSpPr>
            <a:spLocks noGrp="1"/>
          </p:cNvSpPr>
          <p:nvPr>
            <p:ph type="dt" idx="76"/>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497" name="PlaceHolder 6"/>
          <p:cNvSpPr>
            <a:spLocks noGrp="1"/>
          </p:cNvSpPr>
          <p:nvPr>
            <p:ph type="sldNum" idx="7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FB72F4E-B086-4998-ADBA-16147E17B57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498" name="TextBox 17"/>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499" name="PlaceHolder 7"/>
          <p:cNvSpPr>
            <a:spLocks noGrp="1"/>
          </p:cNvSpPr>
          <p:nvPr>
            <p:ph type="body"/>
          </p:nvPr>
        </p:nvSpPr>
        <p:spPr>
          <a:xfrm>
            <a:off x="374760" y="399240"/>
            <a:ext cx="914040" cy="9140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00" name="PlaceHolder 8"/>
          <p:cNvSpPr>
            <a:spLocks noGrp="1"/>
          </p:cNvSpPr>
          <p:nvPr>
            <p:ph type="body"/>
          </p:nvPr>
        </p:nvSpPr>
        <p:spPr>
          <a:xfrm>
            <a:off x="374760" y="2106000"/>
            <a:ext cx="914040" cy="9140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01" name="PlaceHolder 9"/>
          <p:cNvSpPr>
            <a:spLocks noGrp="1"/>
          </p:cNvSpPr>
          <p:nvPr>
            <p:ph type="body"/>
          </p:nvPr>
        </p:nvSpPr>
        <p:spPr>
          <a:xfrm>
            <a:off x="374760" y="3837600"/>
            <a:ext cx="914040" cy="9140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02" name="PlaceHolder 10"/>
          <p:cNvSpPr>
            <a:spLocks noGrp="1"/>
          </p:cNvSpPr>
          <p:nvPr>
            <p:ph type="body"/>
          </p:nvPr>
        </p:nvSpPr>
        <p:spPr>
          <a:xfrm>
            <a:off x="374760" y="5565600"/>
            <a:ext cx="914040" cy="9140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03" name="PlaceHolder 11"/>
          <p:cNvSpPr>
            <a:spLocks noGrp="1"/>
          </p:cNvSpPr>
          <p:nvPr>
            <p:ph type="body"/>
          </p:nvPr>
        </p:nvSpPr>
        <p:spPr>
          <a:xfrm>
            <a:off x="6598080" y="1196280"/>
            <a:ext cx="5215680" cy="4499640"/>
          </a:xfrm>
          <a:prstGeom prst="rect">
            <a:avLst/>
          </a:prstGeom>
          <a:noFill/>
          <a:ln w="12600">
            <a:noFill/>
          </a:ln>
        </p:spPr>
        <p:txBody>
          <a:bodyPr lIns="0" tIns="0" rIns="0" bIns="0" anchor="ctr">
            <a:noAutofit/>
          </a:bodyPr>
          <a:lstStyle/>
          <a:p>
            <a:pPr indent="0" defTabSz="228600">
              <a:lnSpc>
                <a:spcPct val="100000"/>
              </a:lnSpc>
              <a:spcBef>
                <a:spcPts val="1199"/>
              </a:spcBef>
              <a:buNone/>
              <a:tabLst>
                <a:tab pos="0" algn="l"/>
              </a:tabLst>
            </a:pPr>
            <a:r>
              <a:rPr lang="en-US" sz="4800" b="0" strike="noStrike" spc="-1">
                <a:solidFill>
                  <a:schemeClr val="dk1"/>
                </a:solidFill>
                <a:latin typeface="Invention Light"/>
              </a:rPr>
              <a:t>Click to edit Master text styles</a:t>
            </a:r>
            <a:endParaRPr lang="en-US" sz="4800" b="0" strike="noStrike" spc="-1">
              <a:solidFill>
                <a:schemeClr val="dk1"/>
              </a:solidFill>
              <a:latin typeface="Invention"/>
            </a:endParaRPr>
          </a:p>
        </p:txBody>
      </p:sp>
      <p:sp>
        <p:nvSpPr>
          <p:cNvPr id="504" name="PlaceHolder 12"/>
          <p:cNvSpPr>
            <a:spLocks noGrp="1"/>
          </p:cNvSpPr>
          <p:nvPr>
            <p:ph type="body"/>
          </p:nvPr>
        </p:nvSpPr>
        <p:spPr>
          <a:xfrm>
            <a:off x="8808840" y="12960"/>
            <a:ext cx="3382920" cy="3124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lt1"/>
                </a:solidFill>
                <a:latin typeface="Invention"/>
              </a:rPr>
              <a:t>Click to edit Master text styles</a:t>
            </a:r>
            <a:endParaRPr lang="en-US" sz="1200" b="0" strike="noStrike" spc="-1">
              <a:solidFill>
                <a:schemeClr val="dk1"/>
              </a:solidFill>
              <a:latin typeface="Invention"/>
            </a:endParaRPr>
          </a:p>
        </p:txBody>
      </p:sp>
      <p:pic>
        <p:nvPicPr>
          <p:cNvPr id="505" name="Picture 4"/>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6" name="Straight Connector 7"/>
          <p:cNvCxnSpPr/>
          <p:nvPr/>
        </p:nvCxnSpPr>
        <p:spPr>
          <a:xfrm>
            <a:off x="377640" y="1227600"/>
            <a:ext cx="11436840" cy="360"/>
          </a:xfrm>
          <a:prstGeom prst="straightConnector1">
            <a:avLst/>
          </a:prstGeom>
          <a:ln w="31750">
            <a:solidFill>
              <a:srgbClr val="00857C"/>
            </a:solidFill>
          </a:ln>
        </p:spPr>
      </p:cxnSp>
      <p:pic>
        <p:nvPicPr>
          <p:cNvPr id="507" name="Picture 2"/>
          <p:cNvPicPr/>
          <p:nvPr/>
        </p:nvPicPr>
        <p:blipFill>
          <a:blip r:embed="rId3"/>
          <a:stretch/>
        </p:blipFill>
        <p:spPr>
          <a:xfrm>
            <a:off x="10607040" y="6364080"/>
            <a:ext cx="968760" cy="455400"/>
          </a:xfrm>
          <a:prstGeom prst="rect">
            <a:avLst/>
          </a:prstGeom>
          <a:ln w="0">
            <a:noFill/>
          </a:ln>
        </p:spPr>
      </p:pic>
      <p:sp>
        <p:nvSpPr>
          <p:cNvPr id="508"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509"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510" name="Rectangle 7"/>
          <p:cNvSpPr/>
          <p:nvPr/>
        </p:nvSpPr>
        <p:spPr>
          <a:xfrm>
            <a:off x="378000" y="1378080"/>
            <a:ext cx="2099160" cy="54860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11" name="Rectangle 12"/>
          <p:cNvSpPr/>
          <p:nvPr/>
        </p:nvSpPr>
        <p:spPr>
          <a:xfrm>
            <a:off x="2711880" y="1378080"/>
            <a:ext cx="2099160" cy="548604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12" name="Rectangle 17"/>
          <p:cNvSpPr/>
          <p:nvPr/>
        </p:nvSpPr>
        <p:spPr>
          <a:xfrm>
            <a:off x="5046120" y="1378080"/>
            <a:ext cx="2099160" cy="548604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13" name="Rectangle 22"/>
          <p:cNvSpPr/>
          <p:nvPr/>
        </p:nvSpPr>
        <p:spPr>
          <a:xfrm>
            <a:off x="7380360" y="1378080"/>
            <a:ext cx="2099160" cy="5486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14" name="Rectangle 27"/>
          <p:cNvSpPr/>
          <p:nvPr/>
        </p:nvSpPr>
        <p:spPr>
          <a:xfrm>
            <a:off x="9714600" y="1378080"/>
            <a:ext cx="2099160" cy="5486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15" name="PlaceHolder 2"/>
          <p:cNvSpPr>
            <a:spLocks noGrp="1"/>
          </p:cNvSpPr>
          <p:nvPr>
            <p:ph type="body"/>
          </p:nvPr>
        </p:nvSpPr>
        <p:spPr>
          <a:xfrm>
            <a:off x="542160" y="150192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16" name="PlaceHolder 3"/>
          <p:cNvSpPr>
            <a:spLocks noGrp="1"/>
          </p:cNvSpPr>
          <p:nvPr>
            <p:ph type="body"/>
          </p:nvPr>
        </p:nvSpPr>
        <p:spPr>
          <a:xfrm>
            <a:off x="2876400" y="150192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17" name="PlaceHolder 4"/>
          <p:cNvSpPr>
            <a:spLocks noGrp="1"/>
          </p:cNvSpPr>
          <p:nvPr>
            <p:ph type="body"/>
          </p:nvPr>
        </p:nvSpPr>
        <p:spPr>
          <a:xfrm>
            <a:off x="5210640" y="152928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18" name="PlaceHolder 5"/>
          <p:cNvSpPr>
            <a:spLocks noGrp="1"/>
          </p:cNvSpPr>
          <p:nvPr>
            <p:ph type="body"/>
          </p:nvPr>
        </p:nvSpPr>
        <p:spPr>
          <a:xfrm>
            <a:off x="7544880" y="152928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19" name="PlaceHolder 6"/>
          <p:cNvSpPr>
            <a:spLocks noGrp="1"/>
          </p:cNvSpPr>
          <p:nvPr>
            <p:ph type="body"/>
          </p:nvPr>
        </p:nvSpPr>
        <p:spPr>
          <a:xfrm>
            <a:off x="9878760" y="152928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20" name="PlaceHolder 7"/>
          <p:cNvSpPr>
            <a:spLocks noGrp="1"/>
          </p:cNvSpPr>
          <p:nvPr>
            <p:ph type="body"/>
          </p:nvPr>
        </p:nvSpPr>
        <p:spPr>
          <a:xfrm>
            <a:off x="542160" y="4036680"/>
            <a:ext cx="1770480" cy="2548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21" name="PlaceHolder 8"/>
          <p:cNvSpPr>
            <a:spLocks noGrp="1"/>
          </p:cNvSpPr>
          <p:nvPr>
            <p:ph type="body"/>
          </p:nvPr>
        </p:nvSpPr>
        <p:spPr>
          <a:xfrm>
            <a:off x="2876400" y="4059000"/>
            <a:ext cx="1770480" cy="2548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22" name="PlaceHolder 9"/>
          <p:cNvSpPr>
            <a:spLocks noGrp="1"/>
          </p:cNvSpPr>
          <p:nvPr>
            <p:ph type="body"/>
          </p:nvPr>
        </p:nvSpPr>
        <p:spPr>
          <a:xfrm>
            <a:off x="5210640" y="4053960"/>
            <a:ext cx="1770480" cy="2548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23" name="PlaceHolder 10"/>
          <p:cNvSpPr>
            <a:spLocks noGrp="1"/>
          </p:cNvSpPr>
          <p:nvPr>
            <p:ph type="body"/>
          </p:nvPr>
        </p:nvSpPr>
        <p:spPr>
          <a:xfrm>
            <a:off x="7544880" y="4053960"/>
            <a:ext cx="1770480" cy="2548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24" name="PlaceHolder 11"/>
          <p:cNvSpPr>
            <a:spLocks noGrp="1"/>
          </p:cNvSpPr>
          <p:nvPr>
            <p:ph type="body"/>
          </p:nvPr>
        </p:nvSpPr>
        <p:spPr>
          <a:xfrm>
            <a:off x="9878760" y="4036680"/>
            <a:ext cx="1770480" cy="2548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25" name="PlaceHolder 12"/>
          <p:cNvSpPr>
            <a:spLocks noGrp="1"/>
          </p:cNvSpPr>
          <p:nvPr>
            <p:ph type="body"/>
          </p:nvPr>
        </p:nvSpPr>
        <p:spPr>
          <a:xfrm>
            <a:off x="378000" y="2505600"/>
            <a:ext cx="20991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26" name="PlaceHolder 13"/>
          <p:cNvSpPr>
            <a:spLocks noGrp="1"/>
          </p:cNvSpPr>
          <p:nvPr>
            <p:ph type="body"/>
          </p:nvPr>
        </p:nvSpPr>
        <p:spPr>
          <a:xfrm>
            <a:off x="2711880" y="2505600"/>
            <a:ext cx="20991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27" name="PlaceHolder 14"/>
          <p:cNvSpPr>
            <a:spLocks noGrp="1"/>
          </p:cNvSpPr>
          <p:nvPr>
            <p:ph type="body"/>
          </p:nvPr>
        </p:nvSpPr>
        <p:spPr>
          <a:xfrm>
            <a:off x="5046120" y="2505600"/>
            <a:ext cx="20991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28" name="PlaceHolder 15"/>
          <p:cNvSpPr>
            <a:spLocks noGrp="1"/>
          </p:cNvSpPr>
          <p:nvPr>
            <p:ph type="body"/>
          </p:nvPr>
        </p:nvSpPr>
        <p:spPr>
          <a:xfrm>
            <a:off x="7380360" y="2505600"/>
            <a:ext cx="20991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29" name="PlaceHolder 16"/>
          <p:cNvSpPr>
            <a:spLocks noGrp="1"/>
          </p:cNvSpPr>
          <p:nvPr>
            <p:ph type="body"/>
          </p:nvPr>
        </p:nvSpPr>
        <p:spPr>
          <a:xfrm>
            <a:off x="9714600" y="2505600"/>
            <a:ext cx="20991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4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30" name="Straight Connector 7"/>
          <p:cNvCxnSpPr/>
          <p:nvPr/>
        </p:nvCxnSpPr>
        <p:spPr>
          <a:xfrm>
            <a:off x="377640" y="1227600"/>
            <a:ext cx="11436840" cy="360"/>
          </a:xfrm>
          <a:prstGeom prst="straightConnector1">
            <a:avLst/>
          </a:prstGeom>
          <a:ln w="31750">
            <a:solidFill>
              <a:srgbClr val="00857C"/>
            </a:solidFill>
          </a:ln>
        </p:spPr>
      </p:cxnSp>
      <p:pic>
        <p:nvPicPr>
          <p:cNvPr id="531" name="Picture 2"/>
          <p:cNvPicPr/>
          <p:nvPr/>
        </p:nvPicPr>
        <p:blipFill>
          <a:blip r:embed="rId3"/>
          <a:stretch/>
        </p:blipFill>
        <p:spPr>
          <a:xfrm>
            <a:off x="10607040" y="6364080"/>
            <a:ext cx="968760" cy="455400"/>
          </a:xfrm>
          <a:prstGeom prst="rect">
            <a:avLst/>
          </a:prstGeom>
          <a:ln w="0">
            <a:noFill/>
          </a:ln>
        </p:spPr>
      </p:pic>
      <p:sp>
        <p:nvSpPr>
          <p:cNvPr id="532"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533"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534" name="Rectangle 7"/>
          <p:cNvSpPr/>
          <p:nvPr/>
        </p:nvSpPr>
        <p:spPr>
          <a:xfrm>
            <a:off x="384480" y="1572840"/>
            <a:ext cx="2102760" cy="529128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35" name="Rectangle 12"/>
          <p:cNvSpPr/>
          <p:nvPr/>
        </p:nvSpPr>
        <p:spPr>
          <a:xfrm>
            <a:off x="2728440" y="1572840"/>
            <a:ext cx="2102760" cy="529128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36" name="Rectangle 17"/>
          <p:cNvSpPr/>
          <p:nvPr/>
        </p:nvSpPr>
        <p:spPr>
          <a:xfrm>
            <a:off x="5072400" y="1572840"/>
            <a:ext cx="2102760" cy="529128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37" name="Rectangle 22"/>
          <p:cNvSpPr/>
          <p:nvPr/>
        </p:nvSpPr>
        <p:spPr>
          <a:xfrm>
            <a:off x="7416360" y="1589040"/>
            <a:ext cx="2099160" cy="5291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rgbClr val="FFFFFF"/>
              </a:solidFill>
              <a:latin typeface="Invention"/>
            </a:endParaRPr>
          </a:p>
        </p:txBody>
      </p:sp>
      <p:sp>
        <p:nvSpPr>
          <p:cNvPr id="538" name="Rectangle 27"/>
          <p:cNvSpPr/>
          <p:nvPr/>
        </p:nvSpPr>
        <p:spPr>
          <a:xfrm>
            <a:off x="9756720" y="1572840"/>
            <a:ext cx="2102760" cy="52912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539" name="PlaceHolder 2"/>
          <p:cNvSpPr>
            <a:spLocks noGrp="1"/>
          </p:cNvSpPr>
          <p:nvPr>
            <p:ph type="body"/>
          </p:nvPr>
        </p:nvSpPr>
        <p:spPr>
          <a:xfrm>
            <a:off x="550440" y="185364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40" name="PlaceHolder 3"/>
          <p:cNvSpPr>
            <a:spLocks noGrp="1"/>
          </p:cNvSpPr>
          <p:nvPr>
            <p:ph type="body"/>
          </p:nvPr>
        </p:nvSpPr>
        <p:spPr>
          <a:xfrm>
            <a:off x="2894400" y="185364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41" name="PlaceHolder 4"/>
          <p:cNvSpPr>
            <a:spLocks noGrp="1"/>
          </p:cNvSpPr>
          <p:nvPr>
            <p:ph type="body"/>
          </p:nvPr>
        </p:nvSpPr>
        <p:spPr>
          <a:xfrm>
            <a:off x="5238360" y="185364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42" name="PlaceHolder 5"/>
          <p:cNvSpPr>
            <a:spLocks noGrp="1"/>
          </p:cNvSpPr>
          <p:nvPr>
            <p:ph type="body"/>
          </p:nvPr>
        </p:nvSpPr>
        <p:spPr>
          <a:xfrm>
            <a:off x="7580520" y="185364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chemeClr val="lt1"/>
                </a:solidFill>
                <a:latin typeface="Invention"/>
              </a:rPr>
              <a:t>Click to edit Master text styles</a:t>
            </a:r>
            <a:endParaRPr lang="en-US" sz="1800" b="0" strike="noStrike" spc="-1">
              <a:solidFill>
                <a:schemeClr val="dk1"/>
              </a:solidFill>
              <a:latin typeface="Invention"/>
            </a:endParaRPr>
          </a:p>
        </p:txBody>
      </p:sp>
      <p:sp>
        <p:nvSpPr>
          <p:cNvPr id="543" name="PlaceHolder 6"/>
          <p:cNvSpPr>
            <a:spLocks noGrp="1"/>
          </p:cNvSpPr>
          <p:nvPr>
            <p:ph type="body"/>
          </p:nvPr>
        </p:nvSpPr>
        <p:spPr>
          <a:xfrm>
            <a:off x="9923040" y="1853640"/>
            <a:ext cx="1770480" cy="869760"/>
          </a:xfrm>
          <a:prstGeom prst="rect">
            <a:avLst/>
          </a:prstGeom>
          <a:noFill/>
          <a:ln w="0">
            <a:noFill/>
          </a:ln>
        </p:spPr>
        <p:txBody>
          <a:bodyPr lIns="0" tIns="0" rIns="0" bIns="0" anchor="ctr">
            <a:noAutofit/>
          </a:bodyPr>
          <a:lstStyle/>
          <a:p>
            <a:pPr indent="0" defTabSz="914400">
              <a:lnSpc>
                <a:spcPct val="100000"/>
              </a:lnSpc>
              <a:spcAft>
                <a:spcPts val="1599"/>
              </a:spcAft>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44" name="PlaceHolder 7"/>
          <p:cNvSpPr>
            <a:spLocks noGrp="1"/>
          </p:cNvSpPr>
          <p:nvPr>
            <p:ph type="body"/>
          </p:nvPr>
        </p:nvSpPr>
        <p:spPr>
          <a:xfrm>
            <a:off x="550440" y="4352040"/>
            <a:ext cx="1770480" cy="2233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45" name="PlaceHolder 8"/>
          <p:cNvSpPr>
            <a:spLocks noGrp="1"/>
          </p:cNvSpPr>
          <p:nvPr>
            <p:ph type="body"/>
          </p:nvPr>
        </p:nvSpPr>
        <p:spPr>
          <a:xfrm>
            <a:off x="2894400" y="4374360"/>
            <a:ext cx="1770480" cy="2233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46" name="PlaceHolder 9"/>
          <p:cNvSpPr>
            <a:spLocks noGrp="1"/>
          </p:cNvSpPr>
          <p:nvPr>
            <p:ph type="body"/>
          </p:nvPr>
        </p:nvSpPr>
        <p:spPr>
          <a:xfrm>
            <a:off x="5238360" y="4369320"/>
            <a:ext cx="1770480" cy="2233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47" name="PlaceHolder 10"/>
          <p:cNvSpPr>
            <a:spLocks noGrp="1"/>
          </p:cNvSpPr>
          <p:nvPr>
            <p:ph type="body"/>
          </p:nvPr>
        </p:nvSpPr>
        <p:spPr>
          <a:xfrm>
            <a:off x="7580520" y="4369320"/>
            <a:ext cx="1770480" cy="2233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48" name="PlaceHolder 11"/>
          <p:cNvSpPr>
            <a:spLocks noGrp="1"/>
          </p:cNvSpPr>
          <p:nvPr>
            <p:ph type="body"/>
          </p:nvPr>
        </p:nvSpPr>
        <p:spPr>
          <a:xfrm>
            <a:off x="9923040" y="4352040"/>
            <a:ext cx="1770480" cy="2233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400" b="0" strike="noStrike" spc="-1">
                <a:solidFill>
                  <a:srgbClr val="FFFFFF"/>
                </a:solidFill>
                <a:latin typeface="Invention"/>
              </a:rPr>
              <a:t>Click to edit Master text styles</a:t>
            </a:r>
            <a:endParaRPr lang="en-US" sz="1400" b="0" strike="noStrike" spc="-1">
              <a:solidFill>
                <a:schemeClr val="dk1"/>
              </a:solidFill>
              <a:latin typeface="Invention"/>
            </a:endParaRPr>
          </a:p>
          <a:p>
            <a:pPr marL="179280" lvl="1" indent="-17928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Third level</a:t>
            </a:r>
            <a:endParaRPr lang="en-US" sz="1200" b="0" strike="noStrike" spc="-1">
              <a:solidFill>
                <a:schemeClr val="dk1"/>
              </a:solidFill>
              <a:latin typeface="Invention"/>
            </a:endParaRPr>
          </a:p>
          <a:p>
            <a:pPr marL="465120" lvl="3"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Fourth level</a:t>
            </a:r>
            <a:endParaRPr lang="en-US" sz="1200" b="0" strike="noStrike" spc="-1">
              <a:solidFill>
                <a:schemeClr val="dk1"/>
              </a:solidFill>
              <a:latin typeface="Invention"/>
            </a:endParaRPr>
          </a:p>
          <a:p>
            <a:pPr marL="581040" lvl="4" indent="-115920" defTabSz="914400">
              <a:lnSpc>
                <a:spcPct val="100000"/>
              </a:lnSpc>
              <a:spcAft>
                <a:spcPts val="1599"/>
              </a:spcAft>
              <a:buClr>
                <a:srgbClr val="FFFFFF"/>
              </a:buClr>
              <a:buFont typeface="Arial"/>
              <a:buChar char="•"/>
              <a:tabLst>
                <a:tab pos="0" algn="l"/>
              </a:tabLst>
            </a:pPr>
            <a:r>
              <a:rPr lang="en-US" sz="1200" b="0" strike="noStrike" spc="-1">
                <a:solidFill>
                  <a:srgbClr val="FFFFFF"/>
                </a:solidFill>
                <a:latin typeface="Invention"/>
              </a:rPr>
              <a:t>Fifth level</a:t>
            </a:r>
            <a:endParaRPr lang="en-US" sz="1200" b="0" strike="noStrike" spc="-1">
              <a:solidFill>
                <a:schemeClr val="dk1"/>
              </a:solidFill>
              <a:latin typeface="Invention"/>
            </a:endParaRPr>
          </a:p>
        </p:txBody>
      </p:sp>
      <p:sp>
        <p:nvSpPr>
          <p:cNvPr id="549" name="Rectangle 43"/>
          <p:cNvSpPr/>
          <p:nvPr/>
        </p:nvSpPr>
        <p:spPr>
          <a:xfrm flipH="1">
            <a:off x="1206720" y="1309680"/>
            <a:ext cx="456840" cy="456840"/>
          </a:xfrm>
          <a:prstGeom prst="rect">
            <a:avLst/>
          </a:prstGeom>
          <a:solidFill>
            <a:srgbClr val="00857C"/>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tabLst>
                <a:tab pos="0" algn="l"/>
              </a:tabLst>
            </a:pPr>
            <a:r>
              <a:rPr lang="en-US" sz="1600" b="1" strike="noStrike" spc="-1">
                <a:solidFill>
                  <a:srgbClr val="FFFFFF"/>
                </a:solidFill>
                <a:latin typeface="Invention"/>
              </a:rPr>
              <a:t>1</a:t>
            </a:r>
            <a:endParaRPr lang="en-US" sz="1600" b="0" strike="noStrike" spc="-1">
              <a:solidFill>
                <a:srgbClr val="FFFFFF"/>
              </a:solidFill>
              <a:latin typeface="Arial"/>
            </a:endParaRPr>
          </a:p>
        </p:txBody>
      </p:sp>
      <p:sp>
        <p:nvSpPr>
          <p:cNvPr id="550" name="Rectangle 2"/>
          <p:cNvSpPr/>
          <p:nvPr/>
        </p:nvSpPr>
        <p:spPr>
          <a:xfrm flipH="1">
            <a:off x="3550680" y="1309680"/>
            <a:ext cx="456840" cy="456840"/>
          </a:xfrm>
          <a:prstGeom prst="rect">
            <a:avLst/>
          </a:prstGeom>
          <a:solidFill>
            <a:srgbClr val="0C2340"/>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tabLst>
                <a:tab pos="0" algn="l"/>
              </a:tabLst>
            </a:pPr>
            <a:r>
              <a:rPr lang="en-US" sz="1600" b="1" strike="noStrike" spc="-1">
                <a:solidFill>
                  <a:srgbClr val="FFFFFF"/>
                </a:solidFill>
                <a:latin typeface="Invention"/>
              </a:rPr>
              <a:t>2</a:t>
            </a:r>
            <a:endParaRPr lang="en-US" sz="1600" b="0" strike="noStrike" spc="-1">
              <a:solidFill>
                <a:srgbClr val="FFFFFF"/>
              </a:solidFill>
              <a:latin typeface="Arial"/>
            </a:endParaRPr>
          </a:p>
        </p:txBody>
      </p:sp>
      <p:sp>
        <p:nvSpPr>
          <p:cNvPr id="551" name="Rectangle 3"/>
          <p:cNvSpPr/>
          <p:nvPr/>
        </p:nvSpPr>
        <p:spPr>
          <a:xfrm flipH="1">
            <a:off x="5894640" y="1309680"/>
            <a:ext cx="456840" cy="456840"/>
          </a:xfrm>
          <a:prstGeom prst="rect">
            <a:avLst/>
          </a:prstGeom>
          <a:solidFill>
            <a:srgbClr val="6ECEB2"/>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tabLst>
                <a:tab pos="0" algn="l"/>
              </a:tabLst>
            </a:pPr>
            <a:r>
              <a:rPr lang="en-US" sz="1600" b="1" strike="noStrike" spc="-1">
                <a:solidFill>
                  <a:srgbClr val="FFFFFF"/>
                </a:solidFill>
                <a:latin typeface="Invention"/>
              </a:rPr>
              <a:t>3</a:t>
            </a:r>
            <a:endParaRPr lang="en-US" sz="1600" b="0" strike="noStrike" spc="-1">
              <a:solidFill>
                <a:srgbClr val="000000"/>
              </a:solidFill>
              <a:latin typeface="Arial"/>
            </a:endParaRPr>
          </a:p>
        </p:txBody>
      </p:sp>
      <p:sp>
        <p:nvSpPr>
          <p:cNvPr id="552" name="Rectangle 4"/>
          <p:cNvSpPr/>
          <p:nvPr/>
        </p:nvSpPr>
        <p:spPr>
          <a:xfrm flipH="1">
            <a:off x="8236800" y="1309680"/>
            <a:ext cx="456840" cy="456840"/>
          </a:xfrm>
          <a:prstGeom prst="rect">
            <a:avLst/>
          </a:prstGeom>
          <a:solidFill>
            <a:schemeClr val="bg2"/>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tabLst>
                <a:tab pos="0" algn="l"/>
              </a:tabLst>
            </a:pPr>
            <a:r>
              <a:rPr lang="en-US" sz="1600" b="1" strike="noStrike" spc="-1">
                <a:solidFill>
                  <a:srgbClr val="FFFFFF"/>
                </a:solidFill>
                <a:latin typeface="Invention"/>
              </a:rPr>
              <a:t>4</a:t>
            </a:r>
            <a:endParaRPr lang="en-US" sz="1600" b="0" strike="noStrike" spc="-1">
              <a:solidFill>
                <a:srgbClr val="000000"/>
              </a:solidFill>
              <a:latin typeface="Arial"/>
            </a:endParaRPr>
          </a:p>
        </p:txBody>
      </p:sp>
      <p:sp>
        <p:nvSpPr>
          <p:cNvPr id="553" name="Rectangle 5"/>
          <p:cNvSpPr/>
          <p:nvPr/>
        </p:nvSpPr>
        <p:spPr>
          <a:xfrm flipH="1">
            <a:off x="10578960" y="1309680"/>
            <a:ext cx="456840" cy="456840"/>
          </a:xfrm>
          <a:prstGeom prst="rect">
            <a:avLst/>
          </a:prstGeom>
          <a:solidFill>
            <a:schemeClr val="accent6"/>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tabLst>
                <a:tab pos="0" algn="l"/>
              </a:tabLst>
            </a:pPr>
            <a:r>
              <a:rPr lang="en-US" sz="1600" b="1" strike="noStrike" spc="-1">
                <a:solidFill>
                  <a:srgbClr val="FFFFFF"/>
                </a:solidFill>
                <a:latin typeface="Invention"/>
              </a:rPr>
              <a:t>5</a:t>
            </a:r>
            <a:endParaRPr lang="en-US" sz="1600" b="0" strike="noStrike" spc="-1">
              <a:solidFill>
                <a:srgbClr val="FFFFFF"/>
              </a:solidFill>
              <a:latin typeface="Arial"/>
            </a:endParaRPr>
          </a:p>
        </p:txBody>
      </p:sp>
      <p:sp>
        <p:nvSpPr>
          <p:cNvPr id="554" name="PlaceHolder 12"/>
          <p:cNvSpPr>
            <a:spLocks noGrp="1"/>
          </p:cNvSpPr>
          <p:nvPr>
            <p:ph type="body"/>
          </p:nvPr>
        </p:nvSpPr>
        <p:spPr>
          <a:xfrm>
            <a:off x="38448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55" name="PlaceHolder 13"/>
          <p:cNvSpPr>
            <a:spLocks noGrp="1"/>
          </p:cNvSpPr>
          <p:nvPr>
            <p:ph type="body"/>
          </p:nvPr>
        </p:nvSpPr>
        <p:spPr>
          <a:xfrm>
            <a:off x="272844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56" name="PlaceHolder 14"/>
          <p:cNvSpPr>
            <a:spLocks noGrp="1"/>
          </p:cNvSpPr>
          <p:nvPr>
            <p:ph type="body"/>
          </p:nvPr>
        </p:nvSpPr>
        <p:spPr>
          <a:xfrm>
            <a:off x="507240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57" name="PlaceHolder 15"/>
          <p:cNvSpPr>
            <a:spLocks noGrp="1"/>
          </p:cNvSpPr>
          <p:nvPr>
            <p:ph type="body"/>
          </p:nvPr>
        </p:nvSpPr>
        <p:spPr>
          <a:xfrm>
            <a:off x="741636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58" name="PlaceHolder 16"/>
          <p:cNvSpPr>
            <a:spLocks noGrp="1"/>
          </p:cNvSpPr>
          <p:nvPr>
            <p:ph type="body"/>
          </p:nvPr>
        </p:nvSpPr>
        <p:spPr>
          <a:xfrm>
            <a:off x="975672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
        <p:nvSpPr>
          <p:cNvPr id="559" name="PlaceHolder 17"/>
          <p:cNvSpPr>
            <a:spLocks noGrp="1"/>
          </p:cNvSpPr>
          <p:nvPr>
            <p:ph type="body"/>
          </p:nvPr>
        </p:nvSpPr>
        <p:spPr>
          <a:xfrm>
            <a:off x="5072400" y="2863080"/>
            <a:ext cx="2102760" cy="137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rgbClr val="0C2340"/>
                </a:solidFill>
                <a:latin typeface="Invention"/>
              </a:rPr>
              <a:t>Click icon to add picture</a:t>
            </a:r>
            <a:endParaRPr lang="en-US" sz="9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60" name="Straight Connector 7"/>
          <p:cNvCxnSpPr/>
          <p:nvPr/>
        </p:nvCxnSpPr>
        <p:spPr>
          <a:xfrm>
            <a:off x="377640" y="1227600"/>
            <a:ext cx="11436840" cy="360"/>
          </a:xfrm>
          <a:prstGeom prst="straightConnector1">
            <a:avLst/>
          </a:prstGeom>
          <a:ln w="31750">
            <a:solidFill>
              <a:srgbClr val="00857C"/>
            </a:solidFill>
          </a:ln>
        </p:spPr>
      </p:cxnSp>
      <p:pic>
        <p:nvPicPr>
          <p:cNvPr id="561" name="Picture 2"/>
          <p:cNvPicPr/>
          <p:nvPr/>
        </p:nvPicPr>
        <p:blipFill>
          <a:blip r:embed="rId3"/>
          <a:stretch/>
        </p:blipFill>
        <p:spPr>
          <a:xfrm>
            <a:off x="10607040" y="6364080"/>
            <a:ext cx="968760" cy="455400"/>
          </a:xfrm>
          <a:prstGeom prst="rect">
            <a:avLst/>
          </a:prstGeom>
          <a:ln w="0">
            <a:noFill/>
          </a:ln>
        </p:spPr>
      </p:pic>
      <p:sp>
        <p:nvSpPr>
          <p:cNvPr id="562"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563" name="PlaceHolder 1"/>
          <p:cNvSpPr>
            <a:spLocks noGrp="1"/>
          </p:cNvSpPr>
          <p:nvPr>
            <p:ph type="body"/>
          </p:nvPr>
        </p:nvSpPr>
        <p:spPr>
          <a:xfrm>
            <a:off x="6095880" y="1260360"/>
            <a:ext cx="5717880" cy="216828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64" name="PlaceHolder 2"/>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565" name="PlaceHolder 3"/>
          <p:cNvSpPr>
            <a:spLocks noGrp="1"/>
          </p:cNvSpPr>
          <p:nvPr>
            <p:ph type="dt" idx="78"/>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566" name="PlaceHolder 4"/>
          <p:cNvSpPr>
            <a:spLocks noGrp="1"/>
          </p:cNvSpPr>
          <p:nvPr>
            <p:ph type="ftr" idx="7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67" name="PlaceHolder 5"/>
          <p:cNvSpPr>
            <a:spLocks noGrp="1"/>
          </p:cNvSpPr>
          <p:nvPr>
            <p:ph type="sldNum" idx="8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4DBBD8E-35B1-4348-8D05-FA88FDB5034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568" name="Rectangle 7"/>
          <p:cNvSpPr/>
          <p:nvPr/>
        </p:nvSpPr>
        <p:spPr>
          <a:xfrm>
            <a:off x="948960" y="3447000"/>
            <a:ext cx="11243520" cy="282204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cxnSp>
        <p:nvCxnSpPr>
          <p:cNvPr id="569" name="Straight Connector 15"/>
          <p:cNvCxnSpPr/>
          <p:nvPr/>
        </p:nvCxnSpPr>
        <p:spPr>
          <a:xfrm>
            <a:off x="1332720" y="5238360"/>
            <a:ext cx="10199880" cy="360"/>
          </a:xfrm>
          <a:prstGeom prst="straightConnector1">
            <a:avLst/>
          </a:prstGeom>
          <a:ln>
            <a:solidFill>
              <a:srgbClr val="6ECEB2"/>
            </a:solidFill>
          </a:ln>
        </p:spPr>
      </p:cxnSp>
      <p:cxnSp>
        <p:nvCxnSpPr>
          <p:cNvPr id="570" name="Straight Connector 16"/>
          <p:cNvCxnSpPr/>
          <p:nvPr/>
        </p:nvCxnSpPr>
        <p:spPr>
          <a:xfrm flipV="1">
            <a:off x="4668840" y="4543200"/>
            <a:ext cx="360" cy="1443600"/>
          </a:xfrm>
          <a:prstGeom prst="straightConnector1">
            <a:avLst/>
          </a:prstGeom>
          <a:ln>
            <a:solidFill>
              <a:srgbClr val="6ECEB2"/>
            </a:solidFill>
          </a:ln>
        </p:spPr>
      </p:cxnSp>
      <p:cxnSp>
        <p:nvCxnSpPr>
          <p:cNvPr id="571" name="Straight Connector 17"/>
          <p:cNvCxnSpPr/>
          <p:nvPr/>
        </p:nvCxnSpPr>
        <p:spPr>
          <a:xfrm flipV="1">
            <a:off x="8167680" y="4543200"/>
            <a:ext cx="360" cy="1443600"/>
          </a:xfrm>
          <a:prstGeom prst="straightConnector1">
            <a:avLst/>
          </a:prstGeom>
          <a:ln>
            <a:solidFill>
              <a:srgbClr val="6ECEB2"/>
            </a:solidFill>
          </a:ln>
        </p:spPr>
      </p:cxnSp>
      <p:sp>
        <p:nvSpPr>
          <p:cNvPr id="572" name="PlaceHolder 6"/>
          <p:cNvSpPr>
            <a:spLocks noGrp="1"/>
          </p:cNvSpPr>
          <p:nvPr>
            <p:ph type="body"/>
          </p:nvPr>
        </p:nvSpPr>
        <p:spPr>
          <a:xfrm>
            <a:off x="378000" y="1722240"/>
            <a:ext cx="5585400" cy="13075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400" b="0" strike="noStrike" spc="-1">
                <a:solidFill>
                  <a:schemeClr val="dk1"/>
                </a:solidFill>
                <a:latin typeface="Invention"/>
              </a:rPr>
              <a:t>Click to edit Master text styles</a:t>
            </a:r>
          </a:p>
        </p:txBody>
      </p:sp>
      <p:sp>
        <p:nvSpPr>
          <p:cNvPr id="573" name="PlaceHolder 7"/>
          <p:cNvSpPr>
            <a:spLocks noGrp="1"/>
          </p:cNvSpPr>
          <p:nvPr>
            <p:ph type="body"/>
          </p:nvPr>
        </p:nvSpPr>
        <p:spPr>
          <a:xfrm>
            <a:off x="1349280" y="3882240"/>
            <a:ext cx="10197720" cy="49320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400" b="1" strike="noStrike" spc="-1">
                <a:solidFill>
                  <a:srgbClr val="FFFFFF"/>
                </a:solidFill>
                <a:latin typeface="Invention"/>
              </a:rPr>
              <a:t>Click to edit Master text styles</a:t>
            </a:r>
            <a:endParaRPr lang="en-US" sz="2400" b="0" strike="noStrike" spc="-1">
              <a:solidFill>
                <a:schemeClr val="dk1"/>
              </a:solidFill>
              <a:latin typeface="Invention"/>
            </a:endParaRPr>
          </a:p>
        </p:txBody>
      </p:sp>
      <p:sp>
        <p:nvSpPr>
          <p:cNvPr id="574" name="PlaceHolder 8"/>
          <p:cNvSpPr>
            <a:spLocks noGrp="1"/>
          </p:cNvSpPr>
          <p:nvPr>
            <p:ph type="body"/>
          </p:nvPr>
        </p:nvSpPr>
        <p:spPr>
          <a:xfrm>
            <a:off x="2131200" y="461124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75" name="PlaceHolder 9"/>
          <p:cNvSpPr>
            <a:spLocks noGrp="1"/>
          </p:cNvSpPr>
          <p:nvPr>
            <p:ph type="body"/>
          </p:nvPr>
        </p:nvSpPr>
        <p:spPr>
          <a:xfrm>
            <a:off x="5624640" y="463176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76" name="PlaceHolder 10"/>
          <p:cNvSpPr>
            <a:spLocks noGrp="1"/>
          </p:cNvSpPr>
          <p:nvPr>
            <p:ph type="body"/>
          </p:nvPr>
        </p:nvSpPr>
        <p:spPr>
          <a:xfrm>
            <a:off x="2131200" y="540612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77" name="PlaceHolder 11"/>
          <p:cNvSpPr>
            <a:spLocks noGrp="1"/>
          </p:cNvSpPr>
          <p:nvPr>
            <p:ph type="body"/>
          </p:nvPr>
        </p:nvSpPr>
        <p:spPr>
          <a:xfrm>
            <a:off x="5624640" y="540612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78" name="PlaceHolder 12"/>
          <p:cNvSpPr>
            <a:spLocks noGrp="1"/>
          </p:cNvSpPr>
          <p:nvPr>
            <p:ph type="body"/>
          </p:nvPr>
        </p:nvSpPr>
        <p:spPr>
          <a:xfrm>
            <a:off x="9118080" y="463428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79" name="PlaceHolder 13"/>
          <p:cNvSpPr>
            <a:spLocks noGrp="1"/>
          </p:cNvSpPr>
          <p:nvPr>
            <p:ph type="body"/>
          </p:nvPr>
        </p:nvSpPr>
        <p:spPr>
          <a:xfrm>
            <a:off x="9118080" y="5409720"/>
            <a:ext cx="2414160" cy="493200"/>
          </a:xfrm>
          <a:prstGeom prst="rect">
            <a:avLst/>
          </a:prstGeom>
          <a:noFill/>
          <a:ln w="0">
            <a:noFill/>
          </a:ln>
        </p:spPr>
        <p:txBody>
          <a:bodyPr lIns="0" tIns="0" rIns="0" bIns="0" anchor="ctr">
            <a:noAutofit/>
          </a:bodyPr>
          <a:lstStyle/>
          <a:p>
            <a:pPr indent="0" defTabSz="914400">
              <a:lnSpc>
                <a:spcPct val="100000"/>
              </a:lnSpc>
              <a:spcBef>
                <a:spcPts val="1199"/>
              </a:spcBef>
              <a:buNone/>
              <a:tabLst>
                <a:tab pos="0" algn="l"/>
              </a:tabLst>
            </a:pPr>
            <a:r>
              <a:rPr lang="en-US" sz="1800" b="0" strike="noStrike" spc="-1">
                <a:solidFill>
                  <a:srgbClr val="FFFFFF"/>
                </a:solidFill>
                <a:latin typeface="Invention"/>
              </a:rPr>
              <a:t>Click to edit Master text styles</a:t>
            </a:r>
            <a:endParaRPr lang="en-US" sz="1800" b="0" strike="noStrike" spc="-1">
              <a:solidFill>
                <a:schemeClr val="dk1"/>
              </a:solidFill>
              <a:latin typeface="Invention"/>
            </a:endParaRPr>
          </a:p>
        </p:txBody>
      </p:sp>
      <p:sp>
        <p:nvSpPr>
          <p:cNvPr id="580" name="PlaceHolder 14"/>
          <p:cNvSpPr>
            <a:spLocks noGrp="1"/>
          </p:cNvSpPr>
          <p:nvPr>
            <p:ph type="body"/>
          </p:nvPr>
        </p:nvSpPr>
        <p:spPr>
          <a:xfrm>
            <a:off x="1349280" y="45183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81" name="PlaceHolder 15"/>
          <p:cNvSpPr>
            <a:spLocks noGrp="1"/>
          </p:cNvSpPr>
          <p:nvPr>
            <p:ph type="body"/>
          </p:nvPr>
        </p:nvSpPr>
        <p:spPr>
          <a:xfrm>
            <a:off x="4822200" y="53031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82" name="PlaceHolder 16"/>
          <p:cNvSpPr>
            <a:spLocks noGrp="1"/>
          </p:cNvSpPr>
          <p:nvPr>
            <p:ph type="body"/>
          </p:nvPr>
        </p:nvSpPr>
        <p:spPr>
          <a:xfrm>
            <a:off x="1352520" y="53031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83" name="PlaceHolder 17"/>
          <p:cNvSpPr>
            <a:spLocks noGrp="1"/>
          </p:cNvSpPr>
          <p:nvPr>
            <p:ph type="body"/>
          </p:nvPr>
        </p:nvSpPr>
        <p:spPr>
          <a:xfrm>
            <a:off x="8336520" y="45183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84" name="PlaceHolder 18"/>
          <p:cNvSpPr>
            <a:spLocks noGrp="1"/>
          </p:cNvSpPr>
          <p:nvPr>
            <p:ph type="body"/>
          </p:nvPr>
        </p:nvSpPr>
        <p:spPr>
          <a:xfrm>
            <a:off x="4825080" y="45183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
        <p:nvSpPr>
          <p:cNvPr id="585" name="PlaceHolder 19"/>
          <p:cNvSpPr>
            <a:spLocks noGrp="1"/>
          </p:cNvSpPr>
          <p:nvPr>
            <p:ph type="body"/>
          </p:nvPr>
        </p:nvSpPr>
        <p:spPr>
          <a:xfrm>
            <a:off x="8334360" y="5303160"/>
            <a:ext cx="663120" cy="6631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to add icon</a:t>
            </a:r>
          </a:p>
        </p:txBody>
      </p:sp>
    </p:spTree>
  </p:cSld>
  <p:clrMap bg1="lt1" tx1="dk1" bg2="lt2" tx2="dk2" accent1="accent1" accent2="accent2" accent3="accent3" accent4="accent4" accent5="accent5" accent6="accent6" hlink="hlink" folHlink="folHlink"/>
  <p:sldLayoutIdLst>
    <p:sldLayoutId id="21474837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86" name="Straight Connector 7"/>
          <p:cNvCxnSpPr/>
          <p:nvPr/>
        </p:nvCxnSpPr>
        <p:spPr>
          <a:xfrm>
            <a:off x="377640" y="1227600"/>
            <a:ext cx="11436840" cy="360"/>
          </a:xfrm>
          <a:prstGeom prst="straightConnector1">
            <a:avLst/>
          </a:prstGeom>
          <a:ln w="31750">
            <a:solidFill>
              <a:srgbClr val="00857C"/>
            </a:solidFill>
          </a:ln>
        </p:spPr>
      </p:cxnSp>
      <p:pic>
        <p:nvPicPr>
          <p:cNvPr id="587" name="Picture 2"/>
          <p:cNvPicPr/>
          <p:nvPr/>
        </p:nvPicPr>
        <p:blipFill>
          <a:blip r:embed="rId3"/>
          <a:stretch/>
        </p:blipFill>
        <p:spPr>
          <a:xfrm>
            <a:off x="10607040" y="6364080"/>
            <a:ext cx="968760" cy="455400"/>
          </a:xfrm>
          <a:prstGeom prst="rect">
            <a:avLst/>
          </a:prstGeom>
          <a:ln w="0">
            <a:noFill/>
          </a:ln>
        </p:spPr>
      </p:pic>
      <p:sp>
        <p:nvSpPr>
          <p:cNvPr id="588"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589" name="PlaceHolder 1"/>
          <p:cNvSpPr>
            <a:spLocks noGrp="1"/>
          </p:cNvSpPr>
          <p:nvPr>
            <p:ph type="title"/>
          </p:nvPr>
        </p:nvSpPr>
        <p:spPr>
          <a:xfrm>
            <a:off x="378000" y="378000"/>
            <a:ext cx="114361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590" name="PlaceHolder 2"/>
          <p:cNvSpPr>
            <a:spLocks noGrp="1"/>
          </p:cNvSpPr>
          <p:nvPr>
            <p:ph type="dt" idx="81"/>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591" name="PlaceHolder 3"/>
          <p:cNvSpPr>
            <a:spLocks noGrp="1"/>
          </p:cNvSpPr>
          <p:nvPr>
            <p:ph type="ftr" idx="8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92" name="PlaceHolder 4"/>
          <p:cNvSpPr>
            <a:spLocks noGrp="1"/>
          </p:cNvSpPr>
          <p:nvPr>
            <p:ph type="sldNum" idx="8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C1BBE2C-9D83-4CA1-B457-4D321E84D18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593" name="PlaceHolder 5"/>
          <p:cNvSpPr>
            <a:spLocks noGrp="1"/>
          </p:cNvSpPr>
          <p:nvPr>
            <p:ph type="body"/>
          </p:nvPr>
        </p:nvSpPr>
        <p:spPr>
          <a:xfrm>
            <a:off x="13590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94" name="PlaceHolder 6"/>
          <p:cNvSpPr>
            <a:spLocks noGrp="1"/>
          </p:cNvSpPr>
          <p:nvPr>
            <p:ph type="body"/>
          </p:nvPr>
        </p:nvSpPr>
        <p:spPr>
          <a:xfrm>
            <a:off x="331488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95" name="PlaceHolder 7"/>
          <p:cNvSpPr>
            <a:spLocks noGrp="1"/>
          </p:cNvSpPr>
          <p:nvPr>
            <p:ph type="body"/>
          </p:nvPr>
        </p:nvSpPr>
        <p:spPr>
          <a:xfrm>
            <a:off x="52704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596" name="PlaceHolder 8"/>
          <p:cNvSpPr>
            <a:spLocks noGrp="1"/>
          </p:cNvSpPr>
          <p:nvPr>
            <p:ph type="body"/>
          </p:nvPr>
        </p:nvSpPr>
        <p:spPr>
          <a:xfrm>
            <a:off x="1359000" y="357624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597" name="PlaceHolder 9"/>
          <p:cNvSpPr>
            <a:spLocks noGrp="1"/>
          </p:cNvSpPr>
          <p:nvPr>
            <p:ph type="body"/>
          </p:nvPr>
        </p:nvSpPr>
        <p:spPr>
          <a:xfrm>
            <a:off x="3314880" y="357624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598" name="PlaceHolder 10"/>
          <p:cNvSpPr>
            <a:spLocks noGrp="1"/>
          </p:cNvSpPr>
          <p:nvPr>
            <p:ph type="body"/>
          </p:nvPr>
        </p:nvSpPr>
        <p:spPr>
          <a:xfrm>
            <a:off x="5270400" y="357624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599" name="PlaceHolder 11"/>
          <p:cNvSpPr>
            <a:spLocks noGrp="1"/>
          </p:cNvSpPr>
          <p:nvPr>
            <p:ph type="body"/>
          </p:nvPr>
        </p:nvSpPr>
        <p:spPr>
          <a:xfrm>
            <a:off x="722628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00" name="PlaceHolder 12"/>
          <p:cNvSpPr>
            <a:spLocks noGrp="1"/>
          </p:cNvSpPr>
          <p:nvPr>
            <p:ph type="body"/>
          </p:nvPr>
        </p:nvSpPr>
        <p:spPr>
          <a:xfrm>
            <a:off x="91818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01" name="PlaceHolder 13"/>
          <p:cNvSpPr>
            <a:spLocks noGrp="1"/>
          </p:cNvSpPr>
          <p:nvPr>
            <p:ph type="body"/>
          </p:nvPr>
        </p:nvSpPr>
        <p:spPr>
          <a:xfrm>
            <a:off x="7226280" y="357624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02" name="PlaceHolder 14"/>
          <p:cNvSpPr>
            <a:spLocks noGrp="1"/>
          </p:cNvSpPr>
          <p:nvPr>
            <p:ph type="body"/>
          </p:nvPr>
        </p:nvSpPr>
        <p:spPr>
          <a:xfrm>
            <a:off x="9181800" y="357624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03" name="PlaceHolder 15"/>
          <p:cNvSpPr>
            <a:spLocks noGrp="1"/>
          </p:cNvSpPr>
          <p:nvPr>
            <p:ph type="body"/>
          </p:nvPr>
        </p:nvSpPr>
        <p:spPr>
          <a:xfrm>
            <a:off x="13590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04" name="PlaceHolder 16"/>
          <p:cNvSpPr>
            <a:spLocks noGrp="1"/>
          </p:cNvSpPr>
          <p:nvPr>
            <p:ph type="body"/>
          </p:nvPr>
        </p:nvSpPr>
        <p:spPr>
          <a:xfrm>
            <a:off x="331488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05" name="PlaceHolder 17"/>
          <p:cNvSpPr>
            <a:spLocks noGrp="1"/>
          </p:cNvSpPr>
          <p:nvPr>
            <p:ph type="body"/>
          </p:nvPr>
        </p:nvSpPr>
        <p:spPr>
          <a:xfrm>
            <a:off x="52704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06" name="PlaceHolder 18"/>
          <p:cNvSpPr>
            <a:spLocks noGrp="1"/>
          </p:cNvSpPr>
          <p:nvPr>
            <p:ph type="body"/>
          </p:nvPr>
        </p:nvSpPr>
        <p:spPr>
          <a:xfrm>
            <a:off x="1359000" y="571428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07" name="PlaceHolder 19"/>
          <p:cNvSpPr>
            <a:spLocks noGrp="1"/>
          </p:cNvSpPr>
          <p:nvPr>
            <p:ph type="body"/>
          </p:nvPr>
        </p:nvSpPr>
        <p:spPr>
          <a:xfrm>
            <a:off x="3314880" y="571428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08" name="PlaceHolder 20"/>
          <p:cNvSpPr>
            <a:spLocks noGrp="1"/>
          </p:cNvSpPr>
          <p:nvPr>
            <p:ph type="body"/>
          </p:nvPr>
        </p:nvSpPr>
        <p:spPr>
          <a:xfrm>
            <a:off x="5270400" y="571428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09" name="PlaceHolder 21"/>
          <p:cNvSpPr>
            <a:spLocks noGrp="1"/>
          </p:cNvSpPr>
          <p:nvPr>
            <p:ph type="body"/>
          </p:nvPr>
        </p:nvSpPr>
        <p:spPr>
          <a:xfrm>
            <a:off x="722628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10" name="PlaceHolder 22"/>
          <p:cNvSpPr>
            <a:spLocks noGrp="1"/>
          </p:cNvSpPr>
          <p:nvPr>
            <p:ph type="body"/>
          </p:nvPr>
        </p:nvSpPr>
        <p:spPr>
          <a:xfrm>
            <a:off x="91818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11" name="PlaceHolder 23"/>
          <p:cNvSpPr>
            <a:spLocks noGrp="1"/>
          </p:cNvSpPr>
          <p:nvPr>
            <p:ph type="body"/>
          </p:nvPr>
        </p:nvSpPr>
        <p:spPr>
          <a:xfrm>
            <a:off x="7226280" y="571428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
        <p:nvSpPr>
          <p:cNvPr id="612" name="PlaceHolder 24"/>
          <p:cNvSpPr>
            <a:spLocks noGrp="1"/>
          </p:cNvSpPr>
          <p:nvPr>
            <p:ph type="body"/>
          </p:nvPr>
        </p:nvSpPr>
        <p:spPr>
          <a:xfrm>
            <a:off x="9181800" y="5714280"/>
            <a:ext cx="1650240" cy="2516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p:txBody>
      </p:sp>
    </p:spTree>
  </p:cSld>
  <p:clrMap bg1="lt1" tx1="dk1" bg2="lt2" tx2="dk2" accent1="accent1" accent2="accent2" accent3="accent3" accent4="accent4" accent5="accent5" accent6="accent6" hlink="hlink" folHlink="folHlink"/>
  <p:sldLayoutIdLst>
    <p:sldLayoutId id="21474837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cxnSp>
        <p:nvCxnSpPr>
          <p:cNvPr id="613" name="Straight Connector 7"/>
          <p:cNvCxnSpPr/>
          <p:nvPr/>
        </p:nvCxnSpPr>
        <p:spPr>
          <a:xfrm>
            <a:off x="377640" y="1227600"/>
            <a:ext cx="11436840" cy="360"/>
          </a:xfrm>
          <a:prstGeom prst="straightConnector1">
            <a:avLst/>
          </a:prstGeom>
          <a:ln w="31750">
            <a:solidFill>
              <a:srgbClr val="00857C"/>
            </a:solidFill>
          </a:ln>
        </p:spPr>
      </p:cxnSp>
      <p:pic>
        <p:nvPicPr>
          <p:cNvPr id="614" name="Picture 2"/>
          <p:cNvPicPr/>
          <p:nvPr/>
        </p:nvPicPr>
        <p:blipFill>
          <a:blip r:embed="rId3"/>
          <a:stretch/>
        </p:blipFill>
        <p:spPr>
          <a:xfrm>
            <a:off x="10607040" y="6364080"/>
            <a:ext cx="968760" cy="455400"/>
          </a:xfrm>
          <a:prstGeom prst="rect">
            <a:avLst/>
          </a:prstGeom>
          <a:ln w="0">
            <a:noFill/>
          </a:ln>
        </p:spPr>
      </p:pic>
      <p:sp>
        <p:nvSpPr>
          <p:cNvPr id="615"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616" name="PlaceHolder 1"/>
          <p:cNvSpPr>
            <a:spLocks noGrp="1"/>
          </p:cNvSpPr>
          <p:nvPr>
            <p:ph type="title"/>
          </p:nvPr>
        </p:nvSpPr>
        <p:spPr>
          <a:xfrm>
            <a:off x="378000" y="1227960"/>
            <a:ext cx="9445320" cy="4265280"/>
          </a:xfrm>
          <a:prstGeom prst="rect">
            <a:avLst/>
          </a:prstGeom>
          <a:noFill/>
          <a:ln w="0">
            <a:noFill/>
          </a:ln>
        </p:spPr>
        <p:txBody>
          <a:bodyPr lIns="0" tIns="0" rIns="0" bIns="0" anchor="t">
            <a:noAutofit/>
          </a:bodyPr>
          <a:lstStyle/>
          <a:p>
            <a:pPr indent="0" defTabSz="914400">
              <a:lnSpc>
                <a:spcPct val="90000"/>
              </a:lnSpc>
              <a:buNone/>
            </a:pPr>
            <a:r>
              <a:rPr lang="en-US" sz="3600" b="0" strike="noStrike" spc="-1">
                <a:solidFill>
                  <a:schemeClr val="lt1"/>
                </a:solidFill>
                <a:latin typeface="Invention Light"/>
              </a:rPr>
              <a:t>Click to edit Master title style</a:t>
            </a:r>
            <a:endParaRPr lang="en-US" sz="3600" b="0" strike="noStrike" spc="-1">
              <a:solidFill>
                <a:schemeClr val="dk1"/>
              </a:solidFill>
              <a:latin typeface="Invention"/>
            </a:endParaRPr>
          </a:p>
        </p:txBody>
      </p:sp>
      <p:sp>
        <p:nvSpPr>
          <p:cNvPr id="617" name="PlaceHolder 2"/>
          <p:cNvSpPr>
            <a:spLocks noGrp="1"/>
          </p:cNvSpPr>
          <p:nvPr>
            <p:ph type="dt" idx="8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FFFFFF"/>
              </a:solidFill>
              <a:latin typeface="Times New Roman"/>
            </a:endParaRPr>
          </a:p>
        </p:txBody>
      </p:sp>
      <p:sp>
        <p:nvSpPr>
          <p:cNvPr id="618" name="PlaceHolder 3"/>
          <p:cNvSpPr>
            <a:spLocks noGrp="1"/>
          </p:cNvSpPr>
          <p:nvPr>
            <p:ph type="ftr" idx="8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619" name="PlaceHolder 4"/>
          <p:cNvSpPr>
            <a:spLocks noGrp="1"/>
          </p:cNvSpPr>
          <p:nvPr>
            <p:ph type="sldNum" idx="8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6C2CB70-FB5E-4071-BE46-6CE66EE65723}"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pic>
        <p:nvPicPr>
          <p:cNvPr id="620" name="Picture 5"/>
          <p:cNvPicPr/>
          <p:nvPr/>
        </p:nvPicPr>
        <p:blipFill>
          <a:blip r:embed="rId4"/>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21" name="Straight Connector 7"/>
          <p:cNvCxnSpPr/>
          <p:nvPr/>
        </p:nvCxnSpPr>
        <p:spPr>
          <a:xfrm>
            <a:off x="377640" y="1227600"/>
            <a:ext cx="11436840" cy="360"/>
          </a:xfrm>
          <a:prstGeom prst="straightConnector1">
            <a:avLst/>
          </a:prstGeom>
          <a:ln w="31750">
            <a:solidFill>
              <a:srgbClr val="00857C"/>
            </a:solidFill>
          </a:ln>
        </p:spPr>
      </p:cxnSp>
      <p:pic>
        <p:nvPicPr>
          <p:cNvPr id="622" name="Picture 2"/>
          <p:cNvPicPr/>
          <p:nvPr/>
        </p:nvPicPr>
        <p:blipFill>
          <a:blip r:embed="rId3"/>
          <a:stretch/>
        </p:blipFill>
        <p:spPr>
          <a:xfrm>
            <a:off x="10607040" y="6364080"/>
            <a:ext cx="968760" cy="455400"/>
          </a:xfrm>
          <a:prstGeom prst="rect">
            <a:avLst/>
          </a:prstGeom>
          <a:ln w="0">
            <a:noFill/>
          </a:ln>
        </p:spPr>
      </p:pic>
      <p:sp>
        <p:nvSpPr>
          <p:cNvPr id="623"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24" name="PlaceHolder 1"/>
          <p:cNvSpPr>
            <a:spLocks noGrp="1"/>
          </p:cNvSpPr>
          <p:nvPr>
            <p:ph type="dt" idx="8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25" name="PlaceHolder 2"/>
          <p:cNvSpPr>
            <a:spLocks noGrp="1"/>
          </p:cNvSpPr>
          <p:nvPr>
            <p:ph type="ftr" idx="8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26" name="PlaceHolder 3"/>
          <p:cNvSpPr>
            <a:spLocks noGrp="1"/>
          </p:cNvSpPr>
          <p:nvPr>
            <p:ph type="sldNum" idx="8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D6637B06-0C69-4D2B-B085-DE2C23AFDAA9}"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27" name="TextBox 7"/>
          <p:cNvSpPr/>
          <p:nvPr/>
        </p:nvSpPr>
        <p:spPr>
          <a:xfrm>
            <a:off x="-372600" y="184356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28" name="TextBox 10"/>
          <p:cNvSpPr/>
          <p:nvPr/>
        </p:nvSpPr>
        <p:spPr>
          <a:xfrm>
            <a:off x="-578520" y="210888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29" name="PlaceHolder 4"/>
          <p:cNvSpPr>
            <a:spLocks noGrp="1"/>
          </p:cNvSpPr>
          <p:nvPr>
            <p:ph type="body"/>
          </p:nvPr>
        </p:nvSpPr>
        <p:spPr>
          <a:xfrm>
            <a:off x="378000" y="4902480"/>
            <a:ext cx="3600000" cy="14054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rgbClr val="00857C"/>
                </a:solidFill>
                <a:latin typeface="Invention"/>
              </a:rPr>
              <a:t>Click to add text</a:t>
            </a:r>
            <a:endParaRPr lang="en-US" sz="1800" b="0" strike="noStrike" spc="-1">
              <a:solidFill>
                <a:schemeClr val="dk1"/>
              </a:solidFill>
              <a:latin typeface="Invention"/>
            </a:endParaRPr>
          </a:p>
        </p:txBody>
      </p:sp>
      <p:sp>
        <p:nvSpPr>
          <p:cNvPr id="630" name="PlaceHolder 5"/>
          <p:cNvSpPr>
            <a:spLocks noGrp="1"/>
          </p:cNvSpPr>
          <p:nvPr>
            <p:ph type="body"/>
          </p:nvPr>
        </p:nvSpPr>
        <p:spPr>
          <a:xfrm>
            <a:off x="4295880" y="4917960"/>
            <a:ext cx="3600000" cy="14054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rgbClr val="0C2340"/>
                </a:solidFill>
                <a:latin typeface="Invention"/>
              </a:rPr>
              <a:t>Click to add text</a:t>
            </a:r>
            <a:endParaRPr lang="en-US" sz="1800" b="0" strike="noStrike" spc="-1">
              <a:solidFill>
                <a:schemeClr val="dk1"/>
              </a:solidFill>
              <a:latin typeface="Invention"/>
            </a:endParaRPr>
          </a:p>
        </p:txBody>
      </p:sp>
      <p:sp>
        <p:nvSpPr>
          <p:cNvPr id="631" name="PlaceHolder 6"/>
          <p:cNvSpPr>
            <a:spLocks noGrp="1"/>
          </p:cNvSpPr>
          <p:nvPr>
            <p:ph type="body"/>
          </p:nvPr>
        </p:nvSpPr>
        <p:spPr>
          <a:xfrm>
            <a:off x="8213760" y="4906080"/>
            <a:ext cx="3600000" cy="14054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rgbClr val="0C2340"/>
                </a:solidFill>
                <a:latin typeface="Invention"/>
              </a:rPr>
              <a:t>Click to add text</a:t>
            </a:r>
            <a:endParaRPr lang="en-US" sz="1800" b="0" strike="noStrike" spc="-1">
              <a:solidFill>
                <a:schemeClr val="dk1"/>
              </a:solidFill>
              <a:latin typeface="Invention"/>
            </a:endParaRPr>
          </a:p>
        </p:txBody>
      </p:sp>
      <p:sp>
        <p:nvSpPr>
          <p:cNvPr id="632" name="PlaceHolder 7"/>
          <p:cNvSpPr>
            <a:spLocks noGrp="1"/>
          </p:cNvSpPr>
          <p:nvPr>
            <p:ph type="body"/>
          </p:nvPr>
        </p:nvSpPr>
        <p:spPr>
          <a:xfrm>
            <a:off x="378000" y="0"/>
            <a:ext cx="11813760" cy="459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Tree>
  </p:cSld>
  <p:clrMap bg1="lt1" tx1="dk1" bg2="lt2" tx2="dk2" accent1="accent1" accent2="accent2" accent3="accent3" accent4="accent4" accent5="accent5" accent6="accent6" hlink="hlink" folHlink="folHlink"/>
  <p:sldLayoutIdLst>
    <p:sldLayoutId id="21474837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33" name="Straight Connector 7"/>
          <p:cNvCxnSpPr/>
          <p:nvPr/>
        </p:nvCxnSpPr>
        <p:spPr>
          <a:xfrm>
            <a:off x="377640" y="1227600"/>
            <a:ext cx="11436840" cy="360"/>
          </a:xfrm>
          <a:prstGeom prst="straightConnector1">
            <a:avLst/>
          </a:prstGeom>
          <a:ln w="31750">
            <a:solidFill>
              <a:srgbClr val="00857C"/>
            </a:solidFill>
          </a:ln>
        </p:spPr>
      </p:cxnSp>
      <p:pic>
        <p:nvPicPr>
          <p:cNvPr id="634" name="Picture 2"/>
          <p:cNvPicPr/>
          <p:nvPr/>
        </p:nvPicPr>
        <p:blipFill>
          <a:blip r:embed="rId3"/>
          <a:stretch/>
        </p:blipFill>
        <p:spPr>
          <a:xfrm>
            <a:off x="10607040" y="6364080"/>
            <a:ext cx="968760" cy="455400"/>
          </a:xfrm>
          <a:prstGeom prst="rect">
            <a:avLst/>
          </a:prstGeom>
          <a:ln w="0">
            <a:noFill/>
          </a:ln>
        </p:spPr>
      </p:pic>
      <p:sp>
        <p:nvSpPr>
          <p:cNvPr id="635"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636" name="Picture 1" descr="A close-up of a cell phone  Description automatically generated with medium confidence"/>
          <p:cNvPicPr/>
          <p:nvPr/>
        </p:nvPicPr>
        <p:blipFill>
          <a:blip r:embed="rId4"/>
          <a:srcRect b="-348"/>
          <a:stretch/>
        </p:blipFill>
        <p:spPr>
          <a:xfrm>
            <a:off x="0" y="0"/>
            <a:ext cx="12191760" cy="6857640"/>
          </a:xfrm>
          <a:prstGeom prst="rect">
            <a:avLst/>
          </a:prstGeom>
          <a:ln w="0">
            <a:noFill/>
          </a:ln>
        </p:spPr>
      </p:pic>
      <p:sp>
        <p:nvSpPr>
          <p:cNvPr id="637" name="PlaceHolder 1"/>
          <p:cNvSpPr>
            <a:spLocks noGrp="1"/>
          </p:cNvSpPr>
          <p:nvPr>
            <p:ph type="sldNum" idx="9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16802BE-53DE-486B-99C6-19ACCE295FE0}"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38" name="PlaceHolder 2"/>
          <p:cNvSpPr>
            <a:spLocks noGrp="1"/>
          </p:cNvSpPr>
          <p:nvPr>
            <p:ph type="body"/>
          </p:nvPr>
        </p:nvSpPr>
        <p:spPr>
          <a:xfrm>
            <a:off x="-2880" y="2987280"/>
            <a:ext cx="7515000" cy="4160520"/>
          </a:xfrm>
          <a:prstGeom prst="rect">
            <a:avLst/>
          </a:prstGeom>
          <a:solidFill>
            <a:srgbClr val="0C2340"/>
          </a:solid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639"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640"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641" name="Picture 2"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42" name="Straight Connector 7"/>
          <p:cNvCxnSpPr/>
          <p:nvPr/>
        </p:nvCxnSpPr>
        <p:spPr>
          <a:xfrm>
            <a:off x="377640" y="1227600"/>
            <a:ext cx="11436840" cy="360"/>
          </a:xfrm>
          <a:prstGeom prst="straightConnector1">
            <a:avLst/>
          </a:prstGeom>
          <a:ln w="31750">
            <a:solidFill>
              <a:srgbClr val="00857C"/>
            </a:solidFill>
          </a:ln>
        </p:spPr>
      </p:cxnSp>
      <p:pic>
        <p:nvPicPr>
          <p:cNvPr id="643" name="Picture 2"/>
          <p:cNvPicPr/>
          <p:nvPr/>
        </p:nvPicPr>
        <p:blipFill>
          <a:blip r:embed="rId3"/>
          <a:stretch/>
        </p:blipFill>
        <p:spPr>
          <a:xfrm>
            <a:off x="10607040" y="6364080"/>
            <a:ext cx="968760" cy="455400"/>
          </a:xfrm>
          <a:prstGeom prst="rect">
            <a:avLst/>
          </a:prstGeom>
          <a:ln w="0">
            <a:noFill/>
          </a:ln>
        </p:spPr>
      </p:pic>
      <p:sp>
        <p:nvSpPr>
          <p:cNvPr id="644"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45" name="PlaceHolder 1"/>
          <p:cNvSpPr>
            <a:spLocks noGrp="1"/>
          </p:cNvSpPr>
          <p:nvPr>
            <p:ph type="dt" idx="91"/>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46" name="PlaceHolder 2"/>
          <p:cNvSpPr>
            <a:spLocks noGrp="1"/>
          </p:cNvSpPr>
          <p:nvPr>
            <p:ph type="ftr" idx="9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47" name="PlaceHolder 3"/>
          <p:cNvSpPr>
            <a:spLocks noGrp="1"/>
          </p:cNvSpPr>
          <p:nvPr>
            <p:ph type="sldNum" idx="9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2296A48-FF67-467C-9AEB-779AF4EE727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48" name="TextBox 7"/>
          <p:cNvSpPr/>
          <p:nvPr/>
        </p:nvSpPr>
        <p:spPr>
          <a:xfrm>
            <a:off x="-372600" y="184356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49" name="PlaceHolder 4"/>
          <p:cNvSpPr>
            <a:spLocks noGrp="1"/>
          </p:cNvSpPr>
          <p:nvPr>
            <p:ph type="body"/>
          </p:nvPr>
        </p:nvSpPr>
        <p:spPr>
          <a:xfrm>
            <a:off x="378360" y="4904640"/>
            <a:ext cx="4665240" cy="13798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chemeClr val="dk1"/>
                </a:solidFill>
                <a:latin typeface="Invention"/>
              </a:rPr>
              <a:t>Click to add text</a:t>
            </a:r>
          </a:p>
          <a:p>
            <a:pPr marL="179280" lvl="1" indent="-179280" defTabSz="914400">
              <a:lnSpc>
                <a:spcPct val="100000"/>
              </a:lnSpc>
              <a:spcBef>
                <a:spcPts val="1199"/>
              </a:spcBef>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buClr>
                <a:srgbClr val="0C2340"/>
              </a:buClr>
              <a:buFont typeface="Arial"/>
              <a:buChar char="•"/>
              <a:tabLst>
                <a:tab pos="0" algn="l"/>
              </a:tabLst>
            </a:pPr>
            <a:r>
              <a:rPr lang="en-US" sz="1200" b="0" strike="noStrike" spc="-1">
                <a:solidFill>
                  <a:schemeClr val="dk1"/>
                </a:solidFill>
                <a:latin typeface="Invention"/>
              </a:rPr>
              <a:t>Fifth level</a:t>
            </a:r>
          </a:p>
        </p:txBody>
      </p:sp>
      <p:sp>
        <p:nvSpPr>
          <p:cNvPr id="650" name="PlaceHolder 5"/>
          <p:cNvSpPr>
            <a:spLocks noGrp="1"/>
          </p:cNvSpPr>
          <p:nvPr>
            <p:ph type="body"/>
          </p:nvPr>
        </p:nvSpPr>
        <p:spPr>
          <a:xfrm>
            <a:off x="6095880" y="4904640"/>
            <a:ext cx="4665240" cy="13798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800" b="0" strike="noStrike" spc="-1">
                <a:solidFill>
                  <a:schemeClr val="dk1"/>
                </a:solidFill>
                <a:latin typeface="Invention"/>
              </a:rPr>
              <a:t>Click to add text</a:t>
            </a:r>
          </a:p>
          <a:p>
            <a:pPr marL="179280" lvl="1" indent="-179280" defTabSz="914400">
              <a:lnSpc>
                <a:spcPct val="100000"/>
              </a:lnSpc>
              <a:spcBef>
                <a:spcPts val="1199"/>
              </a:spcBef>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buClr>
                <a:srgbClr val="0C2340"/>
              </a:buClr>
              <a:buFont typeface="Arial"/>
              <a:buChar char="•"/>
              <a:tabLst>
                <a:tab pos="0" algn="l"/>
              </a:tabLst>
            </a:pPr>
            <a:r>
              <a:rPr lang="en-US" sz="1200" b="0" strike="noStrike" spc="-1">
                <a:solidFill>
                  <a:schemeClr val="dk1"/>
                </a:solidFill>
                <a:latin typeface="Invention"/>
              </a:rPr>
              <a:t>Fifth level</a:t>
            </a:r>
          </a:p>
        </p:txBody>
      </p:sp>
      <p:sp>
        <p:nvSpPr>
          <p:cNvPr id="651" name="PlaceHolder 6"/>
          <p:cNvSpPr>
            <a:spLocks noGrp="1"/>
          </p:cNvSpPr>
          <p:nvPr>
            <p:ph type="body"/>
          </p:nvPr>
        </p:nvSpPr>
        <p:spPr>
          <a:xfrm>
            <a:off x="0" y="0"/>
            <a:ext cx="12191760" cy="459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Tree>
  </p:cSld>
  <p:clrMap bg1="lt1" tx1="dk1" bg2="lt2" tx2="dk2" accent1="accent1" accent2="accent2" accent3="accent3" accent4="accent4" accent5="accent5" accent6="accent6" hlink="hlink" folHlink="folHlink"/>
  <p:sldLayoutIdLst>
    <p:sldLayoutId id="21474837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52" name="Straight Connector 7"/>
          <p:cNvCxnSpPr/>
          <p:nvPr/>
        </p:nvCxnSpPr>
        <p:spPr>
          <a:xfrm>
            <a:off x="377640" y="1227600"/>
            <a:ext cx="11436840" cy="360"/>
          </a:xfrm>
          <a:prstGeom prst="straightConnector1">
            <a:avLst/>
          </a:prstGeom>
          <a:ln w="31750">
            <a:solidFill>
              <a:srgbClr val="00857C"/>
            </a:solidFill>
          </a:ln>
        </p:spPr>
      </p:cxnSp>
      <p:pic>
        <p:nvPicPr>
          <p:cNvPr id="653" name="Picture 2"/>
          <p:cNvPicPr/>
          <p:nvPr/>
        </p:nvPicPr>
        <p:blipFill>
          <a:blip r:embed="rId3"/>
          <a:stretch/>
        </p:blipFill>
        <p:spPr>
          <a:xfrm>
            <a:off x="10607040" y="6364080"/>
            <a:ext cx="968760" cy="455400"/>
          </a:xfrm>
          <a:prstGeom prst="rect">
            <a:avLst/>
          </a:prstGeom>
          <a:ln w="0">
            <a:noFill/>
          </a:ln>
        </p:spPr>
      </p:pic>
      <p:sp>
        <p:nvSpPr>
          <p:cNvPr id="654"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55" name="PlaceHolder 1"/>
          <p:cNvSpPr>
            <a:spLocks noGrp="1"/>
          </p:cNvSpPr>
          <p:nvPr>
            <p:ph type="title"/>
          </p:nvPr>
        </p:nvSpPr>
        <p:spPr>
          <a:xfrm>
            <a:off x="378000" y="5004000"/>
            <a:ext cx="3599640" cy="137736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656" name="PlaceHolder 2"/>
          <p:cNvSpPr>
            <a:spLocks noGrp="1"/>
          </p:cNvSpPr>
          <p:nvPr>
            <p:ph type="dt" idx="9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57" name="PlaceHolder 3"/>
          <p:cNvSpPr>
            <a:spLocks noGrp="1"/>
          </p:cNvSpPr>
          <p:nvPr>
            <p:ph type="ftr" idx="9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58" name="PlaceHolder 4"/>
          <p:cNvSpPr>
            <a:spLocks noGrp="1"/>
          </p:cNvSpPr>
          <p:nvPr>
            <p:ph type="sldNum" idx="9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A89B193-DA40-4DB4-8F70-AF3E3279C67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59" name="PlaceHolder 5"/>
          <p:cNvSpPr>
            <a:spLocks noGrp="1"/>
          </p:cNvSpPr>
          <p:nvPr>
            <p:ph type="body"/>
          </p:nvPr>
        </p:nvSpPr>
        <p:spPr>
          <a:xfrm>
            <a:off x="4295880" y="5004000"/>
            <a:ext cx="3599640" cy="137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660" name="PlaceHolder 6"/>
          <p:cNvSpPr>
            <a:spLocks noGrp="1"/>
          </p:cNvSpPr>
          <p:nvPr>
            <p:ph type="body"/>
          </p:nvPr>
        </p:nvSpPr>
        <p:spPr>
          <a:xfrm>
            <a:off x="8214120" y="5004000"/>
            <a:ext cx="3599640" cy="137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sp>
        <p:nvSpPr>
          <p:cNvPr id="661" name="PlaceHolder 7"/>
          <p:cNvSpPr>
            <a:spLocks noGrp="1"/>
          </p:cNvSpPr>
          <p:nvPr>
            <p:ph type="body"/>
          </p:nvPr>
        </p:nvSpPr>
        <p:spPr>
          <a:xfrm>
            <a:off x="0" y="0"/>
            <a:ext cx="11813760" cy="459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Tree>
  </p:cSld>
  <p:clrMap bg1="lt1" tx1="dk1" bg2="lt2" tx2="dk2" accent1="accent1" accent2="accent2" accent3="accent3" accent4="accent4" accent5="accent5" accent6="accent6" hlink="hlink" folHlink="folHlink"/>
  <p:sldLayoutIdLst>
    <p:sldLayoutId id="21474837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62" name="Straight Connector 7"/>
          <p:cNvCxnSpPr/>
          <p:nvPr/>
        </p:nvCxnSpPr>
        <p:spPr>
          <a:xfrm>
            <a:off x="377640" y="1227600"/>
            <a:ext cx="11436840" cy="360"/>
          </a:xfrm>
          <a:prstGeom prst="straightConnector1">
            <a:avLst/>
          </a:prstGeom>
          <a:ln w="31750">
            <a:solidFill>
              <a:srgbClr val="00857C"/>
            </a:solidFill>
          </a:ln>
        </p:spPr>
      </p:cxnSp>
      <p:pic>
        <p:nvPicPr>
          <p:cNvPr id="663" name="Picture 2"/>
          <p:cNvPicPr/>
          <p:nvPr/>
        </p:nvPicPr>
        <p:blipFill>
          <a:blip r:embed="rId3"/>
          <a:stretch/>
        </p:blipFill>
        <p:spPr>
          <a:xfrm>
            <a:off x="10607040" y="6364080"/>
            <a:ext cx="968760" cy="455400"/>
          </a:xfrm>
          <a:prstGeom prst="rect">
            <a:avLst/>
          </a:prstGeom>
          <a:ln w="0">
            <a:noFill/>
          </a:ln>
        </p:spPr>
      </p:pic>
      <p:sp>
        <p:nvSpPr>
          <p:cNvPr id="66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65" name="PlaceHolder 1"/>
          <p:cNvSpPr>
            <a:spLocks noGrp="1"/>
          </p:cNvSpPr>
          <p:nvPr>
            <p:ph type="body"/>
          </p:nvPr>
        </p:nvSpPr>
        <p:spPr>
          <a:xfrm>
            <a:off x="385560" y="0"/>
            <a:ext cx="719964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66" name="PlaceHolder 2"/>
          <p:cNvSpPr>
            <a:spLocks noGrp="1"/>
          </p:cNvSpPr>
          <p:nvPr>
            <p:ph type="title"/>
          </p:nvPr>
        </p:nvSpPr>
        <p:spPr>
          <a:xfrm>
            <a:off x="8217720" y="1387800"/>
            <a:ext cx="3596040" cy="122004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667" name="PlaceHolder 3"/>
          <p:cNvSpPr>
            <a:spLocks noGrp="1"/>
          </p:cNvSpPr>
          <p:nvPr>
            <p:ph type="dt" idx="9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68" name="PlaceHolder 4"/>
          <p:cNvSpPr>
            <a:spLocks noGrp="1"/>
          </p:cNvSpPr>
          <p:nvPr>
            <p:ph type="ftr" idx="9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69" name="PlaceHolder 5"/>
          <p:cNvSpPr>
            <a:spLocks noGrp="1"/>
          </p:cNvSpPr>
          <p:nvPr>
            <p:ph type="sldNum" idx="9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33A6694-7EE7-4C58-AE9C-AADE0F6FD740}"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70" name="PlaceHolder 6"/>
          <p:cNvSpPr>
            <a:spLocks noGrp="1"/>
          </p:cNvSpPr>
          <p:nvPr>
            <p:ph type="body"/>
          </p:nvPr>
        </p:nvSpPr>
        <p:spPr>
          <a:xfrm>
            <a:off x="8217720" y="2778840"/>
            <a:ext cx="3599640" cy="36025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pic>
        <p:nvPicPr>
          <p:cNvPr id="671" name="Picture 6"/>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72" name="Straight Connector 7"/>
          <p:cNvCxnSpPr/>
          <p:nvPr/>
        </p:nvCxnSpPr>
        <p:spPr>
          <a:xfrm>
            <a:off x="377640" y="1227600"/>
            <a:ext cx="11436840" cy="360"/>
          </a:xfrm>
          <a:prstGeom prst="straightConnector1">
            <a:avLst/>
          </a:prstGeom>
          <a:ln w="31750">
            <a:solidFill>
              <a:srgbClr val="00857C"/>
            </a:solidFill>
          </a:ln>
        </p:spPr>
      </p:cxnSp>
      <p:pic>
        <p:nvPicPr>
          <p:cNvPr id="673" name="Picture 2"/>
          <p:cNvPicPr/>
          <p:nvPr/>
        </p:nvPicPr>
        <p:blipFill>
          <a:blip r:embed="rId3"/>
          <a:stretch/>
        </p:blipFill>
        <p:spPr>
          <a:xfrm>
            <a:off x="10607040" y="6364080"/>
            <a:ext cx="968760" cy="455400"/>
          </a:xfrm>
          <a:prstGeom prst="rect">
            <a:avLst/>
          </a:prstGeom>
          <a:ln w="0">
            <a:noFill/>
          </a:ln>
        </p:spPr>
      </p:pic>
      <p:sp>
        <p:nvSpPr>
          <p:cNvPr id="67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75" name="PlaceHolder 1"/>
          <p:cNvSpPr>
            <a:spLocks noGrp="1"/>
          </p:cNvSpPr>
          <p:nvPr>
            <p:ph type="body"/>
          </p:nvPr>
        </p:nvSpPr>
        <p:spPr>
          <a:xfrm>
            <a:off x="4617720" y="0"/>
            <a:ext cx="719964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76" name="PlaceHolder 2"/>
          <p:cNvSpPr>
            <a:spLocks noGrp="1"/>
          </p:cNvSpPr>
          <p:nvPr>
            <p:ph type="title"/>
          </p:nvPr>
        </p:nvSpPr>
        <p:spPr>
          <a:xfrm>
            <a:off x="378000" y="1387800"/>
            <a:ext cx="3596040" cy="122148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677" name="PlaceHolder 3"/>
          <p:cNvSpPr>
            <a:spLocks noGrp="1"/>
          </p:cNvSpPr>
          <p:nvPr>
            <p:ph type="dt" idx="100"/>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78" name="PlaceHolder 4"/>
          <p:cNvSpPr>
            <a:spLocks noGrp="1"/>
          </p:cNvSpPr>
          <p:nvPr>
            <p:ph type="ftr" idx="10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79" name="PlaceHolder 5"/>
          <p:cNvSpPr>
            <a:spLocks noGrp="1"/>
          </p:cNvSpPr>
          <p:nvPr>
            <p:ph type="sldNum" idx="10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3F01E7DA-79A3-4C77-9816-5A7E231EB3F6}"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80" name="PlaceHolder 6"/>
          <p:cNvSpPr>
            <a:spLocks noGrp="1"/>
          </p:cNvSpPr>
          <p:nvPr>
            <p:ph type="body"/>
          </p:nvPr>
        </p:nvSpPr>
        <p:spPr>
          <a:xfrm>
            <a:off x="378000" y="2778840"/>
            <a:ext cx="3599640" cy="36025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a:p>
            <a:pPr marL="179280" lvl="1" indent="-17928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Second level</a:t>
            </a: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Third level</a:t>
            </a:r>
          </a:p>
          <a:p>
            <a:pPr marL="465120" lvl="3"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Fourth level</a:t>
            </a:r>
          </a:p>
          <a:p>
            <a:pPr marL="581040" lvl="4" indent="-115920" defTabSz="914400">
              <a:lnSpc>
                <a:spcPct val="100000"/>
              </a:lnSpc>
              <a:spcAft>
                <a:spcPts val="1599"/>
              </a:spcAft>
              <a:buClr>
                <a:srgbClr val="0C2340"/>
              </a:buClr>
              <a:buFont typeface="Arial"/>
              <a:buChar char="•"/>
              <a:tabLst>
                <a:tab pos="0" algn="l"/>
              </a:tabLst>
            </a:pPr>
            <a:r>
              <a:rPr lang="en-US" sz="1200" b="0" strike="noStrike" spc="-1">
                <a:solidFill>
                  <a:schemeClr val="dk1"/>
                </a:solidFill>
                <a:latin typeface="Invention"/>
              </a:rPr>
              <a:t>Fifth level</a:t>
            </a:r>
          </a:p>
        </p:txBody>
      </p:sp>
      <p:pic>
        <p:nvPicPr>
          <p:cNvPr id="681" name="Picture 6"/>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82" name="Straight Connector 7"/>
          <p:cNvCxnSpPr/>
          <p:nvPr/>
        </p:nvCxnSpPr>
        <p:spPr>
          <a:xfrm>
            <a:off x="377640" y="1227600"/>
            <a:ext cx="11436840" cy="360"/>
          </a:xfrm>
          <a:prstGeom prst="straightConnector1">
            <a:avLst/>
          </a:prstGeom>
          <a:ln w="31750">
            <a:solidFill>
              <a:srgbClr val="00857C"/>
            </a:solidFill>
          </a:ln>
        </p:spPr>
      </p:cxnSp>
      <p:pic>
        <p:nvPicPr>
          <p:cNvPr id="683" name="Picture 2"/>
          <p:cNvPicPr/>
          <p:nvPr/>
        </p:nvPicPr>
        <p:blipFill>
          <a:blip r:embed="rId3"/>
          <a:stretch/>
        </p:blipFill>
        <p:spPr>
          <a:xfrm>
            <a:off x="10607040" y="6364080"/>
            <a:ext cx="968760" cy="455400"/>
          </a:xfrm>
          <a:prstGeom prst="rect">
            <a:avLst/>
          </a:prstGeom>
          <a:ln w="0">
            <a:noFill/>
          </a:ln>
        </p:spPr>
      </p:pic>
      <p:sp>
        <p:nvSpPr>
          <p:cNvPr id="684"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685"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686" name="PlaceHolder 2"/>
          <p:cNvSpPr>
            <a:spLocks noGrp="1"/>
          </p:cNvSpPr>
          <p:nvPr>
            <p:ph type="dt" idx="103"/>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687" name="PlaceHolder 3"/>
          <p:cNvSpPr>
            <a:spLocks noGrp="1"/>
          </p:cNvSpPr>
          <p:nvPr>
            <p:ph type="ftr" idx="10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88" name="PlaceHolder 4"/>
          <p:cNvSpPr>
            <a:spLocks noGrp="1"/>
          </p:cNvSpPr>
          <p:nvPr>
            <p:ph type="sldNum" idx="10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F945E9D-703D-44F3-89F2-402EE8C18ED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689" name="TextBox 6"/>
          <p:cNvSpPr/>
          <p:nvPr/>
        </p:nvSpPr>
        <p:spPr>
          <a:xfrm>
            <a:off x="-372600" y="184356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90" name="TextBox 8"/>
          <p:cNvSpPr/>
          <p:nvPr/>
        </p:nvSpPr>
        <p:spPr>
          <a:xfrm>
            <a:off x="-578520" y="210888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91" name="TextBox 10"/>
          <p:cNvSpPr/>
          <p:nvPr/>
        </p:nvSpPr>
        <p:spPr>
          <a:xfrm>
            <a:off x="-1063800" y="169812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692" name="TextBox 12"/>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693" name="PlaceHolder 5"/>
          <p:cNvSpPr>
            <a:spLocks noGrp="1"/>
          </p:cNvSpPr>
          <p:nvPr>
            <p:ph type="body"/>
          </p:nvPr>
        </p:nvSpPr>
        <p:spPr>
          <a:xfrm>
            <a:off x="8658360" y="1648440"/>
            <a:ext cx="3155760" cy="1360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800" b="0" strike="noStrike" spc="-1">
                <a:solidFill>
                  <a:srgbClr val="0C2340"/>
                </a:solidFill>
                <a:latin typeface="Invention"/>
              </a:rPr>
              <a:t>Click to edit Master text styles</a:t>
            </a:r>
            <a:endParaRPr lang="en-US" sz="1800" b="0" strike="noStrike" spc="-1">
              <a:solidFill>
                <a:schemeClr val="dk1"/>
              </a:solidFill>
              <a:latin typeface="Invention"/>
            </a:endParaRPr>
          </a:p>
          <a:p>
            <a:pPr indent="0" defTabSz="914400">
              <a:lnSpc>
                <a:spcPct val="100000"/>
              </a:lnSpc>
              <a:spcAft>
                <a:spcPts val="1599"/>
              </a:spcAft>
              <a:buNone/>
              <a:tabLst>
                <a:tab pos="0" algn="l"/>
              </a:tabLst>
            </a:pPr>
            <a:r>
              <a:rPr lang="en-US" sz="1200" b="0" strike="noStrike" spc="-1">
                <a:solidFill>
                  <a:srgbClr val="0C2340"/>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rgbClr val="0C2340"/>
                </a:solidFill>
                <a:latin typeface="Invention"/>
              </a:rPr>
              <a:t>Third level</a:t>
            </a:r>
            <a:endParaRPr lang="en-US" sz="1200" b="0" strike="noStrike" spc="-1">
              <a:solidFill>
                <a:schemeClr val="dk1"/>
              </a:solidFill>
              <a:latin typeface="Invention"/>
            </a:endParaRPr>
          </a:p>
        </p:txBody>
      </p:sp>
      <p:sp>
        <p:nvSpPr>
          <p:cNvPr id="694" name="PlaceHolder 6"/>
          <p:cNvSpPr>
            <a:spLocks noGrp="1"/>
          </p:cNvSpPr>
          <p:nvPr>
            <p:ph type="body"/>
          </p:nvPr>
        </p:nvSpPr>
        <p:spPr>
          <a:xfrm>
            <a:off x="8658360" y="3317400"/>
            <a:ext cx="3155760" cy="1360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800" b="0" strike="noStrike" spc="-1">
                <a:solidFill>
                  <a:srgbClr val="0C2340"/>
                </a:solidFill>
                <a:latin typeface="Invention"/>
              </a:rPr>
              <a:t>Click to edit Master text styles</a:t>
            </a:r>
            <a:endParaRPr lang="en-US" sz="1800" b="0" strike="noStrike" spc="-1">
              <a:solidFill>
                <a:schemeClr val="dk1"/>
              </a:solidFill>
              <a:latin typeface="Invention"/>
            </a:endParaRPr>
          </a:p>
          <a:p>
            <a:pPr indent="0" defTabSz="914400">
              <a:lnSpc>
                <a:spcPct val="100000"/>
              </a:lnSpc>
              <a:spcAft>
                <a:spcPts val="1599"/>
              </a:spcAft>
              <a:buNone/>
              <a:tabLst>
                <a:tab pos="0" algn="l"/>
              </a:tabLst>
            </a:pPr>
            <a:r>
              <a:rPr lang="en-US" sz="1200" b="0" strike="noStrike" spc="-1">
                <a:solidFill>
                  <a:srgbClr val="0C2340"/>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rgbClr val="0C2340"/>
                </a:solidFill>
                <a:latin typeface="Invention"/>
              </a:rPr>
              <a:t>Third level</a:t>
            </a:r>
            <a:endParaRPr lang="en-US" sz="1200" b="0" strike="noStrike" spc="-1">
              <a:solidFill>
                <a:schemeClr val="dk1"/>
              </a:solidFill>
              <a:latin typeface="Invention"/>
            </a:endParaRPr>
          </a:p>
        </p:txBody>
      </p:sp>
      <p:sp>
        <p:nvSpPr>
          <p:cNvPr id="695" name="PlaceHolder 7"/>
          <p:cNvSpPr>
            <a:spLocks noGrp="1"/>
          </p:cNvSpPr>
          <p:nvPr>
            <p:ph type="body"/>
          </p:nvPr>
        </p:nvSpPr>
        <p:spPr>
          <a:xfrm>
            <a:off x="8658360" y="4986360"/>
            <a:ext cx="3155760" cy="1360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800" b="0" strike="noStrike" spc="-1">
                <a:solidFill>
                  <a:srgbClr val="0C2340"/>
                </a:solidFill>
                <a:latin typeface="Invention"/>
              </a:rPr>
              <a:t>Click to edit Master text styles</a:t>
            </a:r>
            <a:endParaRPr lang="en-US" sz="1800" b="0" strike="noStrike" spc="-1">
              <a:solidFill>
                <a:schemeClr val="dk1"/>
              </a:solidFill>
              <a:latin typeface="Invention"/>
            </a:endParaRPr>
          </a:p>
          <a:p>
            <a:pPr indent="0" defTabSz="914400">
              <a:lnSpc>
                <a:spcPct val="100000"/>
              </a:lnSpc>
              <a:spcAft>
                <a:spcPts val="1599"/>
              </a:spcAft>
              <a:buNone/>
              <a:tabLst>
                <a:tab pos="0" algn="l"/>
              </a:tabLst>
            </a:pPr>
            <a:r>
              <a:rPr lang="en-US" sz="1200" b="0" strike="noStrike" spc="-1">
                <a:solidFill>
                  <a:srgbClr val="0C2340"/>
                </a:solidFill>
                <a:latin typeface="Invention"/>
              </a:rPr>
              <a:t>Second level</a:t>
            </a:r>
            <a:endParaRPr lang="en-US" sz="1200" b="0" strike="noStrike" spc="-1">
              <a:solidFill>
                <a:schemeClr val="dk1"/>
              </a:solidFill>
              <a:latin typeface="Invention"/>
            </a:endParaRPr>
          </a:p>
          <a:p>
            <a:pPr marL="349200" lvl="2" indent="-169920" defTabSz="914400">
              <a:lnSpc>
                <a:spcPct val="100000"/>
              </a:lnSpc>
              <a:spcAft>
                <a:spcPts val="1599"/>
              </a:spcAft>
              <a:buClr>
                <a:srgbClr val="0C2340"/>
              </a:buClr>
              <a:buFont typeface="Arial"/>
              <a:buChar char="•"/>
              <a:tabLst>
                <a:tab pos="0" algn="l"/>
              </a:tabLst>
            </a:pPr>
            <a:r>
              <a:rPr lang="en-US" sz="1200" b="0" strike="noStrike" spc="-1">
                <a:solidFill>
                  <a:srgbClr val="0C2340"/>
                </a:solidFill>
                <a:latin typeface="Invention"/>
              </a:rPr>
              <a:t>Third level</a:t>
            </a:r>
            <a:endParaRPr lang="en-US" sz="1200" b="0" strike="noStrike" spc="-1">
              <a:solidFill>
                <a:schemeClr val="dk1"/>
              </a:solidFill>
              <a:latin typeface="Invention"/>
            </a:endParaRPr>
          </a:p>
        </p:txBody>
      </p:sp>
      <p:sp>
        <p:nvSpPr>
          <p:cNvPr id="696" name="PlaceHolder 8"/>
          <p:cNvSpPr>
            <a:spLocks noGrp="1"/>
          </p:cNvSpPr>
          <p:nvPr>
            <p:ph type="body"/>
          </p:nvPr>
        </p:nvSpPr>
        <p:spPr>
          <a:xfrm>
            <a:off x="0" y="1647720"/>
            <a:ext cx="8081640" cy="520992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697" name="PlaceHolder 9"/>
          <p:cNvSpPr>
            <a:spLocks noGrp="1"/>
          </p:cNvSpPr>
          <p:nvPr>
            <p:ph type="body"/>
          </p:nvPr>
        </p:nvSpPr>
        <p:spPr>
          <a:xfrm>
            <a:off x="8808840" y="0"/>
            <a:ext cx="3382920" cy="3380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698" name="Straight Connector 7"/>
          <p:cNvCxnSpPr/>
          <p:nvPr/>
        </p:nvCxnSpPr>
        <p:spPr>
          <a:xfrm>
            <a:off x="377640" y="1227600"/>
            <a:ext cx="11436840" cy="360"/>
          </a:xfrm>
          <a:prstGeom prst="straightConnector1">
            <a:avLst/>
          </a:prstGeom>
          <a:ln w="31750">
            <a:solidFill>
              <a:srgbClr val="00857C"/>
            </a:solidFill>
          </a:ln>
        </p:spPr>
      </p:cxnSp>
      <p:pic>
        <p:nvPicPr>
          <p:cNvPr id="699" name="Picture 2"/>
          <p:cNvPicPr/>
          <p:nvPr/>
        </p:nvPicPr>
        <p:blipFill>
          <a:blip r:embed="rId3"/>
          <a:stretch/>
        </p:blipFill>
        <p:spPr>
          <a:xfrm>
            <a:off x="10607040" y="6364080"/>
            <a:ext cx="968760" cy="455400"/>
          </a:xfrm>
          <a:prstGeom prst="rect">
            <a:avLst/>
          </a:prstGeom>
          <a:ln w="0">
            <a:noFill/>
          </a:ln>
        </p:spPr>
      </p:pic>
      <p:sp>
        <p:nvSpPr>
          <p:cNvPr id="70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701" name="PlaceHolder 1"/>
          <p:cNvSpPr>
            <a:spLocks noGrp="1"/>
          </p:cNvSpPr>
          <p:nvPr>
            <p:ph type="title"/>
          </p:nvPr>
        </p:nvSpPr>
        <p:spPr>
          <a:xfrm>
            <a:off x="7702200" y="378000"/>
            <a:ext cx="4114440" cy="849600"/>
          </a:xfrm>
          <a:prstGeom prst="rect">
            <a:avLst/>
          </a:prstGeom>
          <a:noFill/>
          <a:ln w="0">
            <a:noFill/>
          </a:ln>
        </p:spPr>
        <p:txBody>
          <a:bodyPr lIns="0" tIns="0" rIns="0" bIns="0" anchor="ctr">
            <a:normAutofit/>
          </a:bodyPr>
          <a:lstStyle/>
          <a:p>
            <a:pPr indent="0" defTabSz="914400">
              <a:lnSpc>
                <a:spcPct val="90000"/>
              </a:lnSpc>
              <a:buNone/>
            </a:pPr>
            <a:r>
              <a:rPr lang="en-US" sz="2400" b="1" strike="noStrike" spc="-1">
                <a:solidFill>
                  <a:srgbClr val="00857C"/>
                </a:solidFill>
                <a:latin typeface="Invention"/>
              </a:rPr>
              <a:t>Headline text here</a:t>
            </a:r>
            <a:endParaRPr lang="en-US" sz="2400" b="0" strike="noStrike" spc="-1">
              <a:solidFill>
                <a:schemeClr val="dk1"/>
              </a:solidFill>
              <a:latin typeface="Invention"/>
            </a:endParaRPr>
          </a:p>
        </p:txBody>
      </p:sp>
      <p:sp>
        <p:nvSpPr>
          <p:cNvPr id="702" name="PlaceHolder 2"/>
          <p:cNvSpPr>
            <a:spLocks noGrp="1"/>
          </p:cNvSpPr>
          <p:nvPr>
            <p:ph type="dt" idx="106"/>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703" name="PlaceHolder 3"/>
          <p:cNvSpPr>
            <a:spLocks noGrp="1"/>
          </p:cNvSpPr>
          <p:nvPr>
            <p:ph type="ftr" idx="10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704" name="PlaceHolder 4"/>
          <p:cNvSpPr>
            <a:spLocks noGrp="1"/>
          </p:cNvSpPr>
          <p:nvPr>
            <p:ph type="sldNum" idx="10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8EE7CA59-5899-4EB3-8991-7F29BAC4467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705" name="PlaceHolder 5"/>
          <p:cNvSpPr>
            <a:spLocks noGrp="1"/>
          </p:cNvSpPr>
          <p:nvPr>
            <p:ph type="body"/>
          </p:nvPr>
        </p:nvSpPr>
        <p:spPr>
          <a:xfrm>
            <a:off x="7703640" y="1423800"/>
            <a:ext cx="4111200" cy="849600"/>
          </a:xfrm>
          <a:prstGeom prst="rect">
            <a:avLst/>
          </a:prstGeom>
          <a:noFill/>
          <a:ln w="0">
            <a:noFill/>
          </a:ln>
        </p:spPr>
        <p:txBody>
          <a:bodyPr lIns="0" tIns="0" rIns="0" bIns="0" anchor="t">
            <a:norm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p:txBody>
      </p:sp>
      <p:sp>
        <p:nvSpPr>
          <p:cNvPr id="706" name="PlaceHolder 6"/>
          <p:cNvSpPr>
            <a:spLocks noGrp="1"/>
          </p:cNvSpPr>
          <p:nvPr>
            <p:ph type="body"/>
          </p:nvPr>
        </p:nvSpPr>
        <p:spPr>
          <a:xfrm>
            <a:off x="7703640" y="2576160"/>
            <a:ext cx="4111200" cy="849600"/>
          </a:xfrm>
          <a:prstGeom prst="rect">
            <a:avLst/>
          </a:prstGeom>
          <a:noFill/>
          <a:ln w="0">
            <a:noFill/>
          </a:ln>
        </p:spPr>
        <p:txBody>
          <a:bodyPr lIns="0" tIns="0" rIns="0" bIns="0" anchor="t">
            <a:norm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p:txBody>
      </p:sp>
      <p:sp>
        <p:nvSpPr>
          <p:cNvPr id="707" name="PlaceHolder 7"/>
          <p:cNvSpPr>
            <a:spLocks noGrp="1"/>
          </p:cNvSpPr>
          <p:nvPr>
            <p:ph type="body"/>
          </p:nvPr>
        </p:nvSpPr>
        <p:spPr>
          <a:xfrm>
            <a:off x="7702200" y="3728520"/>
            <a:ext cx="4111200" cy="849600"/>
          </a:xfrm>
          <a:prstGeom prst="rect">
            <a:avLst/>
          </a:prstGeom>
          <a:noFill/>
          <a:ln w="0">
            <a:noFill/>
          </a:ln>
        </p:spPr>
        <p:txBody>
          <a:bodyPr lIns="0" tIns="0" rIns="0" bIns="0" anchor="t">
            <a:norm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p:txBody>
      </p:sp>
      <p:sp>
        <p:nvSpPr>
          <p:cNvPr id="708" name="PlaceHolder 8"/>
          <p:cNvSpPr>
            <a:spLocks noGrp="1"/>
          </p:cNvSpPr>
          <p:nvPr>
            <p:ph type="body"/>
          </p:nvPr>
        </p:nvSpPr>
        <p:spPr>
          <a:xfrm>
            <a:off x="7702200" y="4881240"/>
            <a:ext cx="4111200" cy="849600"/>
          </a:xfrm>
          <a:prstGeom prst="rect">
            <a:avLst/>
          </a:prstGeom>
          <a:noFill/>
          <a:ln w="0">
            <a:noFill/>
          </a:ln>
        </p:spPr>
        <p:txBody>
          <a:bodyPr lIns="0" tIns="0" rIns="0" bIns="0" anchor="t">
            <a:normAutofit/>
          </a:bodyPr>
          <a:lstStyle/>
          <a:p>
            <a:pPr indent="0" defTabSz="914400">
              <a:lnSpc>
                <a:spcPct val="100000"/>
              </a:lnSpc>
              <a:spcAft>
                <a:spcPts val="1599"/>
              </a:spcAft>
              <a:buNone/>
              <a:tabLst>
                <a:tab pos="0" algn="l"/>
              </a:tabLst>
            </a:pPr>
            <a:r>
              <a:rPr lang="en-US" sz="1200" b="0" strike="noStrike" spc="-1">
                <a:solidFill>
                  <a:schemeClr val="dk1"/>
                </a:solidFill>
                <a:latin typeface="Invention"/>
              </a:rPr>
              <a:t>Click to edit Master text styles</a:t>
            </a:r>
          </a:p>
        </p:txBody>
      </p:sp>
      <p:sp>
        <p:nvSpPr>
          <p:cNvPr id="709" name="PlaceHolder 9"/>
          <p:cNvSpPr>
            <a:spLocks noGrp="1"/>
          </p:cNvSpPr>
          <p:nvPr>
            <p:ph type="body"/>
          </p:nvPr>
        </p:nvSpPr>
        <p:spPr>
          <a:xfrm>
            <a:off x="0" y="0"/>
            <a:ext cx="7196040" cy="6391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pic>
        <p:nvPicPr>
          <p:cNvPr id="710" name="Picture 6"/>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cxnSp>
        <p:nvCxnSpPr>
          <p:cNvPr id="711" name="Straight Connector 7"/>
          <p:cNvCxnSpPr/>
          <p:nvPr/>
        </p:nvCxnSpPr>
        <p:spPr>
          <a:xfrm>
            <a:off x="377640" y="1227600"/>
            <a:ext cx="11436840" cy="360"/>
          </a:xfrm>
          <a:prstGeom prst="straightConnector1">
            <a:avLst/>
          </a:prstGeom>
          <a:ln w="31750">
            <a:solidFill>
              <a:srgbClr val="00857C"/>
            </a:solidFill>
          </a:ln>
        </p:spPr>
      </p:cxnSp>
      <p:pic>
        <p:nvPicPr>
          <p:cNvPr id="712" name="Picture 2"/>
          <p:cNvPicPr/>
          <p:nvPr/>
        </p:nvPicPr>
        <p:blipFill>
          <a:blip r:embed="rId3"/>
          <a:stretch/>
        </p:blipFill>
        <p:spPr>
          <a:xfrm>
            <a:off x="10607040" y="6364080"/>
            <a:ext cx="968760" cy="455400"/>
          </a:xfrm>
          <a:prstGeom prst="rect">
            <a:avLst/>
          </a:prstGeom>
          <a:ln w="0">
            <a:noFill/>
          </a:ln>
        </p:spPr>
      </p:pic>
      <p:sp>
        <p:nvSpPr>
          <p:cNvPr id="713"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714" name="PlaceHolder 1"/>
          <p:cNvSpPr>
            <a:spLocks noGrp="1"/>
          </p:cNvSpPr>
          <p:nvPr>
            <p:ph type="dt" idx="109"/>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chemeClr val="lt1"/>
                </a:solidFill>
                <a:latin typeface="Invention"/>
              </a:defRPr>
            </a:lvl1pPr>
          </a:lstStyle>
          <a:p>
            <a:pPr indent="0" defTabSz="228600">
              <a:lnSpc>
                <a:spcPct val="100000"/>
              </a:lnSpc>
              <a:buNone/>
            </a:pPr>
            <a:r>
              <a:rPr lang="en-US" sz="700" b="0" strike="noStrike" spc="-1">
                <a:solidFill>
                  <a:schemeClr val="lt1"/>
                </a:solidFill>
                <a:latin typeface="Invention"/>
              </a:rPr>
              <a:t>&lt;date/time&gt;</a:t>
            </a:r>
            <a:endParaRPr lang="en-US" sz="700" b="0" strike="noStrike" spc="-1">
              <a:solidFill>
                <a:srgbClr val="FFFFFF"/>
              </a:solidFill>
              <a:latin typeface="Times New Roman"/>
            </a:endParaRPr>
          </a:p>
        </p:txBody>
      </p:sp>
      <p:sp>
        <p:nvSpPr>
          <p:cNvPr id="715" name="PlaceHolder 2"/>
          <p:cNvSpPr>
            <a:spLocks noGrp="1"/>
          </p:cNvSpPr>
          <p:nvPr>
            <p:ph type="ftr" idx="11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716" name="PlaceHolder 3"/>
          <p:cNvSpPr>
            <a:spLocks noGrp="1"/>
          </p:cNvSpPr>
          <p:nvPr>
            <p:ph type="sldNum" idx="11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chemeClr val="lt1"/>
                </a:solidFill>
                <a:latin typeface="Invention"/>
              </a:defRPr>
            </a:lvl1pPr>
          </a:lstStyle>
          <a:p>
            <a:pPr indent="0" algn="r" defTabSz="228600">
              <a:lnSpc>
                <a:spcPct val="100000"/>
              </a:lnSpc>
              <a:buNone/>
            </a:pPr>
            <a:fld id="{3572571B-86E4-4685-B051-5DCB69B6F83A}" type="slidenum">
              <a:rPr lang="en-GB" sz="700" b="0" strike="noStrike" spc="-1">
                <a:solidFill>
                  <a:schemeClr val="lt1"/>
                </a:solidFill>
                <a:latin typeface="Invention"/>
              </a:rPr>
              <a:t>‹#›</a:t>
            </a:fld>
            <a:endParaRPr lang="en-US" sz="700" b="0" strike="noStrike" spc="-1">
              <a:solidFill>
                <a:srgbClr val="FFFFFF"/>
              </a:solidFill>
              <a:latin typeface="Times New Roman"/>
            </a:endParaRPr>
          </a:p>
        </p:txBody>
      </p:sp>
      <p:sp>
        <p:nvSpPr>
          <p:cNvPr id="717" name="PlaceHolder 4"/>
          <p:cNvSpPr>
            <a:spLocks noGrp="1"/>
          </p:cNvSpPr>
          <p:nvPr>
            <p:ph type="body"/>
          </p:nvPr>
        </p:nvSpPr>
        <p:spPr>
          <a:xfrm>
            <a:off x="-360" y="-3240"/>
            <a:ext cx="12192120" cy="6860880"/>
          </a:xfrm>
          <a:prstGeom prst="rect">
            <a:avLst/>
          </a:prstGeom>
          <a:solidFill>
            <a:schemeClr val="lt1">
              <a:lumMod val="85000"/>
            </a:schemeClr>
          </a:solidFill>
          <a:ln w="0">
            <a:noFill/>
          </a:ln>
        </p:spPr>
        <p:txBody>
          <a:bodyPr lIns="90000" tIns="45000" rIns="90000" bIns="45000" anchor="t">
            <a:noAutofit/>
          </a:bodyPr>
          <a:lstStyle/>
          <a:p>
            <a:pPr indent="0" algn="r" defTabSz="228600">
              <a:lnSpc>
                <a:spcPct val="100000"/>
              </a:lnSpc>
              <a:buNone/>
            </a:pPr>
            <a:r>
              <a:rPr lang="en-US" sz="900" b="0" strike="noStrike" spc="-1">
                <a:solidFill>
                  <a:schemeClr val="dk1"/>
                </a:solidFill>
                <a:latin typeface="Invention"/>
              </a:rPr>
              <a:t>Click icon to add picture</a:t>
            </a:r>
          </a:p>
        </p:txBody>
      </p:sp>
      <p:sp>
        <p:nvSpPr>
          <p:cNvPr id="718" name="PlaceHolder 5"/>
          <p:cNvSpPr>
            <a:spLocks noGrp="1"/>
          </p:cNvSpPr>
          <p:nvPr>
            <p:ph type="body"/>
          </p:nvPr>
        </p:nvSpPr>
        <p:spPr>
          <a:xfrm>
            <a:off x="431640" y="378000"/>
            <a:ext cx="3860280" cy="30506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200" b="0" strike="noStrike" spc="-1">
                <a:solidFill>
                  <a:schemeClr val="lt1"/>
                </a:solidFill>
                <a:latin typeface="Invention"/>
              </a:rPr>
              <a:t>Click to edit Master text styles</a:t>
            </a:r>
            <a:endParaRPr lang="en-US" sz="1200" b="0" strike="noStrike" spc="-1">
              <a:solidFill>
                <a:schemeClr val="dk1"/>
              </a:solidFill>
              <a:latin typeface="Invention"/>
            </a:endParaRPr>
          </a:p>
          <a:p>
            <a:pPr marL="179280" lvl="1" indent="-179280" defTabSz="914400">
              <a:lnSpc>
                <a:spcPct val="100000"/>
              </a:lnSpc>
              <a:spcBef>
                <a:spcPts val="1199"/>
              </a:spcBef>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dk1"/>
              </a:solidFill>
              <a:latin typeface="Invention"/>
            </a:endParaRPr>
          </a:p>
          <a:p>
            <a:pPr marL="349200" lvl="2" indent="-169920" defTabSz="914400">
              <a:lnSpc>
                <a:spcPct val="100000"/>
              </a:lnSpc>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dk1"/>
              </a:solidFill>
              <a:latin typeface="Invention"/>
            </a:endParaRPr>
          </a:p>
          <a:p>
            <a:pPr marL="465120" lvl="3" indent="-115920" defTabSz="914400">
              <a:lnSpc>
                <a:spcPct val="100000"/>
              </a:lnSpc>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dk1"/>
              </a:solidFill>
              <a:latin typeface="Invention"/>
            </a:endParaRPr>
          </a:p>
          <a:p>
            <a:pPr marL="581040" lvl="4" indent="-115920" defTabSz="914400">
              <a:lnSpc>
                <a:spcPct val="100000"/>
              </a:lnSpc>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19" name="Straight Connector 7"/>
          <p:cNvCxnSpPr/>
          <p:nvPr/>
        </p:nvCxnSpPr>
        <p:spPr>
          <a:xfrm>
            <a:off x="377640" y="1227600"/>
            <a:ext cx="11436840" cy="360"/>
          </a:xfrm>
          <a:prstGeom prst="straightConnector1">
            <a:avLst/>
          </a:prstGeom>
          <a:ln w="31750">
            <a:solidFill>
              <a:srgbClr val="00857C"/>
            </a:solidFill>
          </a:ln>
        </p:spPr>
      </p:cxnSp>
      <p:pic>
        <p:nvPicPr>
          <p:cNvPr id="720" name="Picture 2"/>
          <p:cNvPicPr/>
          <p:nvPr/>
        </p:nvPicPr>
        <p:blipFill>
          <a:blip r:embed="rId3"/>
          <a:stretch/>
        </p:blipFill>
        <p:spPr>
          <a:xfrm>
            <a:off x="10607040" y="6364080"/>
            <a:ext cx="968760" cy="455400"/>
          </a:xfrm>
          <a:prstGeom prst="rect">
            <a:avLst/>
          </a:prstGeom>
          <a:ln w="0">
            <a:noFill/>
          </a:ln>
        </p:spPr>
      </p:pic>
      <p:sp>
        <p:nvSpPr>
          <p:cNvPr id="72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722" name="Rectangle 16"/>
          <p:cNvSpPr/>
          <p:nvPr/>
        </p:nvSpPr>
        <p:spPr>
          <a:xfrm>
            <a:off x="-115920" y="0"/>
            <a:ext cx="3576240" cy="6857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US" sz="1200" b="0" strike="noStrike" spc="-1">
              <a:solidFill>
                <a:schemeClr val="lt1"/>
              </a:solidFill>
              <a:latin typeface="Invention"/>
            </a:endParaRPr>
          </a:p>
        </p:txBody>
      </p:sp>
      <p:sp>
        <p:nvSpPr>
          <p:cNvPr id="723" name="PlaceHolder 1"/>
          <p:cNvSpPr>
            <a:spLocks noGrp="1"/>
          </p:cNvSpPr>
          <p:nvPr>
            <p:ph type="dt" idx="112"/>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724" name="PlaceHolder 2"/>
          <p:cNvSpPr>
            <a:spLocks noGrp="1"/>
          </p:cNvSpPr>
          <p:nvPr>
            <p:ph type="ftr" idx="11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725" name="PlaceHolder 3"/>
          <p:cNvSpPr>
            <a:spLocks noGrp="1"/>
          </p:cNvSpPr>
          <p:nvPr>
            <p:ph type="sldNum" idx="11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0D0E128-304E-43FE-A96D-290DC536DCA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cxnSp>
        <p:nvCxnSpPr>
          <p:cNvPr id="726" name="Straight Connector 7"/>
          <p:cNvCxnSpPr/>
          <p:nvPr/>
        </p:nvCxnSpPr>
        <p:spPr>
          <a:xfrm>
            <a:off x="3297240" y="1036800"/>
            <a:ext cx="360" cy="5198400"/>
          </a:xfrm>
          <a:prstGeom prst="straightConnector1">
            <a:avLst/>
          </a:prstGeom>
          <a:ln w="19050">
            <a:solidFill>
              <a:srgbClr val="00857C"/>
            </a:solidFill>
          </a:ln>
        </p:spPr>
      </p:cxnSp>
      <p:sp>
        <p:nvSpPr>
          <p:cNvPr id="727" name="PlaceHolder 4"/>
          <p:cNvSpPr>
            <a:spLocks noGrp="1"/>
          </p:cNvSpPr>
          <p:nvPr>
            <p:ph type="body"/>
          </p:nvPr>
        </p:nvSpPr>
        <p:spPr>
          <a:xfrm>
            <a:off x="3655440" y="103716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28" name="PlaceHolder 5"/>
          <p:cNvSpPr>
            <a:spLocks noGrp="1"/>
          </p:cNvSpPr>
          <p:nvPr>
            <p:ph type="body"/>
          </p:nvPr>
        </p:nvSpPr>
        <p:spPr>
          <a:xfrm>
            <a:off x="3663000" y="280188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29" name="PlaceHolder 6"/>
          <p:cNvSpPr>
            <a:spLocks noGrp="1"/>
          </p:cNvSpPr>
          <p:nvPr>
            <p:ph type="body"/>
          </p:nvPr>
        </p:nvSpPr>
        <p:spPr>
          <a:xfrm>
            <a:off x="3655440" y="191952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30" name="PlaceHolder 7"/>
          <p:cNvSpPr>
            <a:spLocks noGrp="1"/>
          </p:cNvSpPr>
          <p:nvPr>
            <p:ph type="body"/>
          </p:nvPr>
        </p:nvSpPr>
        <p:spPr>
          <a:xfrm>
            <a:off x="3655440" y="456624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31" name="PlaceHolder 8"/>
          <p:cNvSpPr>
            <a:spLocks noGrp="1"/>
          </p:cNvSpPr>
          <p:nvPr>
            <p:ph type="body"/>
          </p:nvPr>
        </p:nvSpPr>
        <p:spPr>
          <a:xfrm>
            <a:off x="3663000" y="368388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32" name="PlaceHolder 9"/>
          <p:cNvSpPr>
            <a:spLocks noGrp="1"/>
          </p:cNvSpPr>
          <p:nvPr>
            <p:ph type="body"/>
          </p:nvPr>
        </p:nvSpPr>
        <p:spPr>
          <a:xfrm>
            <a:off x="3655440" y="5448600"/>
            <a:ext cx="8043480" cy="785880"/>
          </a:xfrm>
          <a:prstGeom prst="rect">
            <a:avLst/>
          </a:prstGeom>
          <a:noFill/>
          <a:ln w="0">
            <a:noFill/>
          </a:ln>
        </p:spPr>
        <p:txBody>
          <a:bodyPr lIns="0" tIns="0" rIns="0" bIns="0" anchor="t">
            <a:noAutofit/>
          </a:bodyPr>
          <a:lstStyle/>
          <a:p>
            <a:pPr indent="0" defTabSz="914400">
              <a:lnSpc>
                <a:spcPct val="100000"/>
              </a:lnSpc>
              <a:buNone/>
              <a:tabLst>
                <a:tab pos="0" algn="l"/>
              </a:tabLst>
            </a:pPr>
            <a:r>
              <a:rPr lang="en-US" sz="1800" b="0" strike="noStrike" spc="-1">
                <a:solidFill>
                  <a:srgbClr val="00857C"/>
                </a:solidFill>
                <a:latin typeface="Invention Light"/>
              </a:rPr>
              <a:t>Click to edit Master text styles</a:t>
            </a:r>
            <a:endParaRPr lang="en-US" sz="1800" b="0" strike="noStrike" spc="-1">
              <a:solidFill>
                <a:schemeClr val="dk1"/>
              </a:solidFill>
              <a:latin typeface="Invention"/>
            </a:endParaRPr>
          </a:p>
        </p:txBody>
      </p:sp>
      <p:sp>
        <p:nvSpPr>
          <p:cNvPr id="733" name="PlaceHolder 10"/>
          <p:cNvSpPr>
            <a:spLocks noGrp="1"/>
          </p:cNvSpPr>
          <p:nvPr>
            <p:ph type="body"/>
          </p:nvPr>
        </p:nvSpPr>
        <p:spPr>
          <a:xfrm>
            <a:off x="442440" y="1047600"/>
            <a:ext cx="2700000" cy="5186880"/>
          </a:xfrm>
          <a:prstGeom prst="rect">
            <a:avLst/>
          </a:prstGeom>
          <a:noFill/>
          <a:ln w="0">
            <a:noFill/>
          </a:ln>
        </p:spPr>
        <p:txBody>
          <a:bodyPr lIns="0" tIns="0" rIns="0" bIns="0" anchor="ctr">
            <a:normAutofit/>
          </a:bodyPr>
          <a:lstStyle/>
          <a:p>
            <a:pPr indent="0" defTabSz="914400">
              <a:lnSpc>
                <a:spcPct val="100000"/>
              </a:lnSpc>
              <a:buNone/>
              <a:tabLst>
                <a:tab pos="0" algn="l"/>
              </a:tabLst>
            </a:pPr>
            <a:r>
              <a:rPr lang="en-US" sz="3600" b="0" strike="noStrike" spc="-1">
                <a:solidFill>
                  <a:srgbClr val="0C2340"/>
                </a:solidFill>
                <a:latin typeface="Invention Light"/>
              </a:rPr>
              <a:t>Click to edit Master text styles</a:t>
            </a:r>
            <a:endParaRPr lang="en-US" sz="3600" b="0" strike="noStrike" spc="-1">
              <a:solidFill>
                <a:schemeClr val="dk1"/>
              </a:solidFill>
              <a:latin typeface="Invention"/>
            </a:endParaRPr>
          </a:p>
        </p:txBody>
      </p:sp>
      <p:pic>
        <p:nvPicPr>
          <p:cNvPr id="734" name="Picture 4"/>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735" name="Straight Connector 7"/>
          <p:cNvCxnSpPr/>
          <p:nvPr/>
        </p:nvCxnSpPr>
        <p:spPr>
          <a:xfrm>
            <a:off x="377640" y="1227600"/>
            <a:ext cx="11436840" cy="360"/>
          </a:xfrm>
          <a:prstGeom prst="straightConnector1">
            <a:avLst/>
          </a:prstGeom>
          <a:ln w="31750">
            <a:solidFill>
              <a:srgbClr val="00857C"/>
            </a:solidFill>
          </a:ln>
        </p:spPr>
      </p:cxnSp>
      <p:pic>
        <p:nvPicPr>
          <p:cNvPr id="736" name="Picture 2"/>
          <p:cNvPicPr/>
          <p:nvPr/>
        </p:nvPicPr>
        <p:blipFill>
          <a:blip r:embed="rId3"/>
          <a:stretch/>
        </p:blipFill>
        <p:spPr>
          <a:xfrm>
            <a:off x="10607040" y="6364080"/>
            <a:ext cx="968760" cy="455400"/>
          </a:xfrm>
          <a:prstGeom prst="rect">
            <a:avLst/>
          </a:prstGeom>
          <a:ln w="0">
            <a:noFill/>
          </a:ln>
        </p:spPr>
      </p:pic>
      <p:sp>
        <p:nvSpPr>
          <p:cNvPr id="737"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73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739" name="PlaceHolder 2"/>
          <p:cNvSpPr>
            <a:spLocks noGrp="1"/>
          </p:cNvSpPr>
          <p:nvPr>
            <p:ph type="dt" idx="115"/>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740" name="PlaceHolder 3"/>
          <p:cNvSpPr>
            <a:spLocks noGrp="1"/>
          </p:cNvSpPr>
          <p:nvPr>
            <p:ph type="ftr" idx="11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741" name="PlaceHolder 4"/>
          <p:cNvSpPr>
            <a:spLocks noGrp="1"/>
          </p:cNvSpPr>
          <p:nvPr>
            <p:ph type="sldNum" idx="11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BA1BECA-F0CE-445C-BFF2-1FF41E0737A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742" name="TextBox 55"/>
          <p:cNvSpPr/>
          <p:nvPr/>
        </p:nvSpPr>
        <p:spPr>
          <a:xfrm>
            <a:off x="13573800" y="530352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cxnSp>
        <p:nvCxnSpPr>
          <p:cNvPr id="743" name="Straight Connector 5"/>
          <p:cNvCxnSpPr/>
          <p:nvPr/>
        </p:nvCxnSpPr>
        <p:spPr>
          <a:xfrm flipV="1">
            <a:off x="9770400" y="1808280"/>
            <a:ext cx="360" cy="4343040"/>
          </a:xfrm>
          <a:prstGeom prst="straightConnector1">
            <a:avLst/>
          </a:prstGeom>
          <a:ln>
            <a:solidFill>
              <a:srgbClr val="0C2340"/>
            </a:solidFill>
          </a:ln>
        </p:spPr>
      </p:cxnSp>
      <p:cxnSp>
        <p:nvCxnSpPr>
          <p:cNvPr id="744" name="Straight Connector 6"/>
          <p:cNvCxnSpPr/>
          <p:nvPr/>
        </p:nvCxnSpPr>
        <p:spPr>
          <a:xfrm flipV="1">
            <a:off x="5261760" y="1808280"/>
            <a:ext cx="360" cy="4343040"/>
          </a:xfrm>
          <a:prstGeom prst="straightConnector1">
            <a:avLst/>
          </a:prstGeom>
          <a:ln>
            <a:solidFill>
              <a:srgbClr val="0C2340"/>
            </a:solidFill>
          </a:ln>
        </p:spPr>
      </p:cxnSp>
      <p:cxnSp>
        <p:nvCxnSpPr>
          <p:cNvPr id="745" name="Straight Connector 8"/>
          <p:cNvCxnSpPr/>
          <p:nvPr/>
        </p:nvCxnSpPr>
        <p:spPr>
          <a:xfrm flipV="1">
            <a:off x="3010320" y="1808280"/>
            <a:ext cx="360" cy="4343040"/>
          </a:xfrm>
          <a:prstGeom prst="straightConnector1">
            <a:avLst/>
          </a:prstGeom>
          <a:ln>
            <a:solidFill>
              <a:srgbClr val="0C2340"/>
            </a:solidFill>
          </a:ln>
        </p:spPr>
      </p:cxnSp>
      <p:cxnSp>
        <p:nvCxnSpPr>
          <p:cNvPr id="746" name="Straight Connector 9"/>
          <p:cNvCxnSpPr/>
          <p:nvPr/>
        </p:nvCxnSpPr>
        <p:spPr>
          <a:xfrm flipV="1">
            <a:off x="7513200" y="1808280"/>
            <a:ext cx="360" cy="4343040"/>
          </a:xfrm>
          <a:prstGeom prst="straightConnector1">
            <a:avLst/>
          </a:prstGeom>
          <a:ln>
            <a:solidFill>
              <a:srgbClr val="0C2340"/>
            </a:solidFill>
          </a:ln>
        </p:spPr>
      </p:cxnSp>
      <p:cxnSp>
        <p:nvCxnSpPr>
          <p:cNvPr id="747" name="Straight Connector 10"/>
          <p:cNvCxnSpPr/>
          <p:nvPr/>
        </p:nvCxnSpPr>
        <p:spPr>
          <a:xfrm flipV="1">
            <a:off x="758520" y="1808280"/>
            <a:ext cx="360" cy="4343040"/>
          </a:xfrm>
          <a:prstGeom prst="straightConnector1">
            <a:avLst/>
          </a:prstGeom>
          <a:ln>
            <a:solidFill>
              <a:srgbClr val="0C2340"/>
            </a:solidFill>
          </a:ln>
        </p:spPr>
      </p:cxnSp>
      <p:sp>
        <p:nvSpPr>
          <p:cNvPr id="748" name="PlaceHolder 5"/>
          <p:cNvSpPr>
            <a:spLocks noGrp="1"/>
          </p:cNvSpPr>
          <p:nvPr>
            <p:ph type="body"/>
          </p:nvPr>
        </p:nvSpPr>
        <p:spPr>
          <a:xfrm>
            <a:off x="90360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749" name="PlaceHolder 6"/>
          <p:cNvSpPr>
            <a:spLocks noGrp="1"/>
          </p:cNvSpPr>
          <p:nvPr>
            <p:ph type="body"/>
          </p:nvPr>
        </p:nvSpPr>
        <p:spPr>
          <a:xfrm>
            <a:off x="991008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750" name="PlaceHolder 7"/>
          <p:cNvSpPr>
            <a:spLocks noGrp="1"/>
          </p:cNvSpPr>
          <p:nvPr>
            <p:ph type="body"/>
          </p:nvPr>
        </p:nvSpPr>
        <p:spPr>
          <a:xfrm>
            <a:off x="764892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751" name="PlaceHolder 8"/>
          <p:cNvSpPr>
            <a:spLocks noGrp="1"/>
          </p:cNvSpPr>
          <p:nvPr>
            <p:ph type="body"/>
          </p:nvPr>
        </p:nvSpPr>
        <p:spPr>
          <a:xfrm>
            <a:off x="540504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752" name="PlaceHolder 9"/>
          <p:cNvSpPr>
            <a:spLocks noGrp="1"/>
          </p:cNvSpPr>
          <p:nvPr>
            <p:ph type="body"/>
          </p:nvPr>
        </p:nvSpPr>
        <p:spPr>
          <a:xfrm>
            <a:off x="314676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753" name="PlaceHolder 10"/>
          <p:cNvSpPr>
            <a:spLocks noGrp="1"/>
          </p:cNvSpPr>
          <p:nvPr>
            <p:ph type="body"/>
          </p:nvPr>
        </p:nvSpPr>
        <p:spPr>
          <a:xfrm>
            <a:off x="89352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4" name="PlaceHolder 11"/>
          <p:cNvSpPr>
            <a:spLocks noGrp="1"/>
          </p:cNvSpPr>
          <p:nvPr>
            <p:ph type="body"/>
          </p:nvPr>
        </p:nvSpPr>
        <p:spPr>
          <a:xfrm>
            <a:off x="89352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5" name="PlaceHolder 12"/>
          <p:cNvSpPr>
            <a:spLocks noGrp="1"/>
          </p:cNvSpPr>
          <p:nvPr>
            <p:ph type="body"/>
          </p:nvPr>
        </p:nvSpPr>
        <p:spPr>
          <a:xfrm>
            <a:off x="89352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6" name="PlaceHolder 13"/>
          <p:cNvSpPr>
            <a:spLocks noGrp="1"/>
          </p:cNvSpPr>
          <p:nvPr>
            <p:ph type="body"/>
          </p:nvPr>
        </p:nvSpPr>
        <p:spPr>
          <a:xfrm>
            <a:off x="99147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7" name="PlaceHolder 14"/>
          <p:cNvSpPr>
            <a:spLocks noGrp="1"/>
          </p:cNvSpPr>
          <p:nvPr>
            <p:ph type="body"/>
          </p:nvPr>
        </p:nvSpPr>
        <p:spPr>
          <a:xfrm>
            <a:off x="99147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8" name="PlaceHolder 15"/>
          <p:cNvSpPr>
            <a:spLocks noGrp="1"/>
          </p:cNvSpPr>
          <p:nvPr>
            <p:ph type="body"/>
          </p:nvPr>
        </p:nvSpPr>
        <p:spPr>
          <a:xfrm>
            <a:off x="99147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59" name="PlaceHolder 16"/>
          <p:cNvSpPr>
            <a:spLocks noGrp="1"/>
          </p:cNvSpPr>
          <p:nvPr>
            <p:ph type="body"/>
          </p:nvPr>
        </p:nvSpPr>
        <p:spPr>
          <a:xfrm>
            <a:off x="31485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0" name="PlaceHolder 17"/>
          <p:cNvSpPr>
            <a:spLocks noGrp="1"/>
          </p:cNvSpPr>
          <p:nvPr>
            <p:ph type="body"/>
          </p:nvPr>
        </p:nvSpPr>
        <p:spPr>
          <a:xfrm>
            <a:off x="54039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1" name="PlaceHolder 18"/>
          <p:cNvSpPr>
            <a:spLocks noGrp="1"/>
          </p:cNvSpPr>
          <p:nvPr>
            <p:ph type="body"/>
          </p:nvPr>
        </p:nvSpPr>
        <p:spPr>
          <a:xfrm>
            <a:off x="54039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2" name="PlaceHolder 19"/>
          <p:cNvSpPr>
            <a:spLocks noGrp="1"/>
          </p:cNvSpPr>
          <p:nvPr>
            <p:ph type="body"/>
          </p:nvPr>
        </p:nvSpPr>
        <p:spPr>
          <a:xfrm>
            <a:off x="76593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3" name="PlaceHolder 20"/>
          <p:cNvSpPr>
            <a:spLocks noGrp="1"/>
          </p:cNvSpPr>
          <p:nvPr>
            <p:ph type="body"/>
          </p:nvPr>
        </p:nvSpPr>
        <p:spPr>
          <a:xfrm>
            <a:off x="764892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4" name="PlaceHolder 21"/>
          <p:cNvSpPr>
            <a:spLocks noGrp="1"/>
          </p:cNvSpPr>
          <p:nvPr>
            <p:ph type="body"/>
          </p:nvPr>
        </p:nvSpPr>
        <p:spPr>
          <a:xfrm>
            <a:off x="31485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5" name="PlaceHolder 22"/>
          <p:cNvSpPr>
            <a:spLocks noGrp="1"/>
          </p:cNvSpPr>
          <p:nvPr>
            <p:ph type="body"/>
          </p:nvPr>
        </p:nvSpPr>
        <p:spPr>
          <a:xfrm>
            <a:off x="31485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6" name="PlaceHolder 23"/>
          <p:cNvSpPr>
            <a:spLocks noGrp="1"/>
          </p:cNvSpPr>
          <p:nvPr>
            <p:ph type="body"/>
          </p:nvPr>
        </p:nvSpPr>
        <p:spPr>
          <a:xfrm>
            <a:off x="54039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7" name="PlaceHolder 24"/>
          <p:cNvSpPr>
            <a:spLocks noGrp="1"/>
          </p:cNvSpPr>
          <p:nvPr>
            <p:ph type="body"/>
          </p:nvPr>
        </p:nvSpPr>
        <p:spPr>
          <a:xfrm>
            <a:off x="7648920" y="472572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0C2340"/>
                </a:solidFill>
                <a:latin typeface="Invention"/>
              </a:rPr>
              <a:t>Click to edit Master text styles</a:t>
            </a:r>
            <a:endParaRPr lang="en-US" sz="1000" b="0" strike="noStrike" spc="-1">
              <a:solidFill>
                <a:schemeClr val="dk1"/>
              </a:solidFill>
              <a:latin typeface="Invention"/>
            </a:endParaRPr>
          </a:p>
        </p:txBody>
      </p:sp>
      <p:sp>
        <p:nvSpPr>
          <p:cNvPr id="768" name="PlaceHolder 25"/>
          <p:cNvSpPr>
            <a:spLocks noGrp="1"/>
          </p:cNvSpPr>
          <p:nvPr>
            <p:ph type="body"/>
          </p:nvPr>
        </p:nvSpPr>
        <p:spPr>
          <a:xfrm>
            <a:off x="717120" y="217944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69" name="PlaceHolder 26"/>
          <p:cNvSpPr>
            <a:spLocks noGrp="1"/>
          </p:cNvSpPr>
          <p:nvPr>
            <p:ph type="body"/>
          </p:nvPr>
        </p:nvSpPr>
        <p:spPr>
          <a:xfrm>
            <a:off x="716400" y="345024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0" name="PlaceHolder 27"/>
          <p:cNvSpPr>
            <a:spLocks noGrp="1"/>
          </p:cNvSpPr>
          <p:nvPr>
            <p:ph type="body"/>
          </p:nvPr>
        </p:nvSpPr>
        <p:spPr>
          <a:xfrm>
            <a:off x="718920" y="471528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1" name="PlaceHolder 28"/>
          <p:cNvSpPr>
            <a:spLocks noGrp="1"/>
          </p:cNvSpPr>
          <p:nvPr>
            <p:ph type="body"/>
          </p:nvPr>
        </p:nvSpPr>
        <p:spPr>
          <a:xfrm>
            <a:off x="2965680" y="2175120"/>
            <a:ext cx="79200" cy="74268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2" name="PlaceHolder 29"/>
          <p:cNvSpPr>
            <a:spLocks noGrp="1"/>
          </p:cNvSpPr>
          <p:nvPr>
            <p:ph type="body"/>
          </p:nvPr>
        </p:nvSpPr>
        <p:spPr>
          <a:xfrm>
            <a:off x="2965320" y="3445920"/>
            <a:ext cx="79200" cy="74268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3" name="PlaceHolder 30"/>
          <p:cNvSpPr>
            <a:spLocks noGrp="1"/>
          </p:cNvSpPr>
          <p:nvPr>
            <p:ph type="body"/>
          </p:nvPr>
        </p:nvSpPr>
        <p:spPr>
          <a:xfrm>
            <a:off x="2967480" y="4710600"/>
            <a:ext cx="79200" cy="74268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4" name="PlaceHolder 31"/>
          <p:cNvSpPr>
            <a:spLocks noGrp="1"/>
          </p:cNvSpPr>
          <p:nvPr>
            <p:ph type="body"/>
          </p:nvPr>
        </p:nvSpPr>
        <p:spPr>
          <a:xfrm>
            <a:off x="5222880" y="217512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5" name="PlaceHolder 32"/>
          <p:cNvSpPr>
            <a:spLocks noGrp="1"/>
          </p:cNvSpPr>
          <p:nvPr>
            <p:ph type="body"/>
          </p:nvPr>
        </p:nvSpPr>
        <p:spPr>
          <a:xfrm>
            <a:off x="5222520" y="344592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6" name="PlaceHolder 33"/>
          <p:cNvSpPr>
            <a:spLocks noGrp="1"/>
          </p:cNvSpPr>
          <p:nvPr>
            <p:ph type="body"/>
          </p:nvPr>
        </p:nvSpPr>
        <p:spPr>
          <a:xfrm>
            <a:off x="5224680" y="471060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7" name="PlaceHolder 34"/>
          <p:cNvSpPr>
            <a:spLocks noGrp="1"/>
          </p:cNvSpPr>
          <p:nvPr>
            <p:ph type="body"/>
          </p:nvPr>
        </p:nvSpPr>
        <p:spPr>
          <a:xfrm>
            <a:off x="7475040" y="217512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8" name="PlaceHolder 35"/>
          <p:cNvSpPr>
            <a:spLocks noGrp="1"/>
          </p:cNvSpPr>
          <p:nvPr>
            <p:ph type="body"/>
          </p:nvPr>
        </p:nvSpPr>
        <p:spPr>
          <a:xfrm>
            <a:off x="7474680" y="344592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79" name="PlaceHolder 36"/>
          <p:cNvSpPr>
            <a:spLocks noGrp="1"/>
          </p:cNvSpPr>
          <p:nvPr>
            <p:ph type="body"/>
          </p:nvPr>
        </p:nvSpPr>
        <p:spPr>
          <a:xfrm>
            <a:off x="7476840" y="471060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80" name="PlaceHolder 37"/>
          <p:cNvSpPr>
            <a:spLocks noGrp="1"/>
          </p:cNvSpPr>
          <p:nvPr>
            <p:ph type="body"/>
          </p:nvPr>
        </p:nvSpPr>
        <p:spPr>
          <a:xfrm>
            <a:off x="9738000" y="217512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81" name="PlaceHolder 38"/>
          <p:cNvSpPr>
            <a:spLocks noGrp="1"/>
          </p:cNvSpPr>
          <p:nvPr>
            <p:ph type="body"/>
          </p:nvPr>
        </p:nvSpPr>
        <p:spPr>
          <a:xfrm>
            <a:off x="9737640" y="344592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782" name="PlaceHolder 39"/>
          <p:cNvSpPr>
            <a:spLocks noGrp="1"/>
          </p:cNvSpPr>
          <p:nvPr>
            <p:ph type="body"/>
          </p:nvPr>
        </p:nvSpPr>
        <p:spPr>
          <a:xfrm>
            <a:off x="9739800" y="471060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cSld>
    <p:bg>
      <p:bgPr>
        <a:solidFill>
          <a:srgbClr val="0C2340"/>
        </a:solidFill>
        <a:effectLst/>
      </p:bgPr>
    </p:bg>
    <p:spTree>
      <p:nvGrpSpPr>
        <p:cNvPr id="1" name=""/>
        <p:cNvGrpSpPr/>
        <p:nvPr/>
      </p:nvGrpSpPr>
      <p:grpSpPr>
        <a:xfrm>
          <a:off x="0" y="0"/>
          <a:ext cx="0" cy="0"/>
          <a:chOff x="0" y="0"/>
          <a:chExt cx="0" cy="0"/>
        </a:xfrm>
      </p:grpSpPr>
      <p:cxnSp>
        <p:nvCxnSpPr>
          <p:cNvPr id="783" name="Straight Connector 7"/>
          <p:cNvCxnSpPr/>
          <p:nvPr/>
        </p:nvCxnSpPr>
        <p:spPr>
          <a:xfrm>
            <a:off x="377640" y="1227600"/>
            <a:ext cx="11436840" cy="360"/>
          </a:xfrm>
          <a:prstGeom prst="straightConnector1">
            <a:avLst/>
          </a:prstGeom>
          <a:ln w="31750">
            <a:solidFill>
              <a:srgbClr val="00857C"/>
            </a:solidFill>
          </a:ln>
        </p:spPr>
      </p:cxnSp>
      <p:pic>
        <p:nvPicPr>
          <p:cNvPr id="784" name="Picture 2"/>
          <p:cNvPicPr/>
          <p:nvPr/>
        </p:nvPicPr>
        <p:blipFill>
          <a:blip r:embed="rId3"/>
          <a:stretch/>
        </p:blipFill>
        <p:spPr>
          <a:xfrm>
            <a:off x="10607040" y="6364080"/>
            <a:ext cx="968760" cy="455400"/>
          </a:xfrm>
          <a:prstGeom prst="rect">
            <a:avLst/>
          </a:prstGeom>
          <a:ln w="0">
            <a:noFill/>
          </a:ln>
        </p:spPr>
      </p:pic>
      <p:sp>
        <p:nvSpPr>
          <p:cNvPr id="785"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786"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rgbClr val="FFFFFF"/>
                </a:solidFill>
                <a:latin typeface="Invention Light"/>
              </a:rPr>
              <a:t>Click to edit Master title style</a:t>
            </a:r>
            <a:endParaRPr lang="en-US" sz="2750" b="0" strike="noStrike" spc="-1">
              <a:solidFill>
                <a:schemeClr val="dk1"/>
              </a:solidFill>
              <a:latin typeface="Invention"/>
            </a:endParaRPr>
          </a:p>
        </p:txBody>
      </p:sp>
      <p:sp>
        <p:nvSpPr>
          <p:cNvPr id="787" name="PlaceHolder 2"/>
          <p:cNvSpPr>
            <a:spLocks noGrp="1"/>
          </p:cNvSpPr>
          <p:nvPr>
            <p:ph type="dt" idx="118"/>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FFFFFF"/>
              </a:solidFill>
              <a:latin typeface="Times New Roman"/>
            </a:endParaRPr>
          </a:p>
        </p:txBody>
      </p:sp>
      <p:sp>
        <p:nvSpPr>
          <p:cNvPr id="788" name="PlaceHolder 3"/>
          <p:cNvSpPr>
            <a:spLocks noGrp="1"/>
          </p:cNvSpPr>
          <p:nvPr>
            <p:ph type="ftr" idx="11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789" name="PlaceHolder 4"/>
          <p:cNvSpPr>
            <a:spLocks noGrp="1"/>
          </p:cNvSpPr>
          <p:nvPr>
            <p:ph type="sldNum" idx="12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E7F249A-6584-445F-861D-744D3D16E4B7}"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cxnSp>
        <p:nvCxnSpPr>
          <p:cNvPr id="790" name="Straight Connector 7"/>
          <p:cNvCxnSpPr/>
          <p:nvPr/>
        </p:nvCxnSpPr>
        <p:spPr>
          <a:xfrm flipV="1">
            <a:off x="9770400" y="1808280"/>
            <a:ext cx="360" cy="4343040"/>
          </a:xfrm>
          <a:prstGeom prst="straightConnector1">
            <a:avLst/>
          </a:prstGeom>
          <a:ln>
            <a:solidFill>
              <a:srgbClr val="FFFFFF"/>
            </a:solidFill>
          </a:ln>
        </p:spPr>
      </p:cxnSp>
      <p:cxnSp>
        <p:nvCxnSpPr>
          <p:cNvPr id="791" name="Straight Connector 18"/>
          <p:cNvCxnSpPr/>
          <p:nvPr/>
        </p:nvCxnSpPr>
        <p:spPr>
          <a:xfrm flipV="1">
            <a:off x="5261760" y="1808280"/>
            <a:ext cx="360" cy="4343040"/>
          </a:xfrm>
          <a:prstGeom prst="straightConnector1">
            <a:avLst/>
          </a:prstGeom>
          <a:ln>
            <a:solidFill>
              <a:srgbClr val="FFFFFF"/>
            </a:solidFill>
          </a:ln>
        </p:spPr>
      </p:cxnSp>
      <p:cxnSp>
        <p:nvCxnSpPr>
          <p:cNvPr id="792" name="Straight Connector 26"/>
          <p:cNvCxnSpPr/>
          <p:nvPr/>
        </p:nvCxnSpPr>
        <p:spPr>
          <a:xfrm flipV="1">
            <a:off x="3010320" y="1808280"/>
            <a:ext cx="360" cy="4343040"/>
          </a:xfrm>
          <a:prstGeom prst="straightConnector1">
            <a:avLst/>
          </a:prstGeom>
          <a:ln>
            <a:solidFill>
              <a:srgbClr val="FFFFFF"/>
            </a:solidFill>
          </a:ln>
        </p:spPr>
      </p:cxnSp>
      <p:cxnSp>
        <p:nvCxnSpPr>
          <p:cNvPr id="793" name="Straight Connector 31"/>
          <p:cNvCxnSpPr/>
          <p:nvPr/>
        </p:nvCxnSpPr>
        <p:spPr>
          <a:xfrm flipV="1">
            <a:off x="7513200" y="1808280"/>
            <a:ext cx="360" cy="4343040"/>
          </a:xfrm>
          <a:prstGeom prst="straightConnector1">
            <a:avLst/>
          </a:prstGeom>
          <a:ln>
            <a:solidFill>
              <a:srgbClr val="FFFFFF"/>
            </a:solidFill>
          </a:ln>
        </p:spPr>
      </p:cxnSp>
      <p:cxnSp>
        <p:nvCxnSpPr>
          <p:cNvPr id="794" name="Straight Connector 45"/>
          <p:cNvCxnSpPr/>
          <p:nvPr/>
        </p:nvCxnSpPr>
        <p:spPr>
          <a:xfrm flipV="1">
            <a:off x="758520" y="1808280"/>
            <a:ext cx="360" cy="4343040"/>
          </a:xfrm>
          <a:prstGeom prst="straightConnector1">
            <a:avLst/>
          </a:prstGeom>
          <a:ln>
            <a:solidFill>
              <a:srgbClr val="FFFFFF"/>
            </a:solidFill>
          </a:ln>
        </p:spPr>
      </p:cxnSp>
      <p:sp>
        <p:nvSpPr>
          <p:cNvPr id="795" name="TextBox 55"/>
          <p:cNvSpPr/>
          <p:nvPr/>
        </p:nvSpPr>
        <p:spPr>
          <a:xfrm>
            <a:off x="13573800" y="5303520"/>
            <a:ext cx="360" cy="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defTabSz="228600">
              <a:lnSpc>
                <a:spcPct val="100000"/>
              </a:lnSpc>
            </a:pPr>
            <a:endParaRPr lang="en-US" sz="1200" b="0" strike="noStrike" spc="-1">
              <a:solidFill>
                <a:schemeClr val="dk1"/>
              </a:solidFill>
              <a:latin typeface="Invention"/>
            </a:endParaRPr>
          </a:p>
        </p:txBody>
      </p:sp>
      <p:sp>
        <p:nvSpPr>
          <p:cNvPr id="796" name="PlaceHolder 5"/>
          <p:cNvSpPr>
            <a:spLocks noGrp="1"/>
          </p:cNvSpPr>
          <p:nvPr>
            <p:ph type="body"/>
          </p:nvPr>
        </p:nvSpPr>
        <p:spPr>
          <a:xfrm>
            <a:off x="90360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FFFFFF"/>
                </a:solidFill>
                <a:latin typeface="Invention"/>
              </a:rPr>
              <a:t>Year</a:t>
            </a:r>
            <a:endParaRPr lang="en-US" sz="2000" b="0" strike="noStrike" spc="-1">
              <a:solidFill>
                <a:schemeClr val="dk1"/>
              </a:solidFill>
              <a:latin typeface="Invention"/>
            </a:endParaRPr>
          </a:p>
        </p:txBody>
      </p:sp>
      <p:sp>
        <p:nvSpPr>
          <p:cNvPr id="797" name="PlaceHolder 6"/>
          <p:cNvSpPr>
            <a:spLocks noGrp="1"/>
          </p:cNvSpPr>
          <p:nvPr>
            <p:ph type="body"/>
          </p:nvPr>
        </p:nvSpPr>
        <p:spPr>
          <a:xfrm>
            <a:off x="991008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FFFFFF"/>
                </a:solidFill>
                <a:latin typeface="Invention"/>
              </a:rPr>
              <a:t>Year</a:t>
            </a:r>
            <a:endParaRPr lang="en-US" sz="2000" b="0" strike="noStrike" spc="-1">
              <a:solidFill>
                <a:schemeClr val="dk1"/>
              </a:solidFill>
              <a:latin typeface="Invention"/>
            </a:endParaRPr>
          </a:p>
        </p:txBody>
      </p:sp>
      <p:sp>
        <p:nvSpPr>
          <p:cNvPr id="798" name="PlaceHolder 7"/>
          <p:cNvSpPr>
            <a:spLocks noGrp="1"/>
          </p:cNvSpPr>
          <p:nvPr>
            <p:ph type="body"/>
          </p:nvPr>
        </p:nvSpPr>
        <p:spPr>
          <a:xfrm>
            <a:off x="764892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FFFFFF"/>
                </a:solidFill>
                <a:latin typeface="Invention"/>
              </a:rPr>
              <a:t>Year</a:t>
            </a:r>
            <a:endParaRPr lang="en-US" sz="2000" b="0" strike="noStrike" spc="-1">
              <a:solidFill>
                <a:schemeClr val="dk1"/>
              </a:solidFill>
              <a:latin typeface="Invention"/>
            </a:endParaRPr>
          </a:p>
        </p:txBody>
      </p:sp>
      <p:sp>
        <p:nvSpPr>
          <p:cNvPr id="799" name="PlaceHolder 8"/>
          <p:cNvSpPr>
            <a:spLocks noGrp="1"/>
          </p:cNvSpPr>
          <p:nvPr>
            <p:ph type="body"/>
          </p:nvPr>
        </p:nvSpPr>
        <p:spPr>
          <a:xfrm>
            <a:off x="540504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FFFFFF"/>
                </a:solidFill>
                <a:latin typeface="Invention"/>
              </a:rPr>
              <a:t>Year</a:t>
            </a:r>
            <a:endParaRPr lang="en-US" sz="2000" b="0" strike="noStrike" spc="-1">
              <a:solidFill>
                <a:schemeClr val="dk1"/>
              </a:solidFill>
              <a:latin typeface="Invention"/>
            </a:endParaRPr>
          </a:p>
        </p:txBody>
      </p:sp>
      <p:sp>
        <p:nvSpPr>
          <p:cNvPr id="800" name="PlaceHolder 9"/>
          <p:cNvSpPr>
            <a:spLocks noGrp="1"/>
          </p:cNvSpPr>
          <p:nvPr>
            <p:ph type="body"/>
          </p:nvPr>
        </p:nvSpPr>
        <p:spPr>
          <a:xfrm>
            <a:off x="3146760" y="173988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FFFFFF"/>
                </a:solidFill>
                <a:latin typeface="Invention"/>
              </a:rPr>
              <a:t>Year</a:t>
            </a:r>
            <a:endParaRPr lang="en-US" sz="2000" b="0" strike="noStrike" spc="-1">
              <a:solidFill>
                <a:schemeClr val="dk1"/>
              </a:solidFill>
              <a:latin typeface="Invention"/>
            </a:endParaRPr>
          </a:p>
        </p:txBody>
      </p:sp>
      <p:sp>
        <p:nvSpPr>
          <p:cNvPr id="801" name="PlaceHolder 10"/>
          <p:cNvSpPr>
            <a:spLocks noGrp="1"/>
          </p:cNvSpPr>
          <p:nvPr>
            <p:ph type="body"/>
          </p:nvPr>
        </p:nvSpPr>
        <p:spPr>
          <a:xfrm>
            <a:off x="89352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2" name="PlaceHolder 11"/>
          <p:cNvSpPr>
            <a:spLocks noGrp="1"/>
          </p:cNvSpPr>
          <p:nvPr>
            <p:ph type="body"/>
          </p:nvPr>
        </p:nvSpPr>
        <p:spPr>
          <a:xfrm>
            <a:off x="89352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3" name="PlaceHolder 12"/>
          <p:cNvSpPr>
            <a:spLocks noGrp="1"/>
          </p:cNvSpPr>
          <p:nvPr>
            <p:ph type="body"/>
          </p:nvPr>
        </p:nvSpPr>
        <p:spPr>
          <a:xfrm>
            <a:off x="89352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4" name="PlaceHolder 13"/>
          <p:cNvSpPr>
            <a:spLocks noGrp="1"/>
          </p:cNvSpPr>
          <p:nvPr>
            <p:ph type="body"/>
          </p:nvPr>
        </p:nvSpPr>
        <p:spPr>
          <a:xfrm>
            <a:off x="99147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5" name="PlaceHolder 14"/>
          <p:cNvSpPr>
            <a:spLocks noGrp="1"/>
          </p:cNvSpPr>
          <p:nvPr>
            <p:ph type="body"/>
          </p:nvPr>
        </p:nvSpPr>
        <p:spPr>
          <a:xfrm>
            <a:off x="99147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6" name="PlaceHolder 15"/>
          <p:cNvSpPr>
            <a:spLocks noGrp="1"/>
          </p:cNvSpPr>
          <p:nvPr>
            <p:ph type="body"/>
          </p:nvPr>
        </p:nvSpPr>
        <p:spPr>
          <a:xfrm>
            <a:off x="99147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7" name="PlaceHolder 16"/>
          <p:cNvSpPr>
            <a:spLocks noGrp="1"/>
          </p:cNvSpPr>
          <p:nvPr>
            <p:ph type="body"/>
          </p:nvPr>
        </p:nvSpPr>
        <p:spPr>
          <a:xfrm>
            <a:off x="31485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8" name="PlaceHolder 17"/>
          <p:cNvSpPr>
            <a:spLocks noGrp="1"/>
          </p:cNvSpPr>
          <p:nvPr>
            <p:ph type="body"/>
          </p:nvPr>
        </p:nvSpPr>
        <p:spPr>
          <a:xfrm>
            <a:off x="54039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09" name="PlaceHolder 18"/>
          <p:cNvSpPr>
            <a:spLocks noGrp="1"/>
          </p:cNvSpPr>
          <p:nvPr>
            <p:ph type="body"/>
          </p:nvPr>
        </p:nvSpPr>
        <p:spPr>
          <a:xfrm>
            <a:off x="54039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0" name="PlaceHolder 19"/>
          <p:cNvSpPr>
            <a:spLocks noGrp="1"/>
          </p:cNvSpPr>
          <p:nvPr>
            <p:ph type="body"/>
          </p:nvPr>
        </p:nvSpPr>
        <p:spPr>
          <a:xfrm>
            <a:off x="7659360" y="21837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1" name="PlaceHolder 20"/>
          <p:cNvSpPr>
            <a:spLocks noGrp="1"/>
          </p:cNvSpPr>
          <p:nvPr>
            <p:ph type="body"/>
          </p:nvPr>
        </p:nvSpPr>
        <p:spPr>
          <a:xfrm>
            <a:off x="764892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2" name="PlaceHolder 21"/>
          <p:cNvSpPr>
            <a:spLocks noGrp="1"/>
          </p:cNvSpPr>
          <p:nvPr>
            <p:ph type="body"/>
          </p:nvPr>
        </p:nvSpPr>
        <p:spPr>
          <a:xfrm>
            <a:off x="3148560" y="345024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3" name="PlaceHolder 22"/>
          <p:cNvSpPr>
            <a:spLocks noGrp="1"/>
          </p:cNvSpPr>
          <p:nvPr>
            <p:ph type="body"/>
          </p:nvPr>
        </p:nvSpPr>
        <p:spPr>
          <a:xfrm>
            <a:off x="31485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4" name="PlaceHolder 23"/>
          <p:cNvSpPr>
            <a:spLocks noGrp="1"/>
          </p:cNvSpPr>
          <p:nvPr>
            <p:ph type="body"/>
          </p:nvPr>
        </p:nvSpPr>
        <p:spPr>
          <a:xfrm>
            <a:off x="5403960" y="472536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5" name="PlaceHolder 24"/>
          <p:cNvSpPr>
            <a:spLocks noGrp="1"/>
          </p:cNvSpPr>
          <p:nvPr>
            <p:ph type="body"/>
          </p:nvPr>
        </p:nvSpPr>
        <p:spPr>
          <a:xfrm>
            <a:off x="7648920" y="4725720"/>
            <a:ext cx="1526760" cy="73404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1000" b="0" strike="noStrike" spc="-1">
                <a:solidFill>
                  <a:srgbClr val="FFFFFF"/>
                </a:solidFill>
                <a:latin typeface="Invention"/>
              </a:rPr>
              <a:t>Click to edit Master text styles</a:t>
            </a:r>
            <a:endParaRPr lang="en-US" sz="1000" b="0" strike="noStrike" spc="-1">
              <a:solidFill>
                <a:schemeClr val="dk1"/>
              </a:solidFill>
              <a:latin typeface="Invention"/>
            </a:endParaRPr>
          </a:p>
        </p:txBody>
      </p:sp>
      <p:sp>
        <p:nvSpPr>
          <p:cNvPr id="816" name="PlaceHolder 25"/>
          <p:cNvSpPr>
            <a:spLocks noGrp="1"/>
          </p:cNvSpPr>
          <p:nvPr>
            <p:ph type="body"/>
          </p:nvPr>
        </p:nvSpPr>
        <p:spPr>
          <a:xfrm>
            <a:off x="717120" y="217944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17" name="PlaceHolder 26"/>
          <p:cNvSpPr>
            <a:spLocks noGrp="1"/>
          </p:cNvSpPr>
          <p:nvPr>
            <p:ph type="body"/>
          </p:nvPr>
        </p:nvSpPr>
        <p:spPr>
          <a:xfrm>
            <a:off x="716400" y="345024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18" name="PlaceHolder 27"/>
          <p:cNvSpPr>
            <a:spLocks noGrp="1"/>
          </p:cNvSpPr>
          <p:nvPr>
            <p:ph type="body"/>
          </p:nvPr>
        </p:nvSpPr>
        <p:spPr>
          <a:xfrm>
            <a:off x="718920" y="4715280"/>
            <a:ext cx="79200" cy="74268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19" name="PlaceHolder 28"/>
          <p:cNvSpPr>
            <a:spLocks noGrp="1"/>
          </p:cNvSpPr>
          <p:nvPr>
            <p:ph type="body"/>
          </p:nvPr>
        </p:nvSpPr>
        <p:spPr>
          <a:xfrm>
            <a:off x="2965680" y="2175120"/>
            <a:ext cx="79200" cy="742680"/>
          </a:xfrm>
          <a:prstGeom prst="rect">
            <a:avLst/>
          </a:prstGeom>
          <a:solidFill>
            <a:srgbClr val="FFFFFF"/>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0" name="PlaceHolder 29"/>
          <p:cNvSpPr>
            <a:spLocks noGrp="1"/>
          </p:cNvSpPr>
          <p:nvPr>
            <p:ph type="body"/>
          </p:nvPr>
        </p:nvSpPr>
        <p:spPr>
          <a:xfrm>
            <a:off x="2965320" y="3445920"/>
            <a:ext cx="79200" cy="742680"/>
          </a:xfrm>
          <a:prstGeom prst="rect">
            <a:avLst/>
          </a:prstGeom>
          <a:solidFill>
            <a:srgbClr val="FFFFFF"/>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1" name="PlaceHolder 30"/>
          <p:cNvSpPr>
            <a:spLocks noGrp="1"/>
          </p:cNvSpPr>
          <p:nvPr>
            <p:ph type="body"/>
          </p:nvPr>
        </p:nvSpPr>
        <p:spPr>
          <a:xfrm>
            <a:off x="2967480" y="4710600"/>
            <a:ext cx="79200" cy="742680"/>
          </a:xfrm>
          <a:prstGeom prst="rect">
            <a:avLst/>
          </a:prstGeom>
          <a:solidFill>
            <a:srgbClr val="FFFFFF"/>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2" name="PlaceHolder 31"/>
          <p:cNvSpPr>
            <a:spLocks noGrp="1"/>
          </p:cNvSpPr>
          <p:nvPr>
            <p:ph type="body"/>
          </p:nvPr>
        </p:nvSpPr>
        <p:spPr>
          <a:xfrm>
            <a:off x="5222880" y="217512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3" name="PlaceHolder 32"/>
          <p:cNvSpPr>
            <a:spLocks noGrp="1"/>
          </p:cNvSpPr>
          <p:nvPr>
            <p:ph type="body"/>
          </p:nvPr>
        </p:nvSpPr>
        <p:spPr>
          <a:xfrm>
            <a:off x="5222520" y="344592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4" name="PlaceHolder 33"/>
          <p:cNvSpPr>
            <a:spLocks noGrp="1"/>
          </p:cNvSpPr>
          <p:nvPr>
            <p:ph type="body"/>
          </p:nvPr>
        </p:nvSpPr>
        <p:spPr>
          <a:xfrm>
            <a:off x="5224680" y="4710600"/>
            <a:ext cx="79200" cy="742680"/>
          </a:xfrm>
          <a:prstGeom prst="rect">
            <a:avLst/>
          </a:prstGeom>
          <a:solidFill>
            <a:srgbClr val="6ECEB2"/>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5" name="PlaceHolder 34"/>
          <p:cNvSpPr>
            <a:spLocks noGrp="1"/>
          </p:cNvSpPr>
          <p:nvPr>
            <p:ph type="body"/>
          </p:nvPr>
        </p:nvSpPr>
        <p:spPr>
          <a:xfrm>
            <a:off x="7475040" y="217512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6" name="PlaceHolder 35"/>
          <p:cNvSpPr>
            <a:spLocks noGrp="1"/>
          </p:cNvSpPr>
          <p:nvPr>
            <p:ph type="body"/>
          </p:nvPr>
        </p:nvSpPr>
        <p:spPr>
          <a:xfrm>
            <a:off x="7474680" y="344592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7" name="PlaceHolder 36"/>
          <p:cNvSpPr>
            <a:spLocks noGrp="1"/>
          </p:cNvSpPr>
          <p:nvPr>
            <p:ph type="body"/>
          </p:nvPr>
        </p:nvSpPr>
        <p:spPr>
          <a:xfrm>
            <a:off x="7476840" y="4710600"/>
            <a:ext cx="79200" cy="742680"/>
          </a:xfrm>
          <a:prstGeom prst="rect">
            <a:avLst/>
          </a:prstGeom>
          <a:solidFill>
            <a:srgbClr val="BFED3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8" name="PlaceHolder 37"/>
          <p:cNvSpPr>
            <a:spLocks noGrp="1"/>
          </p:cNvSpPr>
          <p:nvPr>
            <p:ph type="body"/>
          </p:nvPr>
        </p:nvSpPr>
        <p:spPr>
          <a:xfrm>
            <a:off x="9738000" y="217512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29" name="PlaceHolder 38"/>
          <p:cNvSpPr>
            <a:spLocks noGrp="1"/>
          </p:cNvSpPr>
          <p:nvPr>
            <p:ph type="body"/>
          </p:nvPr>
        </p:nvSpPr>
        <p:spPr>
          <a:xfrm>
            <a:off x="9737640" y="344592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sp>
        <p:nvSpPr>
          <p:cNvPr id="830" name="PlaceHolder 39"/>
          <p:cNvSpPr>
            <a:spLocks noGrp="1"/>
          </p:cNvSpPr>
          <p:nvPr>
            <p:ph type="body"/>
          </p:nvPr>
        </p:nvSpPr>
        <p:spPr>
          <a:xfrm>
            <a:off x="9739800" y="4710600"/>
            <a:ext cx="79200" cy="742680"/>
          </a:xfrm>
          <a:prstGeom prst="rect">
            <a:avLst/>
          </a:prstGeom>
          <a:solidFill>
            <a:srgbClr val="FFF063"/>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 </a:t>
            </a:r>
          </a:p>
        </p:txBody>
      </p:sp>
      <p:pic>
        <p:nvPicPr>
          <p:cNvPr id="831" name="Picture 6"/>
          <p:cNvPicPr/>
          <p:nvPr/>
        </p:nvPicPr>
        <p:blipFill>
          <a:blip r:embed="rId4"/>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32" name="Straight Connector 7"/>
          <p:cNvCxnSpPr/>
          <p:nvPr/>
        </p:nvCxnSpPr>
        <p:spPr>
          <a:xfrm>
            <a:off x="377640" y="1227600"/>
            <a:ext cx="11436840" cy="360"/>
          </a:xfrm>
          <a:prstGeom prst="straightConnector1">
            <a:avLst/>
          </a:prstGeom>
          <a:ln w="31750">
            <a:solidFill>
              <a:srgbClr val="00857C"/>
            </a:solidFill>
          </a:ln>
        </p:spPr>
      </p:cxnSp>
      <p:pic>
        <p:nvPicPr>
          <p:cNvPr id="833" name="Picture 2"/>
          <p:cNvPicPr/>
          <p:nvPr/>
        </p:nvPicPr>
        <p:blipFill>
          <a:blip r:embed="rId3"/>
          <a:stretch/>
        </p:blipFill>
        <p:spPr>
          <a:xfrm>
            <a:off x="10607040" y="6364080"/>
            <a:ext cx="968760" cy="455400"/>
          </a:xfrm>
          <a:prstGeom prst="rect">
            <a:avLst/>
          </a:prstGeom>
          <a:ln w="0">
            <a:noFill/>
          </a:ln>
        </p:spPr>
      </p:pic>
      <p:sp>
        <p:nvSpPr>
          <p:cNvPr id="83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835" name="Picture 1"/>
          <p:cNvPicPr/>
          <p:nvPr/>
        </p:nvPicPr>
        <p:blipFill>
          <a:blip r:embed="rId4"/>
          <a:stretch/>
        </p:blipFill>
        <p:spPr>
          <a:xfrm>
            <a:off x="0" y="0"/>
            <a:ext cx="12185640" cy="6857640"/>
          </a:xfrm>
          <a:prstGeom prst="rect">
            <a:avLst/>
          </a:prstGeom>
          <a:ln w="0">
            <a:noFill/>
          </a:ln>
        </p:spPr>
      </p:pic>
      <p:sp>
        <p:nvSpPr>
          <p:cNvPr id="836" name="PlaceHolder 1"/>
          <p:cNvSpPr>
            <a:spLocks noGrp="1"/>
          </p:cNvSpPr>
          <p:nvPr>
            <p:ph type="sldNum" idx="12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7FD996ED-5D33-4613-AD28-459E0CEDF20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837" name="PlaceHolder 2"/>
          <p:cNvSpPr>
            <a:spLocks noGrp="1"/>
          </p:cNvSpPr>
          <p:nvPr>
            <p:ph type="body"/>
          </p:nvPr>
        </p:nvSpPr>
        <p:spPr>
          <a:xfrm>
            <a:off x="-2880" y="2987280"/>
            <a:ext cx="7515000" cy="4160520"/>
          </a:xfrm>
          <a:prstGeom prst="rect">
            <a:avLst/>
          </a:prstGeom>
          <a:solidFill>
            <a:srgbClr val="0C2340"/>
          </a:solid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838"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839"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840" name="Picture 3"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41" name="Straight Connector 7"/>
          <p:cNvCxnSpPr/>
          <p:nvPr/>
        </p:nvCxnSpPr>
        <p:spPr>
          <a:xfrm>
            <a:off x="377640" y="1227600"/>
            <a:ext cx="11436840" cy="360"/>
          </a:xfrm>
          <a:prstGeom prst="straightConnector1">
            <a:avLst/>
          </a:prstGeom>
          <a:ln w="31750">
            <a:solidFill>
              <a:srgbClr val="00857C"/>
            </a:solidFill>
          </a:ln>
        </p:spPr>
      </p:cxnSp>
      <p:pic>
        <p:nvPicPr>
          <p:cNvPr id="842" name="Picture 2"/>
          <p:cNvPicPr/>
          <p:nvPr/>
        </p:nvPicPr>
        <p:blipFill>
          <a:blip r:embed="rId3"/>
          <a:stretch/>
        </p:blipFill>
        <p:spPr>
          <a:xfrm>
            <a:off x="10607040" y="6364080"/>
            <a:ext cx="968760" cy="455400"/>
          </a:xfrm>
          <a:prstGeom prst="rect">
            <a:avLst/>
          </a:prstGeom>
          <a:ln w="0">
            <a:noFill/>
          </a:ln>
        </p:spPr>
      </p:pic>
      <p:sp>
        <p:nvSpPr>
          <p:cNvPr id="843"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84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845" name="PlaceHolder 2"/>
          <p:cNvSpPr>
            <a:spLocks noGrp="1"/>
          </p:cNvSpPr>
          <p:nvPr>
            <p:ph type="ftr" idx="12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46" name="PlaceHolder 3"/>
          <p:cNvSpPr>
            <a:spLocks noGrp="1"/>
          </p:cNvSpPr>
          <p:nvPr>
            <p:ph type="sldNum" idx="12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DEFE14F-2772-44BA-87E2-2D474B676E0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847" name="Slide Number Placeholder 4"/>
          <p:cNvSpPr/>
          <p:nvPr/>
        </p:nvSpPr>
        <p:spPr>
          <a:xfrm>
            <a:off x="11584800" y="6480000"/>
            <a:ext cx="22896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228600">
              <a:lnSpc>
                <a:spcPct val="100000"/>
              </a:lnSpc>
            </a:pPr>
            <a:fld id="{1E860A43-EDA2-4E32-B78B-358A2E7B3D73}" type="slidenum">
              <a:rPr lang="en-GB" sz="700" b="0" strike="noStrike" spc="-1">
                <a:solidFill>
                  <a:srgbClr val="9EA7B3"/>
                </a:solidFill>
                <a:latin typeface="Invention"/>
              </a:rPr>
              <a:t>‹#›</a:t>
            </a:fld>
            <a:endParaRPr lang="en-US" sz="700" b="0" strike="noStrike" spc="-1">
              <a:solidFill>
                <a:srgbClr val="000000"/>
              </a:solidFill>
              <a:latin typeface="Arial"/>
            </a:endParaRPr>
          </a:p>
        </p:txBody>
      </p:sp>
      <p:cxnSp>
        <p:nvCxnSpPr>
          <p:cNvPr id="848" name="Straight Connector 8"/>
          <p:cNvCxnSpPr/>
          <p:nvPr/>
        </p:nvCxnSpPr>
        <p:spPr>
          <a:xfrm flipV="1">
            <a:off x="2650680" y="2312280"/>
            <a:ext cx="360" cy="2821320"/>
          </a:xfrm>
          <a:prstGeom prst="straightConnector1">
            <a:avLst/>
          </a:prstGeom>
          <a:ln>
            <a:solidFill>
              <a:srgbClr val="00857C"/>
            </a:solidFill>
          </a:ln>
        </p:spPr>
      </p:cxnSp>
      <p:cxnSp>
        <p:nvCxnSpPr>
          <p:cNvPr id="849" name="Straight Connector 11"/>
          <p:cNvCxnSpPr/>
          <p:nvPr/>
        </p:nvCxnSpPr>
        <p:spPr>
          <a:xfrm flipV="1">
            <a:off x="4945680" y="2312280"/>
            <a:ext cx="360" cy="2821320"/>
          </a:xfrm>
          <a:prstGeom prst="straightConnector1">
            <a:avLst/>
          </a:prstGeom>
          <a:ln>
            <a:solidFill>
              <a:srgbClr val="00857C"/>
            </a:solidFill>
          </a:ln>
        </p:spPr>
      </p:cxnSp>
      <p:cxnSp>
        <p:nvCxnSpPr>
          <p:cNvPr id="850" name="Straight Connector 14"/>
          <p:cNvCxnSpPr/>
          <p:nvPr/>
        </p:nvCxnSpPr>
        <p:spPr>
          <a:xfrm flipV="1">
            <a:off x="7240680" y="2312280"/>
            <a:ext cx="360" cy="2821320"/>
          </a:xfrm>
          <a:prstGeom prst="straightConnector1">
            <a:avLst/>
          </a:prstGeom>
          <a:ln>
            <a:solidFill>
              <a:srgbClr val="00857C"/>
            </a:solidFill>
          </a:ln>
        </p:spPr>
      </p:cxnSp>
      <p:cxnSp>
        <p:nvCxnSpPr>
          <p:cNvPr id="851" name="Straight Connector 17"/>
          <p:cNvCxnSpPr/>
          <p:nvPr/>
        </p:nvCxnSpPr>
        <p:spPr>
          <a:xfrm flipV="1">
            <a:off x="9535680" y="2312280"/>
            <a:ext cx="360" cy="2821320"/>
          </a:xfrm>
          <a:prstGeom prst="straightConnector1">
            <a:avLst/>
          </a:prstGeom>
          <a:ln>
            <a:solidFill>
              <a:srgbClr val="00857C"/>
            </a:solidFill>
          </a:ln>
        </p:spPr>
      </p:cxnSp>
      <p:cxnSp>
        <p:nvCxnSpPr>
          <p:cNvPr id="852" name="Straight Connector 20"/>
          <p:cNvCxnSpPr/>
          <p:nvPr/>
        </p:nvCxnSpPr>
        <p:spPr>
          <a:xfrm flipV="1">
            <a:off x="1496160" y="1868040"/>
            <a:ext cx="360" cy="1330560"/>
          </a:xfrm>
          <a:prstGeom prst="straightConnector1">
            <a:avLst/>
          </a:prstGeom>
          <a:ln>
            <a:solidFill>
              <a:srgbClr val="00857C"/>
            </a:solidFill>
          </a:ln>
        </p:spPr>
      </p:cxnSp>
      <p:cxnSp>
        <p:nvCxnSpPr>
          <p:cNvPr id="853" name="Straight Connector 23"/>
          <p:cNvCxnSpPr/>
          <p:nvPr/>
        </p:nvCxnSpPr>
        <p:spPr>
          <a:xfrm flipV="1">
            <a:off x="3796200" y="1868040"/>
            <a:ext cx="360" cy="1330560"/>
          </a:xfrm>
          <a:prstGeom prst="straightConnector1">
            <a:avLst/>
          </a:prstGeom>
          <a:ln>
            <a:solidFill>
              <a:srgbClr val="00857C"/>
            </a:solidFill>
          </a:ln>
        </p:spPr>
      </p:cxnSp>
      <p:cxnSp>
        <p:nvCxnSpPr>
          <p:cNvPr id="854" name="Straight Connector 26"/>
          <p:cNvCxnSpPr/>
          <p:nvPr/>
        </p:nvCxnSpPr>
        <p:spPr>
          <a:xfrm flipV="1">
            <a:off x="6095880" y="1868040"/>
            <a:ext cx="360" cy="1330560"/>
          </a:xfrm>
          <a:prstGeom prst="straightConnector1">
            <a:avLst/>
          </a:prstGeom>
          <a:ln>
            <a:solidFill>
              <a:srgbClr val="00857C"/>
            </a:solidFill>
          </a:ln>
        </p:spPr>
      </p:cxnSp>
      <p:cxnSp>
        <p:nvCxnSpPr>
          <p:cNvPr id="855" name="Straight Connector 29"/>
          <p:cNvCxnSpPr/>
          <p:nvPr/>
        </p:nvCxnSpPr>
        <p:spPr>
          <a:xfrm flipV="1">
            <a:off x="8395560" y="1868040"/>
            <a:ext cx="360" cy="1330560"/>
          </a:xfrm>
          <a:prstGeom prst="straightConnector1">
            <a:avLst/>
          </a:prstGeom>
          <a:ln>
            <a:solidFill>
              <a:srgbClr val="00857C"/>
            </a:solidFill>
          </a:ln>
        </p:spPr>
      </p:cxnSp>
      <p:cxnSp>
        <p:nvCxnSpPr>
          <p:cNvPr id="856" name="Straight Connector 32"/>
          <p:cNvCxnSpPr/>
          <p:nvPr/>
        </p:nvCxnSpPr>
        <p:spPr>
          <a:xfrm flipV="1">
            <a:off x="10695240" y="1868040"/>
            <a:ext cx="360" cy="1330560"/>
          </a:xfrm>
          <a:prstGeom prst="straightConnector1">
            <a:avLst/>
          </a:prstGeom>
          <a:ln>
            <a:solidFill>
              <a:srgbClr val="00857C"/>
            </a:solidFill>
          </a:ln>
        </p:spPr>
      </p:cxnSp>
      <p:sp>
        <p:nvSpPr>
          <p:cNvPr id="857" name="PlaceHolder 4"/>
          <p:cNvSpPr>
            <a:spLocks noGrp="1"/>
          </p:cNvSpPr>
          <p:nvPr>
            <p:ph type="body"/>
          </p:nvPr>
        </p:nvSpPr>
        <p:spPr>
          <a:xfrm>
            <a:off x="1099080" y="135972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58" name="PlaceHolder 5"/>
          <p:cNvSpPr>
            <a:spLocks noGrp="1"/>
          </p:cNvSpPr>
          <p:nvPr>
            <p:ph type="body"/>
          </p:nvPr>
        </p:nvSpPr>
        <p:spPr>
          <a:xfrm>
            <a:off x="3400560" y="135972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59" name="PlaceHolder 6"/>
          <p:cNvSpPr>
            <a:spLocks noGrp="1"/>
          </p:cNvSpPr>
          <p:nvPr>
            <p:ph type="body"/>
          </p:nvPr>
        </p:nvSpPr>
        <p:spPr>
          <a:xfrm>
            <a:off x="5702040" y="135972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0" name="PlaceHolder 7"/>
          <p:cNvSpPr>
            <a:spLocks noGrp="1"/>
          </p:cNvSpPr>
          <p:nvPr>
            <p:ph type="body"/>
          </p:nvPr>
        </p:nvSpPr>
        <p:spPr>
          <a:xfrm>
            <a:off x="7980480" y="135972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1" name="PlaceHolder 8"/>
          <p:cNvSpPr>
            <a:spLocks noGrp="1"/>
          </p:cNvSpPr>
          <p:nvPr>
            <p:ph type="body"/>
          </p:nvPr>
        </p:nvSpPr>
        <p:spPr>
          <a:xfrm>
            <a:off x="10305000" y="135972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2" name="PlaceHolder 9"/>
          <p:cNvSpPr>
            <a:spLocks noGrp="1"/>
          </p:cNvSpPr>
          <p:nvPr>
            <p:ph type="body"/>
          </p:nvPr>
        </p:nvSpPr>
        <p:spPr>
          <a:xfrm>
            <a:off x="2239560" y="182016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3" name="PlaceHolder 10"/>
          <p:cNvSpPr>
            <a:spLocks noGrp="1"/>
          </p:cNvSpPr>
          <p:nvPr>
            <p:ph type="body"/>
          </p:nvPr>
        </p:nvSpPr>
        <p:spPr>
          <a:xfrm>
            <a:off x="4536360" y="182016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4" name="PlaceHolder 11"/>
          <p:cNvSpPr>
            <a:spLocks noGrp="1"/>
          </p:cNvSpPr>
          <p:nvPr>
            <p:ph type="body"/>
          </p:nvPr>
        </p:nvSpPr>
        <p:spPr>
          <a:xfrm>
            <a:off x="6833160" y="182016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5" name="PlaceHolder 12"/>
          <p:cNvSpPr>
            <a:spLocks noGrp="1"/>
          </p:cNvSpPr>
          <p:nvPr>
            <p:ph type="body"/>
          </p:nvPr>
        </p:nvSpPr>
        <p:spPr>
          <a:xfrm>
            <a:off x="9129960" y="1820160"/>
            <a:ext cx="825120" cy="40608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2000" b="1" strike="noStrike" spc="-1">
                <a:solidFill>
                  <a:srgbClr val="0C2340"/>
                </a:solidFill>
                <a:latin typeface="Invention"/>
              </a:rPr>
              <a:t>Year</a:t>
            </a:r>
            <a:endParaRPr lang="en-US" sz="2000" b="0" strike="noStrike" spc="-1">
              <a:solidFill>
                <a:schemeClr val="dk1"/>
              </a:solidFill>
              <a:latin typeface="Invention"/>
            </a:endParaRPr>
          </a:p>
        </p:txBody>
      </p:sp>
      <p:sp>
        <p:nvSpPr>
          <p:cNvPr id="866" name="PlaceHolder 13"/>
          <p:cNvSpPr>
            <a:spLocks noGrp="1"/>
          </p:cNvSpPr>
          <p:nvPr>
            <p:ph type="body"/>
          </p:nvPr>
        </p:nvSpPr>
        <p:spPr>
          <a:xfrm>
            <a:off x="2914560" y="28846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67" name="PlaceHolder 14"/>
          <p:cNvSpPr>
            <a:spLocks noGrp="1"/>
          </p:cNvSpPr>
          <p:nvPr>
            <p:ph type="body"/>
          </p:nvPr>
        </p:nvSpPr>
        <p:spPr>
          <a:xfrm>
            <a:off x="622800" y="28846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68" name="PlaceHolder 15"/>
          <p:cNvSpPr>
            <a:spLocks noGrp="1"/>
          </p:cNvSpPr>
          <p:nvPr>
            <p:ph type="body"/>
          </p:nvPr>
        </p:nvSpPr>
        <p:spPr>
          <a:xfrm>
            <a:off x="5195880" y="28846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69" name="PlaceHolder 16"/>
          <p:cNvSpPr>
            <a:spLocks noGrp="1"/>
          </p:cNvSpPr>
          <p:nvPr>
            <p:ph type="body"/>
          </p:nvPr>
        </p:nvSpPr>
        <p:spPr>
          <a:xfrm>
            <a:off x="7491960" y="28846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0" name="PlaceHolder 17"/>
          <p:cNvSpPr>
            <a:spLocks noGrp="1"/>
          </p:cNvSpPr>
          <p:nvPr>
            <p:ph type="body"/>
          </p:nvPr>
        </p:nvSpPr>
        <p:spPr>
          <a:xfrm>
            <a:off x="9802800" y="28846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1" name="PlaceHolder 18"/>
          <p:cNvSpPr>
            <a:spLocks noGrp="1"/>
          </p:cNvSpPr>
          <p:nvPr>
            <p:ph type="body"/>
          </p:nvPr>
        </p:nvSpPr>
        <p:spPr>
          <a:xfrm>
            <a:off x="4060080" y="47152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2" name="PlaceHolder 19"/>
          <p:cNvSpPr>
            <a:spLocks noGrp="1"/>
          </p:cNvSpPr>
          <p:nvPr>
            <p:ph type="body"/>
          </p:nvPr>
        </p:nvSpPr>
        <p:spPr>
          <a:xfrm>
            <a:off x="1766880" y="47152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3" name="PlaceHolder 20"/>
          <p:cNvSpPr>
            <a:spLocks noGrp="1"/>
          </p:cNvSpPr>
          <p:nvPr>
            <p:ph type="body"/>
          </p:nvPr>
        </p:nvSpPr>
        <p:spPr>
          <a:xfrm>
            <a:off x="6353640" y="47152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4" name="PlaceHolder 21"/>
          <p:cNvSpPr>
            <a:spLocks noGrp="1"/>
          </p:cNvSpPr>
          <p:nvPr>
            <p:ph type="body"/>
          </p:nvPr>
        </p:nvSpPr>
        <p:spPr>
          <a:xfrm>
            <a:off x="8647200" y="4715280"/>
            <a:ext cx="1777320" cy="1431720"/>
          </a:xfrm>
          <a:prstGeom prst="rect">
            <a:avLst/>
          </a:prstGeom>
          <a:solidFill>
            <a:schemeClr val="lt1">
              <a:lumMod val="95000"/>
            </a:schemeClr>
          </a:solidFill>
          <a:ln w="12600">
            <a:solidFill>
              <a:srgbClr val="00857C"/>
            </a:solidFill>
            <a:round/>
          </a:ln>
        </p:spPr>
        <p:txBody>
          <a:bodyPr lIns="91440" tIns="0" rIns="0" bIns="0" anchor="ctr">
            <a:normAutofit/>
          </a:bodyPr>
          <a:lstStyle/>
          <a:p>
            <a:pPr indent="0" algn="ctr" defTabSz="914400">
              <a:lnSpc>
                <a:spcPct val="100000"/>
              </a:lnSpc>
              <a:spcBef>
                <a:spcPts val="1199"/>
              </a:spcBef>
              <a:buNone/>
              <a:tabLst>
                <a:tab pos="0" algn="l"/>
              </a:tabLst>
            </a:pPr>
            <a:r>
              <a:rPr lang="en-US" sz="1200" b="0" strike="noStrike" spc="-1">
                <a:solidFill>
                  <a:srgbClr val="0C2340"/>
                </a:solidFill>
                <a:latin typeface="Invention Light"/>
              </a:rPr>
              <a:t>Click to edit Master text styles</a:t>
            </a:r>
            <a:endParaRPr lang="en-US" sz="1200" b="0" strike="noStrike" spc="-1">
              <a:solidFill>
                <a:schemeClr val="dk1"/>
              </a:solidFill>
              <a:latin typeface="Invention"/>
            </a:endParaRPr>
          </a:p>
        </p:txBody>
      </p:sp>
      <p:sp>
        <p:nvSpPr>
          <p:cNvPr id="875" name="TextBox 10"/>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876" name="PlaceHolder 22"/>
          <p:cNvSpPr>
            <a:spLocks noGrp="1"/>
          </p:cNvSpPr>
          <p:nvPr>
            <p:ph type="body"/>
          </p:nvPr>
        </p:nvSpPr>
        <p:spPr>
          <a:xfrm>
            <a:off x="8808840" y="0"/>
            <a:ext cx="3382920" cy="3380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spTree>
  </p:cSld>
  <p:clrMap bg1="lt1" tx1="dk1" bg2="lt2" tx2="dk2" accent1="accent1" accent2="accent2" accent3="accent3" accent4="accent4" accent5="accent5" accent6="accent6" hlink="hlink" folHlink="folHlink"/>
  <p:sldLayoutIdLst>
    <p:sldLayoutId id="21474837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77" name="Straight Connector 7"/>
          <p:cNvCxnSpPr/>
          <p:nvPr/>
        </p:nvCxnSpPr>
        <p:spPr>
          <a:xfrm>
            <a:off x="377640" y="1227600"/>
            <a:ext cx="11436840" cy="360"/>
          </a:xfrm>
          <a:prstGeom prst="straightConnector1">
            <a:avLst/>
          </a:prstGeom>
          <a:ln w="31750">
            <a:solidFill>
              <a:srgbClr val="00857C"/>
            </a:solidFill>
          </a:ln>
        </p:spPr>
      </p:cxnSp>
      <p:pic>
        <p:nvPicPr>
          <p:cNvPr id="878" name="Picture 2"/>
          <p:cNvPicPr/>
          <p:nvPr/>
        </p:nvPicPr>
        <p:blipFill>
          <a:blip r:embed="rId3"/>
          <a:stretch/>
        </p:blipFill>
        <p:spPr>
          <a:xfrm>
            <a:off x="10607040" y="6364080"/>
            <a:ext cx="968760" cy="455400"/>
          </a:xfrm>
          <a:prstGeom prst="rect">
            <a:avLst/>
          </a:prstGeom>
          <a:ln w="0">
            <a:noFill/>
          </a:ln>
        </p:spPr>
      </p:pic>
      <p:sp>
        <p:nvSpPr>
          <p:cNvPr id="879"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880" name="PlaceHolder 1"/>
          <p:cNvSpPr>
            <a:spLocks noGrp="1"/>
          </p:cNvSpPr>
          <p:nvPr>
            <p:ph type="title"/>
          </p:nvPr>
        </p:nvSpPr>
        <p:spPr>
          <a:xfrm>
            <a:off x="37512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881" name="PlaceHolder 2"/>
          <p:cNvSpPr>
            <a:spLocks noGrp="1"/>
          </p:cNvSpPr>
          <p:nvPr>
            <p:ph type="dt" idx="124"/>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882" name="PlaceHolder 3"/>
          <p:cNvSpPr>
            <a:spLocks noGrp="1"/>
          </p:cNvSpPr>
          <p:nvPr>
            <p:ph type="ftr" idx="12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83" name="PlaceHolder 4"/>
          <p:cNvSpPr>
            <a:spLocks noGrp="1"/>
          </p:cNvSpPr>
          <p:nvPr>
            <p:ph type="sldNum" idx="12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D97DA303-7A05-4648-8125-C300F7A4D8F4}"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884" name="Rectangle 6"/>
          <p:cNvSpPr/>
          <p:nvPr/>
        </p:nvSpPr>
        <p:spPr>
          <a:xfrm>
            <a:off x="0" y="1209960"/>
            <a:ext cx="12218040" cy="5647680"/>
          </a:xfrm>
          <a:prstGeom prst="rect">
            <a:avLst/>
          </a:prstGeom>
          <a:solidFill>
            <a:srgbClr val="00857C"/>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400" b="0" strike="noStrike" spc="-1">
              <a:solidFill>
                <a:srgbClr val="FFFFFF"/>
              </a:solidFill>
              <a:latin typeface="Arial"/>
            </a:endParaRPr>
          </a:p>
        </p:txBody>
      </p:sp>
      <p:sp>
        <p:nvSpPr>
          <p:cNvPr id="885" name="PlaceHolder 5"/>
          <p:cNvSpPr>
            <a:spLocks noGrp="1"/>
          </p:cNvSpPr>
          <p:nvPr>
            <p:ph type="body"/>
          </p:nvPr>
        </p:nvSpPr>
        <p:spPr>
          <a:xfrm>
            <a:off x="18763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886" name="PlaceHolder 6"/>
          <p:cNvSpPr>
            <a:spLocks noGrp="1"/>
          </p:cNvSpPr>
          <p:nvPr>
            <p:ph type="body"/>
          </p:nvPr>
        </p:nvSpPr>
        <p:spPr>
          <a:xfrm>
            <a:off x="50767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887" name="PlaceHolder 7"/>
          <p:cNvSpPr>
            <a:spLocks noGrp="1"/>
          </p:cNvSpPr>
          <p:nvPr>
            <p:ph type="body"/>
          </p:nvPr>
        </p:nvSpPr>
        <p:spPr>
          <a:xfrm>
            <a:off x="827676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888" name="PlaceHolder 8"/>
          <p:cNvSpPr>
            <a:spLocks noGrp="1"/>
          </p:cNvSpPr>
          <p:nvPr>
            <p:ph type="body"/>
          </p:nvPr>
        </p:nvSpPr>
        <p:spPr>
          <a:xfrm>
            <a:off x="375120" y="1926360"/>
            <a:ext cx="11438640" cy="15022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800" b="0" strike="noStrike" spc="-1">
                <a:solidFill>
                  <a:srgbClr val="FFFFFF"/>
                </a:solidFill>
                <a:latin typeface="Invention"/>
              </a:rPr>
              <a:t>Click to edit Master text styles</a:t>
            </a:r>
            <a:endParaRPr lang="en-US" sz="2800" b="0" strike="noStrike" spc="-1">
              <a:solidFill>
                <a:schemeClr val="dk1"/>
              </a:solidFill>
              <a:latin typeface="Invention"/>
            </a:endParaRPr>
          </a:p>
        </p:txBody>
      </p:sp>
      <p:sp>
        <p:nvSpPr>
          <p:cNvPr id="889" name="PlaceHolder 9"/>
          <p:cNvSpPr>
            <a:spLocks noGrp="1"/>
          </p:cNvSpPr>
          <p:nvPr>
            <p:ph type="body"/>
          </p:nvPr>
        </p:nvSpPr>
        <p:spPr>
          <a:xfrm>
            <a:off x="1729800" y="3764880"/>
            <a:ext cx="51840" cy="177912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890" name="PlaceHolder 10"/>
          <p:cNvSpPr>
            <a:spLocks noGrp="1"/>
          </p:cNvSpPr>
          <p:nvPr>
            <p:ph type="body"/>
          </p:nvPr>
        </p:nvSpPr>
        <p:spPr>
          <a:xfrm>
            <a:off x="4922640" y="3764880"/>
            <a:ext cx="51840" cy="177912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891" name="PlaceHolder 11"/>
          <p:cNvSpPr>
            <a:spLocks noGrp="1"/>
          </p:cNvSpPr>
          <p:nvPr>
            <p:ph type="body"/>
          </p:nvPr>
        </p:nvSpPr>
        <p:spPr>
          <a:xfrm>
            <a:off x="8138160" y="3764880"/>
            <a:ext cx="51840" cy="1779120"/>
          </a:xfrm>
          <a:prstGeom prst="rect">
            <a:avLst/>
          </a:prstGeom>
          <a:solidFill>
            <a:srgbClr val="0C2340"/>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892" name="TextBox 10"/>
          <p:cNvSpPr/>
          <p:nvPr/>
        </p:nvSpPr>
        <p:spPr>
          <a:xfrm>
            <a:off x="8808840" y="0"/>
            <a:ext cx="3382920" cy="338040"/>
          </a:xfrm>
          <a:prstGeom prst="rect">
            <a:avLst/>
          </a:prstGeom>
          <a:solidFill>
            <a:srgbClr val="00857C"/>
          </a:solidFill>
          <a:ln w="0">
            <a:noFill/>
          </a:ln>
        </p:spPr>
        <p:style>
          <a:lnRef idx="0">
            <a:scrgbClr r="0" g="0" b="0"/>
          </a:lnRef>
          <a:fillRef idx="0">
            <a:scrgbClr r="0" g="0" b="0"/>
          </a:fillRef>
          <a:effectRef idx="0">
            <a:scrgbClr r="0" g="0" b="0"/>
          </a:effectRef>
          <a:fontRef idx="minor"/>
        </p:style>
        <p:txBody>
          <a:bodyPr lIns="228600" tIns="91440" rIns="228600" bIns="91440" anchor="t">
            <a:spAutoFit/>
          </a:bodyPr>
          <a:lstStyle/>
          <a:p>
            <a:pPr algn="ctr" defTabSz="914400">
              <a:lnSpc>
                <a:spcPct val="100000"/>
              </a:lnSpc>
              <a:spcBef>
                <a:spcPts val="1400"/>
              </a:spcBef>
              <a:spcAft>
                <a:spcPts val="1400"/>
              </a:spcAft>
              <a:tabLst>
                <a:tab pos="0" algn="l"/>
              </a:tabLst>
            </a:pPr>
            <a:endParaRPr lang="en-US" sz="1000" b="1" strike="noStrike" spc="-1">
              <a:solidFill>
                <a:schemeClr val="lt1"/>
              </a:solidFill>
              <a:latin typeface="Invention"/>
            </a:endParaRPr>
          </a:p>
        </p:txBody>
      </p:sp>
      <p:sp>
        <p:nvSpPr>
          <p:cNvPr id="893" name="PlaceHolder 12"/>
          <p:cNvSpPr>
            <a:spLocks noGrp="1"/>
          </p:cNvSpPr>
          <p:nvPr>
            <p:ph type="body"/>
          </p:nvPr>
        </p:nvSpPr>
        <p:spPr>
          <a:xfrm>
            <a:off x="8808840" y="0"/>
            <a:ext cx="3382920" cy="338040"/>
          </a:xfrm>
          <a:prstGeom prst="rect">
            <a:avLst/>
          </a:prstGeom>
          <a:noFill/>
          <a:ln w="0">
            <a:noFill/>
          </a:ln>
        </p:spPr>
        <p:txBody>
          <a:bodyPr lIns="0" tIns="0" rIns="0" bIns="0" anchor="ctr">
            <a:noAutofit/>
          </a:bodyPr>
          <a:lstStyle/>
          <a:p>
            <a:pPr indent="0" algn="ctr" defTabSz="914400">
              <a:lnSpc>
                <a:spcPct val="100000"/>
              </a:lnSpc>
              <a:spcBef>
                <a:spcPts val="1199"/>
              </a:spcBef>
              <a:buNone/>
              <a:tabLst>
                <a:tab pos="0" algn="l"/>
              </a:tabLst>
            </a:pPr>
            <a:r>
              <a:rPr lang="en-US" sz="1200" b="0" strike="noStrike" spc="-1">
                <a:solidFill>
                  <a:srgbClr val="FFFFFF"/>
                </a:solidFill>
                <a:latin typeface="Invention"/>
              </a:rPr>
              <a:t>Click to edit Master text styles</a:t>
            </a:r>
            <a:endParaRPr lang="en-US" sz="1200" b="0" strike="noStrike" spc="-1">
              <a:solidFill>
                <a:schemeClr val="dk1"/>
              </a:solidFill>
              <a:latin typeface="Invention"/>
            </a:endParaRPr>
          </a:p>
        </p:txBody>
      </p:sp>
      <p:pic>
        <p:nvPicPr>
          <p:cNvPr id="894" name="Picture 12"/>
          <p:cNvPicPr/>
          <p:nvPr/>
        </p:nvPicPr>
        <p:blipFill>
          <a:blip r:embed="rId4"/>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95" name="Straight Connector 7"/>
          <p:cNvCxnSpPr/>
          <p:nvPr/>
        </p:nvCxnSpPr>
        <p:spPr>
          <a:xfrm>
            <a:off x="377640" y="1227600"/>
            <a:ext cx="11436840" cy="360"/>
          </a:xfrm>
          <a:prstGeom prst="straightConnector1">
            <a:avLst/>
          </a:prstGeom>
          <a:ln w="31750">
            <a:solidFill>
              <a:srgbClr val="00857C"/>
            </a:solidFill>
          </a:ln>
        </p:spPr>
      </p:cxnSp>
      <p:pic>
        <p:nvPicPr>
          <p:cNvPr id="896" name="Picture 2"/>
          <p:cNvPicPr/>
          <p:nvPr/>
        </p:nvPicPr>
        <p:blipFill>
          <a:blip r:embed="rId3"/>
          <a:stretch/>
        </p:blipFill>
        <p:spPr>
          <a:xfrm>
            <a:off x="10607040" y="6364080"/>
            <a:ext cx="968760" cy="455400"/>
          </a:xfrm>
          <a:prstGeom prst="rect">
            <a:avLst/>
          </a:prstGeom>
          <a:ln w="0">
            <a:noFill/>
          </a:ln>
        </p:spPr>
      </p:pic>
      <p:sp>
        <p:nvSpPr>
          <p:cNvPr id="897"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89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899" name="PlaceHolder 2"/>
          <p:cNvSpPr>
            <a:spLocks noGrp="1"/>
          </p:cNvSpPr>
          <p:nvPr>
            <p:ph type="dt" idx="12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900" name="PlaceHolder 3"/>
          <p:cNvSpPr>
            <a:spLocks noGrp="1"/>
          </p:cNvSpPr>
          <p:nvPr>
            <p:ph type="ftr" idx="12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01" name="PlaceHolder 4"/>
          <p:cNvSpPr>
            <a:spLocks noGrp="1"/>
          </p:cNvSpPr>
          <p:nvPr>
            <p:ph type="sldNum" idx="12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EB65757-5946-4915-8C8E-D7DF6B78D060}"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02" name="Rectangle 6"/>
          <p:cNvSpPr/>
          <p:nvPr/>
        </p:nvSpPr>
        <p:spPr>
          <a:xfrm>
            <a:off x="6120" y="1209960"/>
            <a:ext cx="12185640" cy="564768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400" b="0" strike="noStrike" spc="-1">
              <a:solidFill>
                <a:srgbClr val="000000"/>
              </a:solidFill>
              <a:latin typeface="Arial"/>
            </a:endParaRPr>
          </a:p>
        </p:txBody>
      </p:sp>
      <p:sp>
        <p:nvSpPr>
          <p:cNvPr id="903" name="PlaceHolder 5"/>
          <p:cNvSpPr>
            <a:spLocks noGrp="1"/>
          </p:cNvSpPr>
          <p:nvPr>
            <p:ph type="body"/>
          </p:nvPr>
        </p:nvSpPr>
        <p:spPr>
          <a:xfrm>
            <a:off x="18763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04" name="PlaceHolder 6"/>
          <p:cNvSpPr>
            <a:spLocks noGrp="1"/>
          </p:cNvSpPr>
          <p:nvPr>
            <p:ph type="body"/>
          </p:nvPr>
        </p:nvSpPr>
        <p:spPr>
          <a:xfrm>
            <a:off x="50767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05" name="PlaceHolder 7"/>
          <p:cNvSpPr>
            <a:spLocks noGrp="1"/>
          </p:cNvSpPr>
          <p:nvPr>
            <p:ph type="body"/>
          </p:nvPr>
        </p:nvSpPr>
        <p:spPr>
          <a:xfrm>
            <a:off x="827676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06" name="PlaceHolder 8"/>
          <p:cNvSpPr>
            <a:spLocks noGrp="1"/>
          </p:cNvSpPr>
          <p:nvPr>
            <p:ph type="body"/>
          </p:nvPr>
        </p:nvSpPr>
        <p:spPr>
          <a:xfrm>
            <a:off x="378000" y="1926360"/>
            <a:ext cx="11436120" cy="15022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800" b="0" strike="noStrike" spc="-1">
                <a:solidFill>
                  <a:srgbClr val="0C2340"/>
                </a:solidFill>
                <a:latin typeface="Invention"/>
              </a:rPr>
              <a:t>Click to edit Master text styles</a:t>
            </a:r>
            <a:endParaRPr lang="en-US" sz="2800" b="0" strike="noStrike" spc="-1">
              <a:solidFill>
                <a:schemeClr val="dk1"/>
              </a:solidFill>
              <a:latin typeface="Invention"/>
            </a:endParaRPr>
          </a:p>
        </p:txBody>
      </p:sp>
      <p:sp>
        <p:nvSpPr>
          <p:cNvPr id="907" name="PlaceHolder 9"/>
          <p:cNvSpPr>
            <a:spLocks noGrp="1"/>
          </p:cNvSpPr>
          <p:nvPr>
            <p:ph type="body"/>
          </p:nvPr>
        </p:nvSpPr>
        <p:spPr>
          <a:xfrm>
            <a:off x="172980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08" name="PlaceHolder 10"/>
          <p:cNvSpPr>
            <a:spLocks noGrp="1"/>
          </p:cNvSpPr>
          <p:nvPr>
            <p:ph type="body"/>
          </p:nvPr>
        </p:nvSpPr>
        <p:spPr>
          <a:xfrm>
            <a:off x="492264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09" name="PlaceHolder 11"/>
          <p:cNvSpPr>
            <a:spLocks noGrp="1"/>
          </p:cNvSpPr>
          <p:nvPr>
            <p:ph type="body"/>
          </p:nvPr>
        </p:nvSpPr>
        <p:spPr>
          <a:xfrm>
            <a:off x="813816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pic>
        <p:nvPicPr>
          <p:cNvPr id="910" name="Picture 5"/>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11" name="Straight Connector 7"/>
          <p:cNvCxnSpPr/>
          <p:nvPr/>
        </p:nvCxnSpPr>
        <p:spPr>
          <a:xfrm>
            <a:off x="377640" y="1227600"/>
            <a:ext cx="11436840" cy="360"/>
          </a:xfrm>
          <a:prstGeom prst="straightConnector1">
            <a:avLst/>
          </a:prstGeom>
          <a:ln w="31750">
            <a:solidFill>
              <a:srgbClr val="00857C"/>
            </a:solidFill>
          </a:ln>
        </p:spPr>
      </p:cxnSp>
      <p:pic>
        <p:nvPicPr>
          <p:cNvPr id="912" name="Picture 2"/>
          <p:cNvPicPr/>
          <p:nvPr/>
        </p:nvPicPr>
        <p:blipFill>
          <a:blip r:embed="rId3"/>
          <a:stretch/>
        </p:blipFill>
        <p:spPr>
          <a:xfrm>
            <a:off x="10607040" y="6364080"/>
            <a:ext cx="968760" cy="455400"/>
          </a:xfrm>
          <a:prstGeom prst="rect">
            <a:avLst/>
          </a:prstGeom>
          <a:ln w="0">
            <a:noFill/>
          </a:ln>
        </p:spPr>
      </p:pic>
      <p:sp>
        <p:nvSpPr>
          <p:cNvPr id="913"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1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915" name="PlaceHolder 2"/>
          <p:cNvSpPr>
            <a:spLocks noGrp="1"/>
          </p:cNvSpPr>
          <p:nvPr>
            <p:ph type="dt" idx="130"/>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916" name="PlaceHolder 3"/>
          <p:cNvSpPr>
            <a:spLocks noGrp="1"/>
          </p:cNvSpPr>
          <p:nvPr>
            <p:ph type="ftr" idx="13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17" name="PlaceHolder 4"/>
          <p:cNvSpPr>
            <a:spLocks noGrp="1"/>
          </p:cNvSpPr>
          <p:nvPr>
            <p:ph type="sldNum" idx="13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F971AE3-FC37-4B23-A63B-0797C738BF1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18" name="Rectangle 6"/>
          <p:cNvSpPr/>
          <p:nvPr/>
        </p:nvSpPr>
        <p:spPr>
          <a:xfrm>
            <a:off x="6120" y="1209960"/>
            <a:ext cx="12185640" cy="5647680"/>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800" b="0" strike="noStrike" spc="-1">
              <a:solidFill>
                <a:srgbClr val="FFFFFF"/>
              </a:solidFill>
              <a:latin typeface="Arial"/>
            </a:endParaRPr>
          </a:p>
          <a:p>
            <a:pPr defTabSz="228600">
              <a:lnSpc>
                <a:spcPct val="100000"/>
              </a:lnSpc>
            </a:pPr>
            <a:endParaRPr lang="en-US" sz="2400" b="0" strike="noStrike" spc="-1">
              <a:solidFill>
                <a:srgbClr val="FFFFFF"/>
              </a:solidFill>
              <a:latin typeface="Arial"/>
            </a:endParaRPr>
          </a:p>
        </p:txBody>
      </p:sp>
      <p:sp>
        <p:nvSpPr>
          <p:cNvPr id="919" name="PlaceHolder 5"/>
          <p:cNvSpPr>
            <a:spLocks noGrp="1"/>
          </p:cNvSpPr>
          <p:nvPr>
            <p:ph type="body"/>
          </p:nvPr>
        </p:nvSpPr>
        <p:spPr>
          <a:xfrm>
            <a:off x="18763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920" name="PlaceHolder 6"/>
          <p:cNvSpPr>
            <a:spLocks noGrp="1"/>
          </p:cNvSpPr>
          <p:nvPr>
            <p:ph type="body"/>
          </p:nvPr>
        </p:nvSpPr>
        <p:spPr>
          <a:xfrm>
            <a:off x="50767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921" name="PlaceHolder 7"/>
          <p:cNvSpPr>
            <a:spLocks noGrp="1"/>
          </p:cNvSpPr>
          <p:nvPr>
            <p:ph type="body"/>
          </p:nvPr>
        </p:nvSpPr>
        <p:spPr>
          <a:xfrm>
            <a:off x="827676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FFFFFF"/>
                </a:solidFill>
                <a:latin typeface="Invention"/>
              </a:rPr>
              <a:t>Click to edit Master text styles</a:t>
            </a:r>
            <a:endParaRPr lang="en-US" sz="2000" b="0" strike="noStrike" spc="-1">
              <a:solidFill>
                <a:schemeClr val="dk1"/>
              </a:solidFill>
              <a:latin typeface="Invention"/>
            </a:endParaRPr>
          </a:p>
        </p:txBody>
      </p:sp>
      <p:sp>
        <p:nvSpPr>
          <p:cNvPr id="922" name="PlaceHolder 8"/>
          <p:cNvSpPr>
            <a:spLocks noGrp="1"/>
          </p:cNvSpPr>
          <p:nvPr>
            <p:ph type="body"/>
          </p:nvPr>
        </p:nvSpPr>
        <p:spPr>
          <a:xfrm>
            <a:off x="378000" y="1926360"/>
            <a:ext cx="11436120" cy="15022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800" b="0" strike="noStrike" spc="-1">
                <a:solidFill>
                  <a:srgbClr val="FFFFFF"/>
                </a:solidFill>
                <a:latin typeface="Invention"/>
              </a:rPr>
              <a:t>Click to edit Master text styles</a:t>
            </a:r>
            <a:endParaRPr lang="en-US" sz="2800" b="0" strike="noStrike" spc="-1">
              <a:solidFill>
                <a:schemeClr val="dk1"/>
              </a:solidFill>
              <a:latin typeface="Invention"/>
            </a:endParaRPr>
          </a:p>
        </p:txBody>
      </p:sp>
      <p:sp>
        <p:nvSpPr>
          <p:cNvPr id="923" name="PlaceHolder 9"/>
          <p:cNvSpPr>
            <a:spLocks noGrp="1"/>
          </p:cNvSpPr>
          <p:nvPr>
            <p:ph type="body"/>
          </p:nvPr>
        </p:nvSpPr>
        <p:spPr>
          <a:xfrm>
            <a:off x="172980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24" name="PlaceHolder 10"/>
          <p:cNvSpPr>
            <a:spLocks noGrp="1"/>
          </p:cNvSpPr>
          <p:nvPr>
            <p:ph type="body"/>
          </p:nvPr>
        </p:nvSpPr>
        <p:spPr>
          <a:xfrm>
            <a:off x="492264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25" name="PlaceHolder 11"/>
          <p:cNvSpPr>
            <a:spLocks noGrp="1"/>
          </p:cNvSpPr>
          <p:nvPr>
            <p:ph type="body"/>
          </p:nvPr>
        </p:nvSpPr>
        <p:spPr>
          <a:xfrm>
            <a:off x="813816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pic>
        <p:nvPicPr>
          <p:cNvPr id="926" name="Picture 8"/>
          <p:cNvPicPr/>
          <p:nvPr/>
        </p:nvPicPr>
        <p:blipFill>
          <a:blip r:embed="rId4"/>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27" name="Straight Connector 7"/>
          <p:cNvCxnSpPr/>
          <p:nvPr/>
        </p:nvCxnSpPr>
        <p:spPr>
          <a:xfrm>
            <a:off x="377640" y="1227600"/>
            <a:ext cx="11436840" cy="360"/>
          </a:xfrm>
          <a:prstGeom prst="straightConnector1">
            <a:avLst/>
          </a:prstGeom>
          <a:ln w="31750">
            <a:solidFill>
              <a:srgbClr val="00857C"/>
            </a:solidFill>
          </a:ln>
        </p:spPr>
      </p:cxnSp>
      <p:pic>
        <p:nvPicPr>
          <p:cNvPr id="928" name="Picture 2"/>
          <p:cNvPicPr/>
          <p:nvPr/>
        </p:nvPicPr>
        <p:blipFill>
          <a:blip r:embed="rId3"/>
          <a:stretch/>
        </p:blipFill>
        <p:spPr>
          <a:xfrm>
            <a:off x="10607040" y="6364080"/>
            <a:ext cx="968760" cy="455400"/>
          </a:xfrm>
          <a:prstGeom prst="rect">
            <a:avLst/>
          </a:prstGeom>
          <a:ln w="0">
            <a:noFill/>
          </a:ln>
        </p:spPr>
      </p:pic>
      <p:sp>
        <p:nvSpPr>
          <p:cNvPr id="929" name="TextBox 9"/>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30"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Click to edit Master title style</a:t>
            </a:r>
            <a:endParaRPr lang="en-US" sz="2750" b="0" strike="noStrike" spc="-1">
              <a:solidFill>
                <a:schemeClr val="dk1"/>
              </a:solidFill>
              <a:latin typeface="Invention"/>
            </a:endParaRPr>
          </a:p>
        </p:txBody>
      </p:sp>
      <p:sp>
        <p:nvSpPr>
          <p:cNvPr id="931" name="PlaceHolder 2"/>
          <p:cNvSpPr>
            <a:spLocks noGrp="1"/>
          </p:cNvSpPr>
          <p:nvPr>
            <p:ph type="dt" idx="133"/>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932" name="PlaceHolder 3"/>
          <p:cNvSpPr>
            <a:spLocks noGrp="1"/>
          </p:cNvSpPr>
          <p:nvPr>
            <p:ph type="ftr" idx="13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33" name="PlaceHolder 4"/>
          <p:cNvSpPr>
            <a:spLocks noGrp="1"/>
          </p:cNvSpPr>
          <p:nvPr>
            <p:ph type="sldNum" idx="13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7869B584-D264-4C51-9644-1ABBE7A9EF2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34" name="Rectangle 6"/>
          <p:cNvSpPr/>
          <p:nvPr/>
        </p:nvSpPr>
        <p:spPr>
          <a:xfrm>
            <a:off x="6120" y="1209960"/>
            <a:ext cx="12185640" cy="564768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p:style>
        <p:txBody>
          <a:bodyPr lIns="457200" tIns="45000" rIns="457200" bIns="45000" anchor="ctr">
            <a:noAutofit/>
          </a:bodyPr>
          <a:lstStyle/>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800" b="0" strike="noStrike" spc="-1">
              <a:solidFill>
                <a:srgbClr val="000000"/>
              </a:solidFill>
              <a:latin typeface="Arial"/>
            </a:endParaRPr>
          </a:p>
          <a:p>
            <a:pPr defTabSz="228600">
              <a:lnSpc>
                <a:spcPct val="100000"/>
              </a:lnSpc>
            </a:pPr>
            <a:endParaRPr lang="en-US" sz="2400" b="0" strike="noStrike" spc="-1">
              <a:solidFill>
                <a:srgbClr val="000000"/>
              </a:solidFill>
              <a:latin typeface="Arial"/>
            </a:endParaRPr>
          </a:p>
        </p:txBody>
      </p:sp>
      <p:sp>
        <p:nvSpPr>
          <p:cNvPr id="935" name="PlaceHolder 5"/>
          <p:cNvSpPr>
            <a:spLocks noGrp="1"/>
          </p:cNvSpPr>
          <p:nvPr>
            <p:ph type="body"/>
          </p:nvPr>
        </p:nvSpPr>
        <p:spPr>
          <a:xfrm>
            <a:off x="18763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36" name="PlaceHolder 6"/>
          <p:cNvSpPr>
            <a:spLocks noGrp="1"/>
          </p:cNvSpPr>
          <p:nvPr>
            <p:ph type="body"/>
          </p:nvPr>
        </p:nvSpPr>
        <p:spPr>
          <a:xfrm>
            <a:off x="507672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37" name="PlaceHolder 7"/>
          <p:cNvSpPr>
            <a:spLocks noGrp="1"/>
          </p:cNvSpPr>
          <p:nvPr>
            <p:ph type="body"/>
          </p:nvPr>
        </p:nvSpPr>
        <p:spPr>
          <a:xfrm>
            <a:off x="8276760" y="3764880"/>
            <a:ext cx="2789640" cy="177912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rgbClr val="0C2340"/>
                </a:solidFill>
                <a:latin typeface="Invention"/>
              </a:rPr>
              <a:t>Click to edit Master text styles</a:t>
            </a:r>
            <a:endParaRPr lang="en-US" sz="2000" b="0" strike="noStrike" spc="-1">
              <a:solidFill>
                <a:schemeClr val="dk1"/>
              </a:solidFill>
              <a:latin typeface="Invention"/>
            </a:endParaRPr>
          </a:p>
        </p:txBody>
      </p:sp>
      <p:sp>
        <p:nvSpPr>
          <p:cNvPr id="938" name="PlaceHolder 8"/>
          <p:cNvSpPr>
            <a:spLocks noGrp="1"/>
          </p:cNvSpPr>
          <p:nvPr>
            <p:ph type="body"/>
          </p:nvPr>
        </p:nvSpPr>
        <p:spPr>
          <a:xfrm>
            <a:off x="378000" y="1926360"/>
            <a:ext cx="10585440" cy="150228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800" b="0" strike="noStrike" spc="-1">
                <a:solidFill>
                  <a:srgbClr val="0C2340"/>
                </a:solidFill>
                <a:latin typeface="Invention"/>
              </a:rPr>
              <a:t>Click to edit Master text styles</a:t>
            </a:r>
            <a:endParaRPr lang="en-US" sz="2800" b="0" strike="noStrike" spc="-1">
              <a:solidFill>
                <a:schemeClr val="dk1"/>
              </a:solidFill>
              <a:latin typeface="Invention"/>
            </a:endParaRPr>
          </a:p>
        </p:txBody>
      </p:sp>
      <p:sp>
        <p:nvSpPr>
          <p:cNvPr id="939" name="PlaceHolder 9"/>
          <p:cNvSpPr>
            <a:spLocks noGrp="1"/>
          </p:cNvSpPr>
          <p:nvPr>
            <p:ph type="body"/>
          </p:nvPr>
        </p:nvSpPr>
        <p:spPr>
          <a:xfrm>
            <a:off x="172980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40" name="PlaceHolder 10"/>
          <p:cNvSpPr>
            <a:spLocks noGrp="1"/>
          </p:cNvSpPr>
          <p:nvPr>
            <p:ph type="body"/>
          </p:nvPr>
        </p:nvSpPr>
        <p:spPr>
          <a:xfrm>
            <a:off x="492264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sp>
        <p:nvSpPr>
          <p:cNvPr id="941" name="PlaceHolder 11"/>
          <p:cNvSpPr>
            <a:spLocks noGrp="1"/>
          </p:cNvSpPr>
          <p:nvPr>
            <p:ph type="body"/>
          </p:nvPr>
        </p:nvSpPr>
        <p:spPr>
          <a:xfrm>
            <a:off x="8138160" y="3764880"/>
            <a:ext cx="51840" cy="1779120"/>
          </a:xfrm>
          <a:prstGeom prst="rect">
            <a:avLst/>
          </a:prstGeom>
          <a:solidFill>
            <a:srgbClr val="00857C"/>
          </a:solidFill>
          <a:ln w="0">
            <a:noFill/>
          </a:ln>
        </p:spPr>
        <p:txBody>
          <a:bodyPr vert="eaVert" lIns="0" tIns="0" rIns="0" bIns="0" anchor="t">
            <a:noAutofit/>
          </a:bodyPr>
          <a:lstStyle/>
          <a:p>
            <a:pPr indent="0" defTabSz="914400">
              <a:lnSpc>
                <a:spcPct val="100000"/>
              </a:lnSpc>
              <a:spcBef>
                <a:spcPts val="1199"/>
              </a:spcBef>
              <a:buNone/>
              <a:tabLst>
                <a:tab pos="0" algn="l"/>
              </a:tabLst>
            </a:pPr>
            <a:r>
              <a:rPr lang="en-US" sz="1200" b="0" strike="noStrike" spc="-1">
                <a:solidFill>
                  <a:srgbClr val="0C2340"/>
                </a:solidFill>
                <a:latin typeface="Invention"/>
              </a:rPr>
              <a:t> </a:t>
            </a:r>
            <a:endParaRPr lang="en-US" sz="1200" b="0" strike="noStrike" spc="-1">
              <a:solidFill>
                <a:schemeClr val="dk1"/>
              </a:solidFill>
              <a:latin typeface="Invention"/>
            </a:endParaRPr>
          </a:p>
        </p:txBody>
      </p:sp>
      <p:pic>
        <p:nvPicPr>
          <p:cNvPr id="942" name="Picture 7"/>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43" name="Straight Connector 7"/>
          <p:cNvCxnSpPr/>
          <p:nvPr/>
        </p:nvCxnSpPr>
        <p:spPr>
          <a:xfrm>
            <a:off x="377640" y="1227600"/>
            <a:ext cx="11436840" cy="360"/>
          </a:xfrm>
          <a:prstGeom prst="straightConnector1">
            <a:avLst/>
          </a:prstGeom>
          <a:ln w="31750">
            <a:solidFill>
              <a:srgbClr val="00857C"/>
            </a:solidFill>
          </a:ln>
        </p:spPr>
      </p:cxnSp>
      <p:pic>
        <p:nvPicPr>
          <p:cNvPr id="944" name="Picture 2"/>
          <p:cNvPicPr/>
          <p:nvPr/>
        </p:nvPicPr>
        <p:blipFill>
          <a:blip r:embed="rId3"/>
          <a:stretch/>
        </p:blipFill>
        <p:spPr>
          <a:xfrm>
            <a:off x="10607040" y="6364080"/>
            <a:ext cx="968760" cy="455400"/>
          </a:xfrm>
          <a:prstGeom prst="rect">
            <a:avLst/>
          </a:prstGeom>
          <a:ln w="0">
            <a:noFill/>
          </a:ln>
        </p:spPr>
      </p:pic>
      <p:sp>
        <p:nvSpPr>
          <p:cNvPr id="945"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46" name="PlaceHolder 1"/>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spcBef>
                <a:spcPts val="1199"/>
              </a:spcBef>
              <a:buNone/>
              <a:tabLst>
                <a:tab pos="0" algn="l"/>
              </a:tabLst>
            </a:pPr>
            <a:r>
              <a:rPr lang="en-US" sz="1200" b="0" strike="noStrike" spc="-1">
                <a:solidFill>
                  <a:schemeClr val="dk1"/>
                </a:solidFill>
                <a:latin typeface="Invention"/>
              </a:rPr>
              <a:t>Click to edit Master text styles</a:t>
            </a:r>
          </a:p>
          <a:p>
            <a:pPr indent="0" defTabSz="914400">
              <a:lnSpc>
                <a:spcPct val="100000"/>
              </a:lnSpc>
              <a:spcBef>
                <a:spcPts val="1199"/>
              </a:spcBef>
              <a:buNone/>
              <a:tabLst>
                <a:tab pos="0" algn="l"/>
              </a:tabLst>
            </a:pPr>
            <a:r>
              <a:rPr lang="en-US" sz="1200" b="1" strike="noStrike" spc="-1">
                <a:solidFill>
                  <a:schemeClr val="dk1"/>
                </a:solidFill>
                <a:latin typeface="Invention"/>
              </a:rPr>
              <a:t>Second level</a:t>
            </a:r>
            <a:endParaRPr lang="en-US" sz="1200" b="0" strike="noStrike" spc="-1">
              <a:solidFill>
                <a:schemeClr val="dk1"/>
              </a:solidFill>
              <a:latin typeface="Invention"/>
            </a:endParaRPr>
          </a:p>
        </p:txBody>
      </p:sp>
      <p:sp>
        <p:nvSpPr>
          <p:cNvPr id="947" name="TextBox 5"/>
          <p:cNvSpPr/>
          <p:nvPr/>
        </p:nvSpPr>
        <p:spPr>
          <a:xfrm>
            <a:off x="362880" y="6481440"/>
            <a:ext cx="4236480" cy="1220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228600">
              <a:lnSpc>
                <a:spcPct val="100000"/>
              </a:lnSpc>
            </a:pPr>
            <a:r>
              <a:rPr lang="en-US" sz="800" b="0" strike="noStrike" spc="-1">
                <a:solidFill>
                  <a:schemeClr val="dk1"/>
                </a:solidFill>
                <a:latin typeface="Invention"/>
              </a:rPr>
              <a:t>Copyright © 2024 Merck &amp; Co., Inc., Rahway, NJ, USA and its affiliates. All rights reserved.</a:t>
            </a:r>
            <a:endParaRPr lang="en-US" sz="800" b="0" strike="noStrike" spc="-1">
              <a:solidFill>
                <a:srgbClr val="000000"/>
              </a:solidFill>
              <a:latin typeface="Arial"/>
            </a:endParaRPr>
          </a:p>
        </p:txBody>
      </p:sp>
      <p:sp>
        <p:nvSpPr>
          <p:cNvPr id="948" name="PlaceHolder 2"/>
          <p:cNvSpPr>
            <a:spLocks noGrp="1"/>
          </p:cNvSpPr>
          <p:nvPr>
            <p:ph type="title"/>
          </p:nvPr>
        </p:nvSpPr>
        <p:spPr>
          <a:xfrm>
            <a:off x="378000" y="2952000"/>
            <a:ext cx="944532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rgbClr val="0C2340"/>
                </a:solidFill>
                <a:latin typeface="Invention Light"/>
              </a:rPr>
              <a:t>Click to edit Master title style</a:t>
            </a:r>
            <a:endParaRPr lang="en-US" sz="5750" b="0" strike="noStrike" spc="-1">
              <a:solidFill>
                <a:schemeClr val="dk1"/>
              </a:solidFill>
              <a:latin typeface="Invention"/>
            </a:endParaRPr>
          </a:p>
        </p:txBody>
      </p:sp>
      <p:pic>
        <p:nvPicPr>
          <p:cNvPr id="949" name="Picture 1"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cxnSp>
        <p:nvCxnSpPr>
          <p:cNvPr id="950" name="Straight Connector 7"/>
          <p:cNvCxnSpPr/>
          <p:nvPr/>
        </p:nvCxnSpPr>
        <p:spPr>
          <a:xfrm>
            <a:off x="377640" y="1227600"/>
            <a:ext cx="11436840" cy="360"/>
          </a:xfrm>
          <a:prstGeom prst="straightConnector1">
            <a:avLst/>
          </a:prstGeom>
          <a:ln w="31750">
            <a:solidFill>
              <a:srgbClr val="00857C"/>
            </a:solidFill>
          </a:ln>
        </p:spPr>
      </p:cxnSp>
      <p:pic>
        <p:nvPicPr>
          <p:cNvPr id="951" name="Picture 2"/>
          <p:cNvPicPr/>
          <p:nvPr/>
        </p:nvPicPr>
        <p:blipFill>
          <a:blip r:embed="rId3"/>
          <a:stretch/>
        </p:blipFill>
        <p:spPr>
          <a:xfrm>
            <a:off x="10607040" y="6364080"/>
            <a:ext cx="968760" cy="455400"/>
          </a:xfrm>
          <a:prstGeom prst="rect">
            <a:avLst/>
          </a:prstGeom>
          <a:ln w="0">
            <a:noFill/>
          </a:ln>
        </p:spPr>
      </p:pic>
      <p:sp>
        <p:nvSpPr>
          <p:cNvPr id="952"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953" name="PlaceHolder 1"/>
          <p:cNvSpPr>
            <a:spLocks noGrp="1"/>
          </p:cNvSpPr>
          <p:nvPr>
            <p:ph type="title"/>
          </p:nvPr>
        </p:nvSpPr>
        <p:spPr>
          <a:xfrm>
            <a:off x="378000" y="2952000"/>
            <a:ext cx="944532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954"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spcBef>
                <a:spcPts val="1199"/>
              </a:spcBef>
              <a:buNone/>
              <a:tabLst>
                <a:tab pos="0" algn="l"/>
              </a:tabLst>
            </a:pPr>
            <a:r>
              <a:rPr lang="en-US" sz="1200" b="0" strike="noStrike" spc="-1">
                <a:solidFill>
                  <a:schemeClr val="lt1"/>
                </a:solidFill>
                <a:latin typeface="Invention"/>
              </a:rPr>
              <a:t>Click to edit Master text styles</a:t>
            </a:r>
            <a:endParaRPr lang="en-US" sz="1200" b="0" strike="noStrike" spc="-1">
              <a:solidFill>
                <a:schemeClr val="dk1"/>
              </a:solidFill>
              <a:latin typeface="Invention"/>
            </a:endParaRPr>
          </a:p>
          <a:p>
            <a:pPr indent="0" defTabSz="914400">
              <a:lnSpc>
                <a:spcPct val="100000"/>
              </a:lnSpc>
              <a:spcBef>
                <a:spcPts val="1199"/>
              </a:spcBef>
              <a:buNone/>
              <a:tabLst>
                <a:tab pos="0" algn="l"/>
              </a:tabLst>
            </a:pPr>
            <a:r>
              <a:rPr lang="en-US" sz="1200" b="1" strike="noStrike" spc="-1">
                <a:solidFill>
                  <a:schemeClr val="lt1"/>
                </a:solidFill>
                <a:latin typeface="Invention"/>
              </a:rPr>
              <a:t>Second level</a:t>
            </a:r>
            <a:endParaRPr lang="en-US" sz="1200" b="0" strike="noStrike" spc="-1">
              <a:solidFill>
                <a:schemeClr val="dk1"/>
              </a:solidFill>
              <a:latin typeface="Invention"/>
            </a:endParaRPr>
          </a:p>
        </p:txBody>
      </p:sp>
      <p:sp>
        <p:nvSpPr>
          <p:cNvPr id="955" name="TextBox 5"/>
          <p:cNvSpPr/>
          <p:nvPr/>
        </p:nvSpPr>
        <p:spPr>
          <a:xfrm>
            <a:off x="362880" y="6481440"/>
            <a:ext cx="4236480" cy="1220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228600">
              <a:lnSpc>
                <a:spcPct val="100000"/>
              </a:lnSpc>
            </a:pPr>
            <a:r>
              <a:rPr lang="en-US" sz="800" b="0" strike="noStrike" spc="-1">
                <a:solidFill>
                  <a:schemeClr val="lt1"/>
                </a:solidFill>
                <a:latin typeface="Invention"/>
              </a:rPr>
              <a:t>Copyright © 2024 Merck &amp; Co., Inc., Rahway, NJ, USA and its affiliates. All rights reserved.</a:t>
            </a:r>
            <a:endParaRPr lang="en-US" sz="800" b="0" strike="noStrike" spc="-1">
              <a:solidFill>
                <a:srgbClr val="FFFFFF"/>
              </a:solidFill>
              <a:latin typeface="Arial"/>
            </a:endParaRPr>
          </a:p>
        </p:txBody>
      </p:sp>
      <p:pic>
        <p:nvPicPr>
          <p:cNvPr id="956" name="Picture 2"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cxnSp>
        <p:nvCxnSpPr>
          <p:cNvPr id="957" name="Straight Connector 7"/>
          <p:cNvCxnSpPr/>
          <p:nvPr/>
        </p:nvCxnSpPr>
        <p:spPr>
          <a:xfrm>
            <a:off x="377640" y="1227600"/>
            <a:ext cx="11436840" cy="360"/>
          </a:xfrm>
          <a:prstGeom prst="straightConnector1">
            <a:avLst/>
          </a:prstGeom>
          <a:ln w="31750">
            <a:solidFill>
              <a:srgbClr val="00857C"/>
            </a:solidFill>
          </a:ln>
        </p:spPr>
      </p:cxnSp>
      <p:pic>
        <p:nvPicPr>
          <p:cNvPr id="958" name="Picture 2"/>
          <p:cNvPicPr/>
          <p:nvPr/>
        </p:nvPicPr>
        <p:blipFill>
          <a:blip r:embed="rId3"/>
          <a:stretch/>
        </p:blipFill>
        <p:spPr>
          <a:xfrm>
            <a:off x="10607040" y="6364080"/>
            <a:ext cx="968760" cy="455400"/>
          </a:xfrm>
          <a:prstGeom prst="rect">
            <a:avLst/>
          </a:prstGeom>
          <a:ln w="0">
            <a:noFill/>
          </a:ln>
        </p:spPr>
      </p:pic>
      <p:sp>
        <p:nvSpPr>
          <p:cNvPr id="959"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960" name="PlaceHolder 1"/>
          <p:cNvSpPr>
            <a:spLocks noGrp="1"/>
          </p:cNvSpPr>
          <p:nvPr>
            <p:ph type="title"/>
          </p:nvPr>
        </p:nvSpPr>
        <p:spPr>
          <a:xfrm>
            <a:off x="378000" y="2952000"/>
            <a:ext cx="944532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961"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spcBef>
                <a:spcPts val="1199"/>
              </a:spcBef>
              <a:buNone/>
              <a:tabLst>
                <a:tab pos="0" algn="l"/>
              </a:tabLst>
            </a:pPr>
            <a:r>
              <a:rPr lang="en-US" sz="1200" b="0" strike="noStrike" spc="-1">
                <a:solidFill>
                  <a:schemeClr val="lt1"/>
                </a:solidFill>
                <a:latin typeface="Invention"/>
              </a:rPr>
              <a:t>Click to edit Master text styles</a:t>
            </a:r>
            <a:endParaRPr lang="en-US" sz="1200" b="0" strike="noStrike" spc="-1">
              <a:solidFill>
                <a:schemeClr val="dk1"/>
              </a:solidFill>
              <a:latin typeface="Invention"/>
            </a:endParaRPr>
          </a:p>
          <a:p>
            <a:pPr indent="0" defTabSz="914400">
              <a:lnSpc>
                <a:spcPct val="100000"/>
              </a:lnSpc>
              <a:spcBef>
                <a:spcPts val="1199"/>
              </a:spcBef>
              <a:buNone/>
              <a:tabLst>
                <a:tab pos="0" algn="l"/>
              </a:tabLst>
            </a:pPr>
            <a:r>
              <a:rPr lang="en-US" sz="1200" b="1" strike="noStrike" spc="-1">
                <a:solidFill>
                  <a:schemeClr val="lt1"/>
                </a:solidFill>
                <a:latin typeface="Invention"/>
              </a:rPr>
              <a:t>Second level</a:t>
            </a:r>
            <a:endParaRPr lang="en-US" sz="1200" b="0" strike="noStrike" spc="-1">
              <a:solidFill>
                <a:schemeClr val="dk1"/>
              </a:solidFill>
              <a:latin typeface="Invention"/>
            </a:endParaRPr>
          </a:p>
        </p:txBody>
      </p:sp>
      <p:sp>
        <p:nvSpPr>
          <p:cNvPr id="962" name="TextBox 5"/>
          <p:cNvSpPr/>
          <p:nvPr/>
        </p:nvSpPr>
        <p:spPr>
          <a:xfrm>
            <a:off x="362880" y="6481440"/>
            <a:ext cx="4236480" cy="1220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228600">
              <a:lnSpc>
                <a:spcPct val="100000"/>
              </a:lnSpc>
            </a:pPr>
            <a:r>
              <a:rPr lang="en-US" sz="800" b="0" strike="noStrike" spc="-1">
                <a:solidFill>
                  <a:schemeClr val="lt1"/>
                </a:solidFill>
                <a:latin typeface="Invention"/>
              </a:rPr>
              <a:t>Copyright © 2024 Merck &amp; Co., Inc., Rahway, NJ, USA and its affiliates. All rights reserved.</a:t>
            </a:r>
            <a:endParaRPr lang="en-US" sz="800" b="0" strike="noStrike" spc="-1">
              <a:solidFill>
                <a:srgbClr val="FFFFFF"/>
              </a:solidFill>
              <a:latin typeface="Arial"/>
            </a:endParaRPr>
          </a:p>
        </p:txBody>
      </p:sp>
      <p:pic>
        <p:nvPicPr>
          <p:cNvPr id="963" name="Picture 4"/>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64" name="Straight Connector 7"/>
          <p:cNvCxnSpPr/>
          <p:nvPr/>
        </p:nvCxnSpPr>
        <p:spPr>
          <a:xfrm>
            <a:off x="377640" y="1227600"/>
            <a:ext cx="11436840" cy="360"/>
          </a:xfrm>
          <a:prstGeom prst="straightConnector1">
            <a:avLst/>
          </a:prstGeom>
          <a:ln w="31750">
            <a:solidFill>
              <a:srgbClr val="00857C"/>
            </a:solidFill>
          </a:ln>
        </p:spPr>
      </p:cxnSp>
      <p:pic>
        <p:nvPicPr>
          <p:cNvPr id="965" name="Picture 2"/>
          <p:cNvPicPr/>
          <p:nvPr/>
        </p:nvPicPr>
        <p:blipFill>
          <a:blip r:embed="rId3"/>
          <a:stretch/>
        </p:blipFill>
        <p:spPr>
          <a:xfrm>
            <a:off x="10607040" y="6364080"/>
            <a:ext cx="968760" cy="455400"/>
          </a:xfrm>
          <a:prstGeom prst="rect">
            <a:avLst/>
          </a:prstGeom>
          <a:ln w="0">
            <a:noFill/>
          </a:ln>
        </p:spPr>
      </p:pic>
      <p:sp>
        <p:nvSpPr>
          <p:cNvPr id="966"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67"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dk1"/>
                </a:solidFill>
                <a:latin typeface="Invention Light"/>
              </a:rPr>
              <a:t>Click to edit Master title style</a:t>
            </a:r>
            <a:endParaRPr lang="en-US" sz="5750" b="0" strike="noStrike" spc="-1">
              <a:solidFill>
                <a:schemeClr val="dk1"/>
              </a:solidFill>
              <a:latin typeface="Invention"/>
            </a:endParaRPr>
          </a:p>
        </p:txBody>
      </p:sp>
      <p:sp>
        <p:nvSpPr>
          <p:cNvPr id="968"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spcBef>
                <a:spcPts val="1199"/>
              </a:spcBef>
              <a:buNone/>
              <a:tabLst>
                <a:tab pos="0" algn="l"/>
              </a:tabLst>
            </a:pPr>
            <a:r>
              <a:rPr lang="en-US" sz="1200" b="0" strike="noStrike" spc="-1">
                <a:solidFill>
                  <a:schemeClr val="accent1"/>
                </a:solidFill>
                <a:latin typeface="Invention"/>
              </a:rPr>
              <a:t>Click to edit Master text styles</a:t>
            </a:r>
            <a:endParaRPr lang="en-US" sz="1200" b="0" strike="noStrike" spc="-1">
              <a:solidFill>
                <a:schemeClr val="dk1"/>
              </a:solidFill>
              <a:latin typeface="Invention"/>
            </a:endParaRPr>
          </a:p>
          <a:p>
            <a:pPr indent="0" defTabSz="914400">
              <a:lnSpc>
                <a:spcPct val="100000"/>
              </a:lnSpc>
              <a:spcBef>
                <a:spcPts val="1199"/>
              </a:spcBef>
              <a:buNone/>
              <a:tabLst>
                <a:tab pos="0" algn="l"/>
              </a:tabLst>
            </a:pPr>
            <a:r>
              <a:rPr lang="en-US" sz="1200" b="1" strike="noStrike" spc="-1">
                <a:solidFill>
                  <a:schemeClr val="accent1"/>
                </a:solidFill>
                <a:latin typeface="Invention"/>
              </a:rPr>
              <a:t>Second level</a:t>
            </a:r>
            <a:endParaRPr lang="en-US" sz="1200" b="0" strike="noStrike" spc="-1">
              <a:solidFill>
                <a:schemeClr val="dk1"/>
              </a:solidFill>
              <a:latin typeface="Invention"/>
            </a:endParaRPr>
          </a:p>
        </p:txBody>
      </p:sp>
      <p:sp>
        <p:nvSpPr>
          <p:cNvPr id="969" name="PlaceHolder 3"/>
          <p:cNvSpPr>
            <a:spLocks noGrp="1"/>
          </p:cNvSpPr>
          <p:nvPr>
            <p:ph type="body"/>
          </p:nvPr>
        </p:nvSpPr>
        <p:spPr>
          <a:xfrm>
            <a:off x="6657120" y="0"/>
            <a:ext cx="5534640" cy="4359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p>
        </p:txBody>
      </p:sp>
      <p:sp>
        <p:nvSpPr>
          <p:cNvPr id="970" name="TextBox 11"/>
          <p:cNvSpPr/>
          <p:nvPr/>
        </p:nvSpPr>
        <p:spPr>
          <a:xfrm>
            <a:off x="362880" y="6481440"/>
            <a:ext cx="4236480" cy="1220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228600">
              <a:lnSpc>
                <a:spcPct val="100000"/>
              </a:lnSpc>
            </a:pPr>
            <a:r>
              <a:rPr lang="en-US" sz="800" b="0" strike="noStrike" spc="-1">
                <a:solidFill>
                  <a:schemeClr val="accent1"/>
                </a:solidFill>
                <a:latin typeface="Invention"/>
              </a:rPr>
              <a:t>Copyright © 2024 Merck &amp; Co., Inc., Rahway, NJ, USA and its affiliates. All rights reserved.</a:t>
            </a:r>
            <a:endParaRPr lang="en-US" sz="800" b="0" strike="noStrike" spc="-1">
              <a:solidFill>
                <a:srgbClr val="000000"/>
              </a:solidFill>
              <a:latin typeface="Arial"/>
            </a:endParaRPr>
          </a:p>
        </p:txBody>
      </p:sp>
      <p:pic>
        <p:nvPicPr>
          <p:cNvPr id="971" name="Picture 2" descr="Logo  Description automatically generated"/>
          <p:cNvPicPr/>
          <p:nvPr/>
        </p:nvPicPr>
        <p:blipFill>
          <a:blip r:embed="rId4"/>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7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72" name="Straight Connector 7"/>
          <p:cNvCxnSpPr/>
          <p:nvPr/>
        </p:nvCxnSpPr>
        <p:spPr>
          <a:xfrm>
            <a:off x="377640" y="1227600"/>
            <a:ext cx="11436840" cy="360"/>
          </a:xfrm>
          <a:prstGeom prst="straightConnector1">
            <a:avLst/>
          </a:prstGeom>
          <a:ln w="31750">
            <a:solidFill>
              <a:srgbClr val="00857C"/>
            </a:solidFill>
          </a:ln>
        </p:spPr>
      </p:cxnSp>
      <p:pic>
        <p:nvPicPr>
          <p:cNvPr id="973" name="Picture 2"/>
          <p:cNvPicPr/>
          <p:nvPr/>
        </p:nvPicPr>
        <p:blipFill>
          <a:blip r:embed="rId3"/>
          <a:stretch/>
        </p:blipFill>
        <p:spPr>
          <a:xfrm>
            <a:off x="10607040" y="6364080"/>
            <a:ext cx="968760" cy="455400"/>
          </a:xfrm>
          <a:prstGeom prst="rect">
            <a:avLst/>
          </a:prstGeom>
          <a:ln w="0">
            <a:noFill/>
          </a:ln>
        </p:spPr>
      </p:pic>
      <p:sp>
        <p:nvSpPr>
          <p:cNvPr id="974"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975" name="PlaceHolder 1"/>
          <p:cNvSpPr>
            <a:spLocks noGrp="1"/>
          </p:cNvSpPr>
          <p:nvPr>
            <p:ph type="ftr" idx="13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976" name="PlaceHolder 2"/>
          <p:cNvSpPr>
            <a:spLocks noGrp="1"/>
          </p:cNvSpPr>
          <p:nvPr>
            <p:ph type="dt" idx="137"/>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977" name="PlaceHolder 3"/>
          <p:cNvSpPr>
            <a:spLocks noGrp="1"/>
          </p:cNvSpPr>
          <p:nvPr>
            <p:ph type="sldNum" idx="13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8F3831A2-456F-429D-8641-DCCBCABD3B16}"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978" name="Picture 1"/>
          <p:cNvPicPr/>
          <p:nvPr/>
        </p:nvPicPr>
        <p:blipFill>
          <a:blip r:embed="rId3"/>
          <a:stretch/>
        </p:blipFill>
        <p:spPr>
          <a:xfrm>
            <a:off x="10607040" y="6364080"/>
            <a:ext cx="968760" cy="455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79" name="Straight Connector 7"/>
          <p:cNvCxnSpPr/>
          <p:nvPr/>
        </p:nvCxnSpPr>
        <p:spPr>
          <a:xfrm>
            <a:off x="377640" y="1227600"/>
            <a:ext cx="11436840" cy="360"/>
          </a:xfrm>
          <a:prstGeom prst="straightConnector1">
            <a:avLst/>
          </a:prstGeom>
          <a:ln w="31750">
            <a:solidFill>
              <a:srgbClr val="00857C"/>
            </a:solidFill>
          </a:ln>
        </p:spPr>
      </p:cxnSp>
      <p:pic>
        <p:nvPicPr>
          <p:cNvPr id="980" name="Picture 2"/>
          <p:cNvPicPr/>
          <p:nvPr/>
        </p:nvPicPr>
        <p:blipFill>
          <a:blip r:embed="rId3"/>
          <a:stretch/>
        </p:blipFill>
        <p:spPr>
          <a:xfrm>
            <a:off x="10607040" y="6364080"/>
            <a:ext cx="968760" cy="455400"/>
          </a:xfrm>
          <a:prstGeom prst="rect">
            <a:avLst/>
          </a:prstGeom>
          <a:ln w="0">
            <a:noFill/>
          </a:ln>
        </p:spPr>
      </p:pic>
      <p:sp>
        <p:nvSpPr>
          <p:cNvPr id="981"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982" name="Picture 1" descr="A picture containing grass, outdoor, person, tea  Description automatically generated"/>
          <p:cNvPicPr/>
          <p:nvPr/>
        </p:nvPicPr>
        <p:blipFill>
          <a:blip r:embed="rId4"/>
          <a:srcRect l="-124" r="-124" b="-395"/>
          <a:stretch/>
        </p:blipFill>
        <p:spPr>
          <a:xfrm flipH="1">
            <a:off x="-2520" y="0"/>
            <a:ext cx="12194640" cy="6857640"/>
          </a:xfrm>
          <a:prstGeom prst="rect">
            <a:avLst/>
          </a:prstGeom>
          <a:ln w="0">
            <a:noFill/>
          </a:ln>
        </p:spPr>
      </p:pic>
      <p:sp>
        <p:nvSpPr>
          <p:cNvPr id="983" name="PlaceHolder 1"/>
          <p:cNvSpPr>
            <a:spLocks noGrp="1"/>
          </p:cNvSpPr>
          <p:nvPr>
            <p:ph type="sldNum" idx="13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54D51D5E-9DCA-48C1-B35A-670C38E369D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84"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985"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986"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987" name="Picture 3"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88" name="Straight Connector 7"/>
          <p:cNvCxnSpPr/>
          <p:nvPr/>
        </p:nvCxnSpPr>
        <p:spPr>
          <a:xfrm>
            <a:off x="377640" y="1227600"/>
            <a:ext cx="11436840" cy="360"/>
          </a:xfrm>
          <a:prstGeom prst="straightConnector1">
            <a:avLst/>
          </a:prstGeom>
          <a:ln w="31750">
            <a:solidFill>
              <a:srgbClr val="00857C"/>
            </a:solidFill>
          </a:ln>
        </p:spPr>
      </p:cxnSp>
      <p:pic>
        <p:nvPicPr>
          <p:cNvPr id="989" name="Picture 2"/>
          <p:cNvPicPr/>
          <p:nvPr/>
        </p:nvPicPr>
        <p:blipFill>
          <a:blip r:embed="rId3"/>
          <a:stretch/>
        </p:blipFill>
        <p:spPr>
          <a:xfrm>
            <a:off x="10607040" y="6364080"/>
            <a:ext cx="968760" cy="455400"/>
          </a:xfrm>
          <a:prstGeom prst="rect">
            <a:avLst/>
          </a:prstGeom>
          <a:ln w="0">
            <a:noFill/>
          </a:ln>
        </p:spPr>
      </p:pic>
      <p:sp>
        <p:nvSpPr>
          <p:cNvPr id="990" name="TextBox 9"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pic>
        <p:nvPicPr>
          <p:cNvPr id="991" name="Picture 2" descr="A person sleeping with a baby  Description automatically generated"/>
          <p:cNvPicPr/>
          <p:nvPr/>
        </p:nvPicPr>
        <p:blipFill>
          <a:blip r:embed="rId4"/>
          <a:stretch/>
        </p:blipFill>
        <p:spPr>
          <a:xfrm flipH="1">
            <a:off x="360" y="0"/>
            <a:ext cx="12191760" cy="6857640"/>
          </a:xfrm>
          <a:prstGeom prst="rect">
            <a:avLst/>
          </a:prstGeom>
          <a:ln w="0">
            <a:noFill/>
          </a:ln>
        </p:spPr>
      </p:pic>
      <p:sp>
        <p:nvSpPr>
          <p:cNvPr id="992" name="PlaceHolder 1"/>
          <p:cNvSpPr>
            <a:spLocks noGrp="1"/>
          </p:cNvSpPr>
          <p:nvPr>
            <p:ph type="sldNum" idx="14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EC9D9CA-0531-4678-A3C1-648DEBF372D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993" name="PlaceHolder 2"/>
          <p:cNvSpPr>
            <a:spLocks noGrp="1"/>
          </p:cNvSpPr>
          <p:nvPr>
            <p:ph type="body"/>
          </p:nvPr>
        </p:nvSpPr>
        <p:spPr>
          <a:xfrm>
            <a:off x="-2880" y="2987280"/>
            <a:ext cx="7515000" cy="4160520"/>
          </a:xfrm>
          <a:prstGeom prst="rect">
            <a:avLst/>
          </a:prstGeom>
          <a:noFill/>
          <a:ln w="0">
            <a:noFill/>
          </a:ln>
        </p:spPr>
        <p:txBody>
          <a:bodyPr lIns="457200" tIns="91440" rIns="91440" bIns="91440" anchor="t">
            <a:noAutofit/>
          </a:bodyPr>
          <a:lstStyle/>
          <a:p>
            <a:pPr indent="0" defTabSz="914400">
              <a:lnSpc>
                <a:spcPct val="100000"/>
              </a:lnSpc>
              <a:spcBef>
                <a:spcPts val="1400"/>
              </a:spcBef>
              <a:spcAft>
                <a:spcPts val="1400"/>
              </a:spcAft>
              <a:buNone/>
              <a:tabLst>
                <a:tab pos="0" algn="l"/>
              </a:tabLst>
            </a:pPr>
            <a:r>
              <a:rPr lang="en-US" sz="3600" b="0" strike="noStrike" spc="-1">
                <a:solidFill>
                  <a:schemeClr val="lt1"/>
                </a:solidFill>
                <a:latin typeface="Invention Light"/>
              </a:rPr>
              <a:t>First </a:t>
            </a:r>
            <a:r>
              <a:rPr lang="en-US" sz="3600" b="0" strike="noStrike" spc="-1">
                <a:solidFill>
                  <a:srgbClr val="BFED33"/>
                </a:solidFill>
                <a:latin typeface="Invention Light"/>
              </a:rPr>
              <a:t>|</a:t>
            </a:r>
            <a:r>
              <a:rPr lang="en-US" sz="3600" b="0" strike="noStrike" spc="-1">
                <a:solidFill>
                  <a:schemeClr val="lt1"/>
                </a:solidFill>
                <a:latin typeface="Invention Light"/>
              </a:rPr>
              <a:t> Second </a:t>
            </a:r>
            <a:r>
              <a:rPr lang="en-US" sz="3600" b="0" strike="noStrike" spc="-1">
                <a:solidFill>
                  <a:srgbClr val="BFED33"/>
                </a:solidFill>
                <a:latin typeface="Invention Light"/>
              </a:rPr>
              <a:t>|</a:t>
            </a:r>
            <a:r>
              <a:rPr lang="en-US" sz="3600" b="0" strike="noStrike" spc="-1">
                <a:solidFill>
                  <a:schemeClr val="lt1"/>
                </a:solidFill>
                <a:latin typeface="Invention Light"/>
              </a:rPr>
              <a:t> Third</a:t>
            </a:r>
            <a:endParaRPr lang="en-US" sz="3600" b="0" strike="noStrike" spc="-1">
              <a:solidFill>
                <a:schemeClr val="dk1"/>
              </a:solidFill>
              <a:latin typeface="Invention"/>
            </a:endParaRPr>
          </a:p>
        </p:txBody>
      </p:sp>
      <p:sp>
        <p:nvSpPr>
          <p:cNvPr id="994" name="PlaceHolder 3"/>
          <p:cNvSpPr>
            <a:spLocks noGrp="1"/>
          </p:cNvSpPr>
          <p:nvPr>
            <p:ph type="body"/>
          </p:nvPr>
        </p:nvSpPr>
        <p:spPr>
          <a:xfrm>
            <a:off x="-2880" y="5546160"/>
            <a:ext cx="12188520" cy="1311480"/>
          </a:xfrm>
          <a:prstGeom prst="rect">
            <a:avLst/>
          </a:prstGeom>
          <a:solidFill>
            <a:schemeClr val="accent1"/>
          </a:solidFill>
          <a:ln w="12600">
            <a:noFill/>
          </a:ln>
        </p:spPr>
        <p:txBody>
          <a:bodyPr lIns="457200" tIns="91440" rIns="182880" bIns="91440" anchor="ctr">
            <a:noAutofit/>
          </a:bodyPr>
          <a:lstStyle/>
          <a:p>
            <a:pPr indent="0" defTabSz="228600">
              <a:lnSpc>
                <a:spcPct val="100000"/>
              </a:lnSpc>
              <a:spcBef>
                <a:spcPts val="1199"/>
              </a:spcBef>
              <a:spcAft>
                <a:spcPts val="2401"/>
              </a:spcAft>
              <a:buNone/>
              <a:tabLst>
                <a:tab pos="0" algn="l"/>
              </a:tabLst>
            </a:pPr>
            <a:r>
              <a:rPr lang="en-US" sz="2400" b="1" strike="noStrike" spc="-1">
                <a:solidFill>
                  <a:schemeClr val="lt1"/>
                </a:solidFill>
                <a:latin typeface="Invention"/>
              </a:rPr>
              <a:t>Add descriptive text about the presentation here.</a:t>
            </a:r>
            <a:endParaRPr lang="en-US" sz="2400" b="0" strike="noStrike" spc="-1">
              <a:solidFill>
                <a:schemeClr val="dk1"/>
              </a:solidFill>
              <a:latin typeface="Invention"/>
            </a:endParaRPr>
          </a:p>
        </p:txBody>
      </p:sp>
      <p:sp>
        <p:nvSpPr>
          <p:cNvPr id="995" name="PlaceHolder 4"/>
          <p:cNvSpPr>
            <a:spLocks noGrp="1"/>
          </p:cNvSpPr>
          <p:nvPr>
            <p:ph type="body"/>
          </p:nvPr>
        </p:nvSpPr>
        <p:spPr>
          <a:xfrm>
            <a:off x="-2880" y="2275200"/>
            <a:ext cx="1919880" cy="3977640"/>
          </a:xfrm>
          <a:prstGeom prst="rect">
            <a:avLst/>
          </a:prstGeom>
          <a:noFill/>
          <a:ln w="0">
            <a:noFill/>
          </a:ln>
        </p:spPr>
        <p:txBody>
          <a:bodyPr lIns="457200" tIns="0" rIns="0" bIns="0" anchor="t">
            <a:noAutofit/>
          </a:bodyPr>
          <a:lstStyle/>
          <a:p>
            <a:pPr indent="0" defTabSz="914400">
              <a:lnSpc>
                <a:spcPct val="100000"/>
              </a:lnSpc>
              <a:spcBef>
                <a:spcPts val="1400"/>
              </a:spcBef>
              <a:spcAft>
                <a:spcPts val="1400"/>
              </a:spcAft>
              <a:buNone/>
              <a:tabLst>
                <a:tab pos="0" algn="l"/>
              </a:tabLst>
            </a:pPr>
            <a:r>
              <a:rPr lang="en-US" sz="1800" b="1" strike="noStrike" spc="-1">
                <a:solidFill>
                  <a:schemeClr val="lt1"/>
                </a:solidFill>
                <a:latin typeface="Invention"/>
              </a:rPr>
              <a:t>Year</a:t>
            </a:r>
            <a:endParaRPr lang="en-US" sz="1800" b="0" strike="noStrike" spc="-1">
              <a:solidFill>
                <a:schemeClr val="dk1"/>
              </a:solidFill>
              <a:latin typeface="Invention"/>
            </a:endParaRPr>
          </a:p>
        </p:txBody>
      </p:sp>
      <p:pic>
        <p:nvPicPr>
          <p:cNvPr id="996" name="Picture 1" descr="Logo  Description automatically generated"/>
          <p:cNvPicPr/>
          <p:nvPr/>
        </p:nvPicPr>
        <p:blipFill>
          <a:blip r:embed="rId5"/>
          <a:stretch/>
        </p:blipFill>
        <p:spPr>
          <a:xfrm>
            <a:off x="138960" y="140400"/>
            <a:ext cx="1729800" cy="9414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99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99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999" name="Straight Connector 7"/>
          <p:cNvCxnSpPr/>
          <p:nvPr/>
        </p:nvCxnSpPr>
        <p:spPr>
          <a:xfrm>
            <a:off x="377640" y="1227600"/>
            <a:ext cx="11436840" cy="360"/>
          </a:xfrm>
          <a:prstGeom prst="straightConnector1">
            <a:avLst/>
          </a:prstGeom>
          <a:ln w="31750">
            <a:solidFill>
              <a:srgbClr val="00857C"/>
            </a:solidFill>
          </a:ln>
        </p:spPr>
      </p:cxnSp>
      <p:pic>
        <p:nvPicPr>
          <p:cNvPr id="1000" name="Picture 8"/>
          <p:cNvPicPr/>
          <p:nvPr/>
        </p:nvPicPr>
        <p:blipFill>
          <a:blip r:embed="rId5"/>
          <a:stretch/>
        </p:blipFill>
        <p:spPr>
          <a:xfrm>
            <a:off x="10821600" y="6478560"/>
            <a:ext cx="581400" cy="217080"/>
          </a:xfrm>
          <a:prstGeom prst="rect">
            <a:avLst/>
          </a:prstGeom>
          <a:ln w="0">
            <a:noFill/>
          </a:ln>
        </p:spPr>
      </p:pic>
      <p:sp>
        <p:nvSpPr>
          <p:cNvPr id="100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02" name="PlaceHolder 1"/>
          <p:cNvSpPr>
            <a:spLocks noGrp="1"/>
          </p:cNvSpPr>
          <p:nvPr>
            <p:ph type="title"/>
          </p:nvPr>
        </p:nvSpPr>
        <p:spPr>
          <a:xfrm>
            <a:off x="378000" y="1228680"/>
            <a:ext cx="493164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accent4"/>
                </a:solidFill>
                <a:latin typeface="Invention Light"/>
              </a:rPr>
              <a:t>Click to edit Master title style</a:t>
            </a:r>
            <a:endParaRPr lang="en-US" sz="4250" b="0" strike="noStrike" spc="-1">
              <a:solidFill>
                <a:schemeClr val="dk1"/>
              </a:solidFill>
              <a:latin typeface="Invention"/>
            </a:endParaRPr>
          </a:p>
        </p:txBody>
      </p:sp>
      <p:sp>
        <p:nvSpPr>
          <p:cNvPr id="1003" name="PlaceHolder 2"/>
          <p:cNvSpPr>
            <a:spLocks noGrp="1"/>
          </p:cNvSpPr>
          <p:nvPr>
            <p:ph type="body"/>
          </p:nvPr>
        </p:nvSpPr>
        <p:spPr>
          <a:xfrm>
            <a:off x="378000" y="6174000"/>
            <a:ext cx="3607200" cy="2520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004" name="PlaceHolder 3"/>
          <p:cNvSpPr>
            <a:spLocks noGrp="1"/>
          </p:cNvSpPr>
          <p:nvPr>
            <p:ph type="ftr" idx="14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005" name="Picture 7"/>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0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0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08" name="Straight Connector 7"/>
          <p:cNvCxnSpPr/>
          <p:nvPr/>
        </p:nvCxnSpPr>
        <p:spPr>
          <a:xfrm>
            <a:off x="377640" y="1227600"/>
            <a:ext cx="11436840" cy="360"/>
          </a:xfrm>
          <a:prstGeom prst="straightConnector1">
            <a:avLst/>
          </a:prstGeom>
          <a:ln w="31750">
            <a:solidFill>
              <a:srgbClr val="00857C"/>
            </a:solidFill>
          </a:ln>
        </p:spPr>
      </p:cxnSp>
      <p:pic>
        <p:nvPicPr>
          <p:cNvPr id="1009" name="Picture 8"/>
          <p:cNvPicPr/>
          <p:nvPr/>
        </p:nvPicPr>
        <p:blipFill>
          <a:blip r:embed="rId5"/>
          <a:stretch/>
        </p:blipFill>
        <p:spPr>
          <a:xfrm>
            <a:off x="10821600" y="6478560"/>
            <a:ext cx="581400" cy="217080"/>
          </a:xfrm>
          <a:prstGeom prst="rect">
            <a:avLst/>
          </a:prstGeom>
          <a:ln w="0">
            <a:noFill/>
          </a:ln>
        </p:spPr>
      </p:pic>
      <p:sp>
        <p:nvSpPr>
          <p:cNvPr id="1010"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11"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12" name="PlaceHolder 2"/>
          <p:cNvSpPr>
            <a:spLocks noGrp="1"/>
          </p:cNvSpPr>
          <p:nvPr>
            <p:ph type="body"/>
          </p:nvPr>
        </p:nvSpPr>
        <p:spPr>
          <a:xfrm>
            <a:off x="378000" y="1925640"/>
            <a:ext cx="5507640" cy="4455720"/>
          </a:xfrm>
          <a:prstGeom prst="rect">
            <a:avLst/>
          </a:prstGeom>
          <a:noFill/>
          <a:ln w="0">
            <a:noFill/>
          </a:ln>
        </p:spPr>
        <p:txBody>
          <a:bodyPr lIns="0" tIns="0" rIns="0" bIns="0" anchor="t">
            <a:noAutofit/>
          </a:bodyPr>
          <a:lstStyle/>
          <a:p>
            <a:pPr indent="0" defTabSz="914400">
              <a:lnSpc>
                <a:spcPct val="100000"/>
              </a:lnSpc>
              <a:spcBef>
                <a:spcPts val="1599"/>
              </a:spcBef>
              <a:spcAft>
                <a:spcPts val="1599"/>
              </a:spcAft>
              <a:buNone/>
              <a:tabLst>
                <a:tab pos="0" algn="l"/>
              </a:tabLst>
            </a:pPr>
            <a:r>
              <a:rPr lang="en-US" sz="1200" b="1" strike="noStrike" spc="-1">
                <a:solidFill>
                  <a:schemeClr val="accent1"/>
                </a:solidFill>
                <a:latin typeface="Invention"/>
              </a:rPr>
              <a:t>Click to edit Master text styles</a:t>
            </a:r>
            <a:endParaRPr lang="en-US" sz="1200" b="0" strike="noStrike" spc="-1">
              <a:solidFill>
                <a:schemeClr val="accent4"/>
              </a:solidFill>
              <a:latin typeface="Invention"/>
            </a:endParaRPr>
          </a:p>
          <a:p>
            <a:pPr marL="216000" indent="0" defTabSz="914400">
              <a:lnSpc>
                <a:spcPct val="100000"/>
              </a:lnSpc>
              <a:buNone/>
              <a:tabLst>
                <a:tab pos="0" algn="l"/>
              </a:tabLst>
            </a:pPr>
            <a:r>
              <a:rPr lang="en-US" sz="1200" b="0" strike="noStrike" spc="-1">
                <a:solidFill>
                  <a:schemeClr val="accent4"/>
                </a:solidFill>
                <a:latin typeface="Invention"/>
              </a:rPr>
              <a:t>Second level</a:t>
            </a:r>
          </a:p>
        </p:txBody>
      </p:sp>
      <p:sp>
        <p:nvSpPr>
          <p:cNvPr id="1013" name="PlaceHolder 3"/>
          <p:cNvSpPr>
            <a:spLocks noGrp="1"/>
          </p:cNvSpPr>
          <p:nvPr>
            <p:ph type="dt" idx="142"/>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14" name="PlaceHolder 4"/>
          <p:cNvSpPr>
            <a:spLocks noGrp="1"/>
          </p:cNvSpPr>
          <p:nvPr>
            <p:ph type="ftr" idx="14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15" name="PlaceHolder 5"/>
          <p:cNvSpPr>
            <a:spLocks noGrp="1"/>
          </p:cNvSpPr>
          <p:nvPr>
            <p:ph type="sldNum" idx="14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095A382-C106-4F1D-887C-F8BA36AEBCC4}"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016" name="PlaceHolder 6"/>
          <p:cNvSpPr>
            <a:spLocks noGrp="1"/>
          </p:cNvSpPr>
          <p:nvPr>
            <p:ph type="body"/>
          </p:nvPr>
        </p:nvSpPr>
        <p:spPr>
          <a:xfrm>
            <a:off x="6306120" y="1925640"/>
            <a:ext cx="5507640" cy="4455720"/>
          </a:xfrm>
          <a:prstGeom prst="rect">
            <a:avLst/>
          </a:prstGeom>
          <a:noFill/>
          <a:ln w="0">
            <a:noFill/>
          </a:ln>
        </p:spPr>
        <p:txBody>
          <a:bodyPr lIns="0" tIns="0" rIns="0" bIns="0" anchor="t">
            <a:noAutofit/>
          </a:bodyPr>
          <a:lstStyle/>
          <a:p>
            <a:pPr indent="0" defTabSz="914400">
              <a:lnSpc>
                <a:spcPct val="100000"/>
              </a:lnSpc>
              <a:spcBef>
                <a:spcPts val="1599"/>
              </a:spcBef>
              <a:spcAft>
                <a:spcPts val="1599"/>
              </a:spcAft>
              <a:buNone/>
              <a:tabLst>
                <a:tab pos="0" algn="l"/>
              </a:tabLst>
            </a:pPr>
            <a:r>
              <a:rPr lang="en-US" sz="1200" b="1" strike="noStrike" spc="-1">
                <a:solidFill>
                  <a:schemeClr val="accent1"/>
                </a:solidFill>
                <a:latin typeface="Invention"/>
              </a:rPr>
              <a:t>Click to edit Master text styles</a:t>
            </a:r>
            <a:endParaRPr lang="en-US" sz="1200" b="0" strike="noStrike" spc="-1">
              <a:solidFill>
                <a:schemeClr val="accent4"/>
              </a:solidFill>
              <a:latin typeface="Invention"/>
            </a:endParaRPr>
          </a:p>
          <a:p>
            <a:pPr marL="216000" indent="0" defTabSz="914400">
              <a:lnSpc>
                <a:spcPct val="100000"/>
              </a:lnSpc>
              <a:buNone/>
              <a:tabLst>
                <a:tab pos="0" algn="l"/>
              </a:tabLst>
            </a:pPr>
            <a:r>
              <a:rPr lang="en-US" sz="1200" b="0" strike="noStrike" spc="-1">
                <a:solidFill>
                  <a:schemeClr val="accent4"/>
                </a:solidFill>
                <a:latin typeface="Invention"/>
              </a:rPr>
              <a:t>Second level</a:t>
            </a:r>
          </a:p>
        </p:txBody>
      </p:sp>
    </p:spTree>
  </p:cSld>
  <p:clrMap bg1="lt1" tx1="dk1" bg2="lt2" tx2="dk2" accent1="accent1" accent2="accent2" accent3="accent3" accent4="accent4" accent5="accent5" accent6="accent6" hlink="hlink" folHlink="folHlink"/>
  <p:sldLayoutIdLst>
    <p:sldLayoutId id="21474838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1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1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19" name="Straight Connector 7"/>
          <p:cNvCxnSpPr/>
          <p:nvPr/>
        </p:nvCxnSpPr>
        <p:spPr>
          <a:xfrm>
            <a:off x="377640" y="1227600"/>
            <a:ext cx="11436840" cy="360"/>
          </a:xfrm>
          <a:prstGeom prst="straightConnector1">
            <a:avLst/>
          </a:prstGeom>
          <a:ln w="31750">
            <a:solidFill>
              <a:srgbClr val="00857C"/>
            </a:solidFill>
          </a:ln>
        </p:spPr>
      </p:cxnSp>
      <p:pic>
        <p:nvPicPr>
          <p:cNvPr id="1020" name="Picture 8"/>
          <p:cNvPicPr/>
          <p:nvPr/>
        </p:nvPicPr>
        <p:blipFill>
          <a:blip r:embed="rId5"/>
          <a:stretch/>
        </p:blipFill>
        <p:spPr>
          <a:xfrm>
            <a:off x="10821600" y="6478560"/>
            <a:ext cx="581400" cy="217080"/>
          </a:xfrm>
          <a:prstGeom prst="rect">
            <a:avLst/>
          </a:prstGeom>
          <a:ln w="0">
            <a:noFill/>
          </a:ln>
        </p:spPr>
      </p:pic>
      <p:sp>
        <p:nvSpPr>
          <p:cNvPr id="1021"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22"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23" name="PlaceHolder 2"/>
          <p:cNvSpPr>
            <a:spLocks noGrp="1"/>
          </p:cNvSpPr>
          <p:nvPr>
            <p:ph type="body"/>
          </p:nvPr>
        </p:nvSpPr>
        <p:spPr>
          <a:xfrm>
            <a:off x="378000" y="1925640"/>
            <a:ext cx="550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24" name="PlaceHolder 3"/>
          <p:cNvSpPr>
            <a:spLocks noGrp="1"/>
          </p:cNvSpPr>
          <p:nvPr>
            <p:ph type="dt" idx="145"/>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25" name="PlaceHolder 4"/>
          <p:cNvSpPr>
            <a:spLocks noGrp="1"/>
          </p:cNvSpPr>
          <p:nvPr>
            <p:ph type="ftr" idx="14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26" name="PlaceHolder 5"/>
          <p:cNvSpPr>
            <a:spLocks noGrp="1"/>
          </p:cNvSpPr>
          <p:nvPr>
            <p:ph type="sldNum" idx="14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BE95212E-34D1-48BF-A0C1-513A0E017C38}"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027" name="PlaceHolder 6"/>
          <p:cNvSpPr>
            <a:spLocks noGrp="1"/>
          </p:cNvSpPr>
          <p:nvPr>
            <p:ph type="body"/>
          </p:nvPr>
        </p:nvSpPr>
        <p:spPr>
          <a:xfrm>
            <a:off x="6306120" y="1925640"/>
            <a:ext cx="550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8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28"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29"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30" name="Straight Connector 7"/>
          <p:cNvCxnSpPr/>
          <p:nvPr/>
        </p:nvCxnSpPr>
        <p:spPr>
          <a:xfrm>
            <a:off x="377640" y="1227600"/>
            <a:ext cx="11436840" cy="360"/>
          </a:xfrm>
          <a:prstGeom prst="straightConnector1">
            <a:avLst/>
          </a:prstGeom>
          <a:ln w="31750">
            <a:solidFill>
              <a:srgbClr val="00857C"/>
            </a:solidFill>
          </a:ln>
        </p:spPr>
      </p:cxnSp>
      <p:pic>
        <p:nvPicPr>
          <p:cNvPr id="1031" name="Picture 8"/>
          <p:cNvPicPr/>
          <p:nvPr/>
        </p:nvPicPr>
        <p:blipFill>
          <a:blip r:embed="rId5"/>
          <a:stretch/>
        </p:blipFill>
        <p:spPr>
          <a:xfrm>
            <a:off x="10821600" y="6478560"/>
            <a:ext cx="581400" cy="217080"/>
          </a:xfrm>
          <a:prstGeom prst="rect">
            <a:avLst/>
          </a:prstGeom>
          <a:ln w="0">
            <a:noFill/>
          </a:ln>
        </p:spPr>
      </p:pic>
      <p:sp>
        <p:nvSpPr>
          <p:cNvPr id="1032"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33"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34" name="PlaceHolder 2"/>
          <p:cNvSpPr>
            <a:spLocks noGrp="1"/>
          </p:cNvSpPr>
          <p:nvPr>
            <p:ph type="body"/>
          </p:nvPr>
        </p:nvSpPr>
        <p:spPr>
          <a:xfrm>
            <a:off x="1195200" y="1925640"/>
            <a:ext cx="46904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35" name="PlaceHolder 3"/>
          <p:cNvSpPr>
            <a:spLocks noGrp="1"/>
          </p:cNvSpPr>
          <p:nvPr>
            <p:ph type="dt" idx="148"/>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36" name="PlaceHolder 4"/>
          <p:cNvSpPr>
            <a:spLocks noGrp="1"/>
          </p:cNvSpPr>
          <p:nvPr>
            <p:ph type="ftr" idx="14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37" name="PlaceHolder 5"/>
          <p:cNvSpPr>
            <a:spLocks noGrp="1"/>
          </p:cNvSpPr>
          <p:nvPr>
            <p:ph type="sldNum" idx="15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99496F8-8E0D-4D77-93C8-64AEE514B1E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038" name="PlaceHolder 6"/>
          <p:cNvSpPr>
            <a:spLocks noGrp="1"/>
          </p:cNvSpPr>
          <p:nvPr>
            <p:ph type="body"/>
          </p:nvPr>
        </p:nvSpPr>
        <p:spPr>
          <a:xfrm>
            <a:off x="7123320" y="1925640"/>
            <a:ext cx="46904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39" name="PlaceHolder 7"/>
          <p:cNvSpPr>
            <a:spLocks noGrp="1"/>
          </p:cNvSpPr>
          <p:nvPr>
            <p:ph type="body"/>
          </p:nvPr>
        </p:nvSpPr>
        <p:spPr>
          <a:xfrm>
            <a:off x="378000" y="1925640"/>
            <a:ext cx="72684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040" name="PlaceHolder 8"/>
          <p:cNvSpPr>
            <a:spLocks noGrp="1"/>
          </p:cNvSpPr>
          <p:nvPr>
            <p:ph type="body"/>
          </p:nvPr>
        </p:nvSpPr>
        <p:spPr>
          <a:xfrm>
            <a:off x="6306120" y="1925640"/>
            <a:ext cx="72684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4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4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43" name="Straight Connector 7"/>
          <p:cNvCxnSpPr/>
          <p:nvPr/>
        </p:nvCxnSpPr>
        <p:spPr>
          <a:xfrm>
            <a:off x="377640" y="1227600"/>
            <a:ext cx="11436840" cy="360"/>
          </a:xfrm>
          <a:prstGeom prst="straightConnector1">
            <a:avLst/>
          </a:prstGeom>
          <a:ln w="31750">
            <a:solidFill>
              <a:srgbClr val="00857C"/>
            </a:solidFill>
          </a:ln>
        </p:spPr>
      </p:cxnSp>
      <p:pic>
        <p:nvPicPr>
          <p:cNvPr id="1044" name="Picture 8"/>
          <p:cNvPicPr/>
          <p:nvPr/>
        </p:nvPicPr>
        <p:blipFill>
          <a:blip r:embed="rId5"/>
          <a:stretch/>
        </p:blipFill>
        <p:spPr>
          <a:xfrm>
            <a:off x="10821600" y="6478560"/>
            <a:ext cx="581400" cy="217080"/>
          </a:xfrm>
          <a:prstGeom prst="rect">
            <a:avLst/>
          </a:prstGeom>
          <a:ln w="0">
            <a:noFill/>
          </a:ln>
        </p:spPr>
      </p:pic>
      <p:sp>
        <p:nvSpPr>
          <p:cNvPr id="1045"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46"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47" name="PlaceHolder 2"/>
          <p:cNvSpPr>
            <a:spLocks noGrp="1"/>
          </p:cNvSpPr>
          <p:nvPr>
            <p:ph type="body"/>
          </p:nvPr>
        </p:nvSpPr>
        <p:spPr>
          <a:xfrm>
            <a:off x="378000" y="1925640"/>
            <a:ext cx="683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48" name="PlaceHolder 3"/>
          <p:cNvSpPr>
            <a:spLocks noGrp="1"/>
          </p:cNvSpPr>
          <p:nvPr>
            <p:ph type="body"/>
          </p:nvPr>
        </p:nvSpPr>
        <p:spPr>
          <a:xfrm>
            <a:off x="7566120" y="1925640"/>
            <a:ext cx="424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49" name="PlaceHolder 4"/>
          <p:cNvSpPr>
            <a:spLocks noGrp="1"/>
          </p:cNvSpPr>
          <p:nvPr>
            <p:ph type="dt" idx="151"/>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50" name="PlaceHolder 5"/>
          <p:cNvSpPr>
            <a:spLocks noGrp="1"/>
          </p:cNvSpPr>
          <p:nvPr>
            <p:ph type="ftr" idx="15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51" name="PlaceHolder 6"/>
          <p:cNvSpPr>
            <a:spLocks noGrp="1"/>
          </p:cNvSpPr>
          <p:nvPr>
            <p:ph type="sldNum" idx="15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B9C65287-8535-47AF-BB97-370723E9390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81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55"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56"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57" name="Straight Connector 7"/>
          <p:cNvCxnSpPr/>
          <p:nvPr/>
        </p:nvCxnSpPr>
        <p:spPr>
          <a:xfrm>
            <a:off x="377640" y="1227600"/>
            <a:ext cx="11436840" cy="360"/>
          </a:xfrm>
          <a:prstGeom prst="straightConnector1">
            <a:avLst/>
          </a:prstGeom>
          <a:ln w="31750">
            <a:solidFill>
              <a:srgbClr val="00857C"/>
            </a:solidFill>
          </a:ln>
        </p:spPr>
      </p:cxnSp>
      <p:pic>
        <p:nvPicPr>
          <p:cNvPr id="1058" name="Picture 8"/>
          <p:cNvPicPr/>
          <p:nvPr/>
        </p:nvPicPr>
        <p:blipFill>
          <a:blip r:embed="rId5"/>
          <a:stretch/>
        </p:blipFill>
        <p:spPr>
          <a:xfrm>
            <a:off x="10821600" y="6478560"/>
            <a:ext cx="581400" cy="217080"/>
          </a:xfrm>
          <a:prstGeom prst="rect">
            <a:avLst/>
          </a:prstGeom>
          <a:ln w="0">
            <a:noFill/>
          </a:ln>
        </p:spPr>
      </p:pic>
      <p:sp>
        <p:nvSpPr>
          <p:cNvPr id="1059"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60"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61" name="PlaceHolder 2"/>
          <p:cNvSpPr>
            <a:spLocks noGrp="1"/>
          </p:cNvSpPr>
          <p:nvPr>
            <p:ph type="body"/>
          </p:nvPr>
        </p:nvSpPr>
        <p:spPr>
          <a:xfrm>
            <a:off x="378000" y="1925640"/>
            <a:ext cx="4247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62" name="PlaceHolder 3"/>
          <p:cNvSpPr>
            <a:spLocks noGrp="1"/>
          </p:cNvSpPr>
          <p:nvPr>
            <p:ph type="body"/>
          </p:nvPr>
        </p:nvSpPr>
        <p:spPr>
          <a:xfrm>
            <a:off x="4974120" y="1925640"/>
            <a:ext cx="683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63" name="PlaceHolder 4"/>
          <p:cNvSpPr>
            <a:spLocks noGrp="1"/>
          </p:cNvSpPr>
          <p:nvPr>
            <p:ph type="dt" idx="154"/>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64" name="PlaceHolder 5"/>
          <p:cNvSpPr>
            <a:spLocks noGrp="1"/>
          </p:cNvSpPr>
          <p:nvPr>
            <p:ph type="ftr" idx="15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65" name="PlaceHolder 6"/>
          <p:cNvSpPr>
            <a:spLocks noGrp="1"/>
          </p:cNvSpPr>
          <p:nvPr>
            <p:ph type="sldNum" idx="15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907B103-C97D-48B9-B5A5-9DB3B79A77FD}"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81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6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7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71" name="Straight Connector 7"/>
          <p:cNvCxnSpPr/>
          <p:nvPr/>
        </p:nvCxnSpPr>
        <p:spPr>
          <a:xfrm>
            <a:off x="377640" y="1227600"/>
            <a:ext cx="11436840" cy="360"/>
          </a:xfrm>
          <a:prstGeom prst="straightConnector1">
            <a:avLst/>
          </a:prstGeom>
          <a:ln w="31750">
            <a:solidFill>
              <a:srgbClr val="00857C"/>
            </a:solidFill>
          </a:ln>
        </p:spPr>
      </p:cxnSp>
      <p:pic>
        <p:nvPicPr>
          <p:cNvPr id="1072" name="Picture 8"/>
          <p:cNvPicPr/>
          <p:nvPr/>
        </p:nvPicPr>
        <p:blipFill>
          <a:blip r:embed="rId5"/>
          <a:stretch/>
        </p:blipFill>
        <p:spPr>
          <a:xfrm>
            <a:off x="10821600" y="6478560"/>
            <a:ext cx="581400" cy="217080"/>
          </a:xfrm>
          <a:prstGeom prst="rect">
            <a:avLst/>
          </a:prstGeom>
          <a:ln w="0">
            <a:noFill/>
          </a:ln>
        </p:spPr>
      </p:pic>
      <p:sp>
        <p:nvSpPr>
          <p:cNvPr id="1073"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74"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75" name="PlaceHolder 2"/>
          <p:cNvSpPr>
            <a:spLocks noGrp="1"/>
          </p:cNvSpPr>
          <p:nvPr>
            <p:ph type="body"/>
          </p:nvPr>
        </p:nvSpPr>
        <p:spPr>
          <a:xfrm>
            <a:off x="37800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76" name="PlaceHolder 3"/>
          <p:cNvSpPr>
            <a:spLocks noGrp="1"/>
          </p:cNvSpPr>
          <p:nvPr>
            <p:ph type="dt" idx="157"/>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77" name="PlaceHolder 4"/>
          <p:cNvSpPr>
            <a:spLocks noGrp="1"/>
          </p:cNvSpPr>
          <p:nvPr>
            <p:ph type="ftr" idx="15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78" name="PlaceHolder 5"/>
          <p:cNvSpPr>
            <a:spLocks noGrp="1"/>
          </p:cNvSpPr>
          <p:nvPr>
            <p:ph type="sldNum" idx="15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11571A9-C31C-43FC-A6B1-5DFA4586CDA1}"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079" name="PlaceHolder 6"/>
          <p:cNvSpPr>
            <a:spLocks noGrp="1"/>
          </p:cNvSpPr>
          <p:nvPr>
            <p:ph type="body"/>
          </p:nvPr>
        </p:nvSpPr>
        <p:spPr>
          <a:xfrm>
            <a:off x="429228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080" name="PlaceHolder 7"/>
          <p:cNvSpPr>
            <a:spLocks noGrp="1"/>
          </p:cNvSpPr>
          <p:nvPr>
            <p:ph type="body"/>
          </p:nvPr>
        </p:nvSpPr>
        <p:spPr>
          <a:xfrm>
            <a:off x="820656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81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083"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084"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085" name="Straight Connector 7"/>
          <p:cNvCxnSpPr/>
          <p:nvPr/>
        </p:nvCxnSpPr>
        <p:spPr>
          <a:xfrm>
            <a:off x="377640" y="1227600"/>
            <a:ext cx="11436840" cy="360"/>
          </a:xfrm>
          <a:prstGeom prst="straightConnector1">
            <a:avLst/>
          </a:prstGeom>
          <a:ln w="31750">
            <a:solidFill>
              <a:srgbClr val="00857C"/>
            </a:solidFill>
          </a:ln>
        </p:spPr>
      </p:cxnSp>
      <p:pic>
        <p:nvPicPr>
          <p:cNvPr id="1086" name="Picture 8"/>
          <p:cNvPicPr/>
          <p:nvPr/>
        </p:nvPicPr>
        <p:blipFill>
          <a:blip r:embed="rId5"/>
          <a:stretch/>
        </p:blipFill>
        <p:spPr>
          <a:xfrm>
            <a:off x="10821600" y="6478560"/>
            <a:ext cx="581400" cy="217080"/>
          </a:xfrm>
          <a:prstGeom prst="rect">
            <a:avLst/>
          </a:prstGeom>
          <a:ln w="0">
            <a:noFill/>
          </a:ln>
        </p:spPr>
      </p:pic>
      <p:sp>
        <p:nvSpPr>
          <p:cNvPr id="1087"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088"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089" name="PlaceHolder 2"/>
          <p:cNvSpPr>
            <a:spLocks noGrp="1"/>
          </p:cNvSpPr>
          <p:nvPr>
            <p:ph type="dt" idx="160"/>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090" name="PlaceHolder 3"/>
          <p:cNvSpPr>
            <a:spLocks noGrp="1"/>
          </p:cNvSpPr>
          <p:nvPr>
            <p:ph type="ftr" idx="16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91" name="PlaceHolder 4"/>
          <p:cNvSpPr>
            <a:spLocks noGrp="1"/>
          </p:cNvSpPr>
          <p:nvPr>
            <p:ph type="sldNum" idx="16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A7F8CD8C-CAAE-4AA4-8B29-2FF26E08A6FC}"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cxnSp>
        <p:nvCxnSpPr>
          <p:cNvPr id="1092" name="Straight Connector 8"/>
          <p:cNvCxnSpPr/>
          <p:nvPr/>
        </p:nvCxnSpPr>
        <p:spPr>
          <a:xfrm>
            <a:off x="4138560" y="2779560"/>
            <a:ext cx="360" cy="3493800"/>
          </a:xfrm>
          <a:prstGeom prst="straightConnector1">
            <a:avLst/>
          </a:prstGeom>
          <a:ln w="19050">
            <a:solidFill>
              <a:srgbClr val="0C2340"/>
            </a:solidFill>
          </a:ln>
        </p:spPr>
      </p:cxnSp>
      <p:cxnSp>
        <p:nvCxnSpPr>
          <p:cNvPr id="1093" name="Straight Connector 9"/>
          <p:cNvCxnSpPr/>
          <p:nvPr/>
        </p:nvCxnSpPr>
        <p:spPr>
          <a:xfrm>
            <a:off x="8052840" y="2779560"/>
            <a:ext cx="360" cy="3493800"/>
          </a:xfrm>
          <a:prstGeom prst="straightConnector1">
            <a:avLst/>
          </a:prstGeom>
          <a:ln w="19050">
            <a:solidFill>
              <a:srgbClr val="0C2340"/>
            </a:solidFill>
          </a:ln>
        </p:spPr>
      </p:cxnSp>
      <p:sp>
        <p:nvSpPr>
          <p:cNvPr id="1094" name="PlaceHolder 5"/>
          <p:cNvSpPr>
            <a:spLocks noGrp="1"/>
          </p:cNvSpPr>
          <p:nvPr>
            <p:ph type="body"/>
          </p:nvPr>
        </p:nvSpPr>
        <p:spPr>
          <a:xfrm>
            <a:off x="378360" y="1925640"/>
            <a:ext cx="3606480" cy="694440"/>
          </a:xfrm>
          <a:prstGeom prst="rect">
            <a:avLst/>
          </a:prstGeom>
          <a:solidFill>
            <a:schemeClr val="accent1"/>
          </a:solidFill>
          <a:ln w="0">
            <a:noFill/>
          </a:ln>
        </p:spPr>
        <p:txBody>
          <a:bodyPr lIns="180000" tIns="144000" rIns="180000" bIns="14400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lt1"/>
                </a:solidFill>
                <a:latin typeface="Invention"/>
              </a:rPr>
              <a:t>Second level</a:t>
            </a:r>
            <a:endParaRPr lang="en-US" sz="1200" b="0" strike="noStrike" spc="-1">
              <a:solidFill>
                <a:schemeClr val="accent4"/>
              </a:solidFill>
              <a:latin typeface="Invention"/>
            </a:endParaRPr>
          </a:p>
        </p:txBody>
      </p:sp>
      <p:sp>
        <p:nvSpPr>
          <p:cNvPr id="1095" name="PlaceHolder 6"/>
          <p:cNvSpPr>
            <a:spLocks noGrp="1"/>
          </p:cNvSpPr>
          <p:nvPr>
            <p:ph type="body"/>
          </p:nvPr>
        </p:nvSpPr>
        <p:spPr>
          <a:xfrm>
            <a:off x="4292640" y="1925640"/>
            <a:ext cx="3606480" cy="694440"/>
          </a:xfrm>
          <a:prstGeom prst="rect">
            <a:avLst/>
          </a:prstGeom>
          <a:solidFill>
            <a:schemeClr val="accent1"/>
          </a:solidFill>
          <a:ln w="0">
            <a:noFill/>
          </a:ln>
        </p:spPr>
        <p:txBody>
          <a:bodyPr lIns="180000" tIns="144000" rIns="180000" bIns="14400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lt1"/>
                </a:solidFill>
                <a:latin typeface="Invention"/>
              </a:rPr>
              <a:t>Second level</a:t>
            </a:r>
            <a:endParaRPr lang="en-US" sz="1200" b="0" strike="noStrike" spc="-1">
              <a:solidFill>
                <a:schemeClr val="accent4"/>
              </a:solidFill>
              <a:latin typeface="Invention"/>
            </a:endParaRPr>
          </a:p>
        </p:txBody>
      </p:sp>
      <p:sp>
        <p:nvSpPr>
          <p:cNvPr id="1096" name="PlaceHolder 7"/>
          <p:cNvSpPr>
            <a:spLocks noGrp="1"/>
          </p:cNvSpPr>
          <p:nvPr>
            <p:ph type="body"/>
          </p:nvPr>
        </p:nvSpPr>
        <p:spPr>
          <a:xfrm>
            <a:off x="8206920" y="1925640"/>
            <a:ext cx="3606480" cy="694440"/>
          </a:xfrm>
          <a:prstGeom prst="rect">
            <a:avLst/>
          </a:prstGeom>
          <a:solidFill>
            <a:schemeClr val="accent1"/>
          </a:solidFill>
          <a:ln w="0">
            <a:noFill/>
          </a:ln>
        </p:spPr>
        <p:txBody>
          <a:bodyPr lIns="180000" tIns="144000" rIns="180000" bIns="14400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lt1"/>
                </a:solidFill>
                <a:latin typeface="Invention"/>
              </a:rPr>
              <a:t>Second level</a:t>
            </a:r>
            <a:endParaRPr lang="en-US" sz="1200" b="0" strike="noStrike" spc="-1">
              <a:solidFill>
                <a:schemeClr val="accent4"/>
              </a:solidFill>
              <a:latin typeface="Invention"/>
            </a:endParaRPr>
          </a:p>
        </p:txBody>
      </p:sp>
      <p:pic>
        <p:nvPicPr>
          <p:cNvPr id="1097" name="Picture 16" descr="A close up of smoke  Description automatically generated"/>
          <p:cNvPicPr/>
          <p:nvPr/>
        </p:nvPicPr>
        <p:blipFill>
          <a:blip r:embed="rId6"/>
          <a:stretch/>
        </p:blipFill>
        <p:spPr>
          <a:xfrm>
            <a:off x="4056480" y="2098440"/>
            <a:ext cx="164520" cy="349200"/>
          </a:xfrm>
          <a:prstGeom prst="rect">
            <a:avLst/>
          </a:prstGeom>
          <a:ln w="0">
            <a:noFill/>
          </a:ln>
        </p:spPr>
      </p:pic>
      <p:pic>
        <p:nvPicPr>
          <p:cNvPr id="1098" name="Picture 17" descr="A close up of smoke  Description automatically generated"/>
          <p:cNvPicPr/>
          <p:nvPr/>
        </p:nvPicPr>
        <p:blipFill>
          <a:blip r:embed="rId6"/>
          <a:stretch/>
        </p:blipFill>
        <p:spPr>
          <a:xfrm>
            <a:off x="7970760" y="2098440"/>
            <a:ext cx="164520" cy="349200"/>
          </a:xfrm>
          <a:prstGeom prst="rect">
            <a:avLst/>
          </a:prstGeom>
          <a:ln w="0">
            <a:noFill/>
          </a:ln>
        </p:spPr>
      </p:pic>
      <p:sp>
        <p:nvSpPr>
          <p:cNvPr id="1099" name="PlaceHolder 8"/>
          <p:cNvSpPr>
            <a:spLocks noGrp="1"/>
          </p:cNvSpPr>
          <p:nvPr>
            <p:ph type="body"/>
          </p:nvPr>
        </p:nvSpPr>
        <p:spPr>
          <a:xfrm>
            <a:off x="378000" y="2779560"/>
            <a:ext cx="3607200" cy="3601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00" name="PlaceHolder 9"/>
          <p:cNvSpPr>
            <a:spLocks noGrp="1"/>
          </p:cNvSpPr>
          <p:nvPr>
            <p:ph type="body"/>
          </p:nvPr>
        </p:nvSpPr>
        <p:spPr>
          <a:xfrm>
            <a:off x="4292280" y="2779560"/>
            <a:ext cx="3607200" cy="3601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01" name="PlaceHolder 10"/>
          <p:cNvSpPr>
            <a:spLocks noGrp="1"/>
          </p:cNvSpPr>
          <p:nvPr>
            <p:ph type="body"/>
          </p:nvPr>
        </p:nvSpPr>
        <p:spPr>
          <a:xfrm>
            <a:off x="8206560" y="2779560"/>
            <a:ext cx="3607200" cy="36018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8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10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0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04" name="Straight Connector 7"/>
          <p:cNvCxnSpPr/>
          <p:nvPr/>
        </p:nvCxnSpPr>
        <p:spPr>
          <a:xfrm>
            <a:off x="377640" y="1227600"/>
            <a:ext cx="11436840" cy="360"/>
          </a:xfrm>
          <a:prstGeom prst="straightConnector1">
            <a:avLst/>
          </a:prstGeom>
          <a:ln w="31750">
            <a:solidFill>
              <a:srgbClr val="00857C"/>
            </a:solidFill>
          </a:ln>
        </p:spPr>
      </p:cxnSp>
      <p:pic>
        <p:nvPicPr>
          <p:cNvPr id="1105" name="Picture 8"/>
          <p:cNvPicPr/>
          <p:nvPr/>
        </p:nvPicPr>
        <p:blipFill>
          <a:blip r:embed="rId5"/>
          <a:stretch/>
        </p:blipFill>
        <p:spPr>
          <a:xfrm>
            <a:off x="10821600" y="6478560"/>
            <a:ext cx="581400" cy="217080"/>
          </a:xfrm>
          <a:prstGeom prst="rect">
            <a:avLst/>
          </a:prstGeom>
          <a:ln w="0">
            <a:noFill/>
          </a:ln>
        </p:spPr>
      </p:pic>
      <p:sp>
        <p:nvSpPr>
          <p:cNvPr id="1106"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07"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108" name="PlaceHolder 2"/>
          <p:cNvSpPr>
            <a:spLocks noGrp="1"/>
          </p:cNvSpPr>
          <p:nvPr>
            <p:ph type="body"/>
          </p:nvPr>
        </p:nvSpPr>
        <p:spPr>
          <a:xfrm>
            <a:off x="835560" y="1925640"/>
            <a:ext cx="314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09" name="PlaceHolder 3"/>
          <p:cNvSpPr>
            <a:spLocks noGrp="1"/>
          </p:cNvSpPr>
          <p:nvPr>
            <p:ph type="dt" idx="163"/>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110" name="PlaceHolder 4"/>
          <p:cNvSpPr>
            <a:spLocks noGrp="1"/>
          </p:cNvSpPr>
          <p:nvPr>
            <p:ph type="ftr" idx="16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11" name="PlaceHolder 5"/>
          <p:cNvSpPr>
            <a:spLocks noGrp="1"/>
          </p:cNvSpPr>
          <p:nvPr>
            <p:ph type="sldNum" idx="16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DC2EE2F-5FC5-4A15-B77F-B183E40032B8}"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112" name="PlaceHolder 6"/>
          <p:cNvSpPr>
            <a:spLocks noGrp="1"/>
          </p:cNvSpPr>
          <p:nvPr>
            <p:ph type="body"/>
          </p:nvPr>
        </p:nvSpPr>
        <p:spPr>
          <a:xfrm>
            <a:off x="4749840" y="1925640"/>
            <a:ext cx="314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13" name="PlaceHolder 7"/>
          <p:cNvSpPr>
            <a:spLocks noGrp="1"/>
          </p:cNvSpPr>
          <p:nvPr>
            <p:ph type="body"/>
          </p:nvPr>
        </p:nvSpPr>
        <p:spPr>
          <a:xfrm>
            <a:off x="8664120" y="1925640"/>
            <a:ext cx="314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14" name="PlaceHolder 8"/>
          <p:cNvSpPr>
            <a:spLocks noGrp="1"/>
          </p:cNvSpPr>
          <p:nvPr>
            <p:ph type="body"/>
          </p:nvPr>
        </p:nvSpPr>
        <p:spPr>
          <a:xfrm>
            <a:off x="37800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115" name="PlaceHolder 9"/>
          <p:cNvSpPr>
            <a:spLocks noGrp="1"/>
          </p:cNvSpPr>
          <p:nvPr>
            <p:ph type="body"/>
          </p:nvPr>
        </p:nvSpPr>
        <p:spPr>
          <a:xfrm>
            <a:off x="4292640" y="192096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116" name="PlaceHolder 10"/>
          <p:cNvSpPr>
            <a:spLocks noGrp="1"/>
          </p:cNvSpPr>
          <p:nvPr>
            <p:ph type="body"/>
          </p:nvPr>
        </p:nvSpPr>
        <p:spPr>
          <a:xfrm>
            <a:off x="8207280" y="191592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9.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aphicFrame>
        <p:nvGraphicFramePr>
          <p:cNvPr id="111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1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19" name="Straight Connector 7"/>
          <p:cNvCxnSpPr/>
          <p:nvPr/>
        </p:nvCxnSpPr>
        <p:spPr>
          <a:xfrm>
            <a:off x="377640" y="1227600"/>
            <a:ext cx="11436840" cy="360"/>
          </a:xfrm>
          <a:prstGeom prst="straightConnector1">
            <a:avLst/>
          </a:prstGeom>
          <a:ln w="31750">
            <a:solidFill>
              <a:srgbClr val="00857C"/>
            </a:solidFill>
          </a:ln>
        </p:spPr>
      </p:cxnSp>
      <p:pic>
        <p:nvPicPr>
          <p:cNvPr id="1120" name="Picture 8"/>
          <p:cNvPicPr/>
          <p:nvPr/>
        </p:nvPicPr>
        <p:blipFill>
          <a:blip r:embed="rId5"/>
          <a:stretch/>
        </p:blipFill>
        <p:spPr>
          <a:xfrm>
            <a:off x="10821600" y="6478560"/>
            <a:ext cx="581400" cy="217080"/>
          </a:xfrm>
          <a:prstGeom prst="rect">
            <a:avLst/>
          </a:prstGeom>
          <a:ln w="0">
            <a:noFill/>
          </a:ln>
        </p:spPr>
      </p:pic>
      <p:sp>
        <p:nvSpPr>
          <p:cNvPr id="112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122"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1"/>
                </a:solidFill>
                <a:latin typeface="Invention Light"/>
              </a:rPr>
              <a:t>Click to edit Master title style</a:t>
            </a:r>
            <a:endParaRPr lang="en-US" sz="2750" b="0" strike="noStrike" spc="-1">
              <a:solidFill>
                <a:schemeClr val="dk1"/>
              </a:solidFill>
              <a:latin typeface="Invention"/>
            </a:endParaRPr>
          </a:p>
        </p:txBody>
      </p:sp>
      <p:sp>
        <p:nvSpPr>
          <p:cNvPr id="1123" name="PlaceHolder 2"/>
          <p:cNvSpPr>
            <a:spLocks noGrp="1"/>
          </p:cNvSpPr>
          <p:nvPr>
            <p:ph type="dt" idx="166"/>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124" name="PlaceHolder 3"/>
          <p:cNvSpPr>
            <a:spLocks noGrp="1"/>
          </p:cNvSpPr>
          <p:nvPr>
            <p:ph type="ftr" idx="16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125" name="PlaceHolder 4"/>
          <p:cNvSpPr>
            <a:spLocks noGrp="1"/>
          </p:cNvSpPr>
          <p:nvPr>
            <p:ph type="sldNum" idx="16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2C31CF7-4E6B-4169-AF8F-200364D73488}"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cxnSp>
        <p:nvCxnSpPr>
          <p:cNvPr id="1126" name="Straight Connector 8"/>
          <p:cNvCxnSpPr/>
          <p:nvPr/>
        </p:nvCxnSpPr>
        <p:spPr>
          <a:xfrm>
            <a:off x="377640" y="1227600"/>
            <a:ext cx="11436840" cy="360"/>
          </a:xfrm>
          <a:prstGeom prst="straightConnector1">
            <a:avLst/>
          </a:prstGeom>
          <a:ln w="31750">
            <a:solidFill>
              <a:srgbClr val="FFFFFF"/>
            </a:solidFill>
          </a:ln>
        </p:spPr>
      </p:cxnSp>
      <p:pic>
        <p:nvPicPr>
          <p:cNvPr id="1127" name="Picture 11"/>
          <p:cNvPicPr/>
          <p:nvPr/>
        </p:nvPicPr>
        <p:blipFill>
          <a:blip r:embed="rId6"/>
          <a:stretch/>
        </p:blipFill>
        <p:spPr>
          <a:xfrm>
            <a:off x="10821600" y="6478560"/>
            <a:ext cx="581400" cy="217080"/>
          </a:xfrm>
          <a:prstGeom prst="rect">
            <a:avLst/>
          </a:prstGeom>
          <a:ln w="0">
            <a:noFill/>
          </a:ln>
        </p:spPr>
      </p:pic>
      <p:sp>
        <p:nvSpPr>
          <p:cNvPr id="1128" name="PlaceHolder 5"/>
          <p:cNvSpPr>
            <a:spLocks noGrp="1"/>
          </p:cNvSpPr>
          <p:nvPr>
            <p:ph type="body"/>
          </p:nvPr>
        </p:nvSpPr>
        <p:spPr>
          <a:xfrm>
            <a:off x="37800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
        <p:nvSpPr>
          <p:cNvPr id="1129" name="PlaceHolder 6"/>
          <p:cNvSpPr>
            <a:spLocks noGrp="1"/>
          </p:cNvSpPr>
          <p:nvPr>
            <p:ph type="body"/>
          </p:nvPr>
        </p:nvSpPr>
        <p:spPr>
          <a:xfrm>
            <a:off x="429228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
        <p:nvSpPr>
          <p:cNvPr id="1130" name="PlaceHolder 7"/>
          <p:cNvSpPr>
            <a:spLocks noGrp="1"/>
          </p:cNvSpPr>
          <p:nvPr>
            <p:ph type="body"/>
          </p:nvPr>
        </p:nvSpPr>
        <p:spPr>
          <a:xfrm>
            <a:off x="820656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0.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13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3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33" name="Straight Connector 7"/>
          <p:cNvCxnSpPr/>
          <p:nvPr/>
        </p:nvCxnSpPr>
        <p:spPr>
          <a:xfrm>
            <a:off x="377640" y="1227600"/>
            <a:ext cx="11436840" cy="360"/>
          </a:xfrm>
          <a:prstGeom prst="straightConnector1">
            <a:avLst/>
          </a:prstGeom>
          <a:ln w="31750">
            <a:solidFill>
              <a:srgbClr val="00857C"/>
            </a:solidFill>
          </a:ln>
        </p:spPr>
      </p:cxnSp>
      <p:pic>
        <p:nvPicPr>
          <p:cNvPr id="1134" name="Picture 8"/>
          <p:cNvPicPr/>
          <p:nvPr/>
        </p:nvPicPr>
        <p:blipFill>
          <a:blip r:embed="rId5"/>
          <a:stretch/>
        </p:blipFill>
        <p:spPr>
          <a:xfrm>
            <a:off x="10821600" y="6478560"/>
            <a:ext cx="581400" cy="217080"/>
          </a:xfrm>
          <a:prstGeom prst="rect">
            <a:avLst/>
          </a:prstGeom>
          <a:ln w="0">
            <a:noFill/>
          </a:ln>
        </p:spPr>
      </p:pic>
      <p:sp>
        <p:nvSpPr>
          <p:cNvPr id="1135"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136"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lt1"/>
                </a:solidFill>
                <a:latin typeface="Invention Light"/>
              </a:rPr>
              <a:t>Click to edit Master title style</a:t>
            </a:r>
            <a:endParaRPr lang="en-US" sz="2750" b="0" strike="noStrike" spc="-1">
              <a:solidFill>
                <a:schemeClr val="dk1"/>
              </a:solidFill>
              <a:latin typeface="Invention"/>
            </a:endParaRPr>
          </a:p>
        </p:txBody>
      </p:sp>
      <p:sp>
        <p:nvSpPr>
          <p:cNvPr id="1137" name="PlaceHolder 2"/>
          <p:cNvSpPr>
            <a:spLocks noGrp="1"/>
          </p:cNvSpPr>
          <p:nvPr>
            <p:ph type="dt" idx="169"/>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138" name="PlaceHolder 3"/>
          <p:cNvSpPr>
            <a:spLocks noGrp="1"/>
          </p:cNvSpPr>
          <p:nvPr>
            <p:ph type="ftr" idx="17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139" name="PlaceHolder 4"/>
          <p:cNvSpPr>
            <a:spLocks noGrp="1"/>
          </p:cNvSpPr>
          <p:nvPr>
            <p:ph type="sldNum" idx="17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chemeClr val="lt1"/>
                </a:solidFill>
                <a:latin typeface="Invention"/>
              </a:defRPr>
            </a:lvl1pPr>
          </a:lstStyle>
          <a:p>
            <a:pPr indent="0" algn="r" defTabSz="228600">
              <a:lnSpc>
                <a:spcPct val="100000"/>
              </a:lnSpc>
              <a:buNone/>
            </a:pPr>
            <a:fld id="{47463379-9873-44B5-BD88-C1D06A45DEBE}" type="slidenum">
              <a:rPr lang="en-GB" sz="700" b="0" strike="noStrike" spc="-1">
                <a:solidFill>
                  <a:schemeClr val="lt1"/>
                </a:solidFill>
                <a:latin typeface="Invention"/>
              </a:rPr>
              <a:t>‹#›</a:t>
            </a:fld>
            <a:endParaRPr lang="en-US" sz="700" b="0" strike="noStrike" spc="-1">
              <a:solidFill>
                <a:srgbClr val="FFFFFF"/>
              </a:solidFill>
              <a:latin typeface="Times New Roman"/>
            </a:endParaRPr>
          </a:p>
        </p:txBody>
      </p:sp>
      <p:cxnSp>
        <p:nvCxnSpPr>
          <p:cNvPr id="1140" name="Straight Connector 8"/>
          <p:cNvCxnSpPr/>
          <p:nvPr/>
        </p:nvCxnSpPr>
        <p:spPr>
          <a:xfrm>
            <a:off x="377640" y="1227600"/>
            <a:ext cx="11436840" cy="360"/>
          </a:xfrm>
          <a:prstGeom prst="straightConnector1">
            <a:avLst/>
          </a:prstGeom>
          <a:ln w="31750">
            <a:solidFill>
              <a:srgbClr val="FFFFFF"/>
            </a:solidFill>
          </a:ln>
        </p:spPr>
      </p:cxnSp>
      <p:pic>
        <p:nvPicPr>
          <p:cNvPr id="1141" name="Picture 11"/>
          <p:cNvPicPr/>
          <p:nvPr/>
        </p:nvPicPr>
        <p:blipFill>
          <a:blip r:embed="rId6"/>
          <a:stretch/>
        </p:blipFill>
        <p:spPr>
          <a:xfrm>
            <a:off x="10821600" y="6478560"/>
            <a:ext cx="581400" cy="217080"/>
          </a:xfrm>
          <a:prstGeom prst="rect">
            <a:avLst/>
          </a:prstGeom>
          <a:ln w="0">
            <a:noFill/>
          </a:ln>
        </p:spPr>
      </p:pic>
      <p:sp>
        <p:nvSpPr>
          <p:cNvPr id="1142" name="PlaceHolder 5"/>
          <p:cNvSpPr>
            <a:spLocks noGrp="1"/>
          </p:cNvSpPr>
          <p:nvPr>
            <p:ph type="body"/>
          </p:nvPr>
        </p:nvSpPr>
        <p:spPr>
          <a:xfrm>
            <a:off x="37800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
        <p:nvSpPr>
          <p:cNvPr id="1143" name="PlaceHolder 6"/>
          <p:cNvSpPr>
            <a:spLocks noGrp="1"/>
          </p:cNvSpPr>
          <p:nvPr>
            <p:ph type="body"/>
          </p:nvPr>
        </p:nvSpPr>
        <p:spPr>
          <a:xfrm>
            <a:off x="429228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
        <p:nvSpPr>
          <p:cNvPr id="1144" name="PlaceHolder 7"/>
          <p:cNvSpPr>
            <a:spLocks noGrp="1"/>
          </p:cNvSpPr>
          <p:nvPr>
            <p:ph type="body"/>
          </p:nvPr>
        </p:nvSpPr>
        <p:spPr>
          <a:xfrm>
            <a:off x="8206560" y="1925640"/>
            <a:ext cx="360720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145"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46"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47" name="Straight Connector 7"/>
          <p:cNvCxnSpPr/>
          <p:nvPr/>
        </p:nvCxnSpPr>
        <p:spPr>
          <a:xfrm>
            <a:off x="377640" y="1227600"/>
            <a:ext cx="11436840" cy="360"/>
          </a:xfrm>
          <a:prstGeom prst="straightConnector1">
            <a:avLst/>
          </a:prstGeom>
          <a:ln w="31750">
            <a:solidFill>
              <a:srgbClr val="00857C"/>
            </a:solidFill>
          </a:ln>
        </p:spPr>
      </p:cxnSp>
      <p:pic>
        <p:nvPicPr>
          <p:cNvPr id="1148" name="Picture 8"/>
          <p:cNvPicPr/>
          <p:nvPr/>
        </p:nvPicPr>
        <p:blipFill>
          <a:blip r:embed="rId5"/>
          <a:stretch/>
        </p:blipFill>
        <p:spPr>
          <a:xfrm>
            <a:off x="10821600" y="6478560"/>
            <a:ext cx="581400" cy="217080"/>
          </a:xfrm>
          <a:prstGeom prst="rect">
            <a:avLst/>
          </a:prstGeom>
          <a:ln w="0">
            <a:noFill/>
          </a:ln>
        </p:spPr>
      </p:pic>
      <p:sp>
        <p:nvSpPr>
          <p:cNvPr id="1149"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50"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151" name="PlaceHolder 2"/>
          <p:cNvSpPr>
            <a:spLocks noGrp="1"/>
          </p:cNvSpPr>
          <p:nvPr>
            <p:ph type="body"/>
          </p:nvPr>
        </p:nvSpPr>
        <p:spPr>
          <a:xfrm>
            <a:off x="378000" y="1925640"/>
            <a:ext cx="1143612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52" name="PlaceHolder 3"/>
          <p:cNvSpPr>
            <a:spLocks noGrp="1"/>
          </p:cNvSpPr>
          <p:nvPr>
            <p:ph type="dt" idx="172"/>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153" name="PlaceHolder 4"/>
          <p:cNvSpPr>
            <a:spLocks noGrp="1"/>
          </p:cNvSpPr>
          <p:nvPr>
            <p:ph type="ftr" idx="17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54" name="PlaceHolder 5"/>
          <p:cNvSpPr>
            <a:spLocks noGrp="1"/>
          </p:cNvSpPr>
          <p:nvPr>
            <p:ph type="sldNum" idx="17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C0D21FB-99DC-4E4B-93AB-6F69CCCCDB3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82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15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5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59" name="Straight Connector 7"/>
          <p:cNvCxnSpPr/>
          <p:nvPr/>
        </p:nvCxnSpPr>
        <p:spPr>
          <a:xfrm>
            <a:off x="377640" y="1227600"/>
            <a:ext cx="11436840" cy="360"/>
          </a:xfrm>
          <a:prstGeom prst="straightConnector1">
            <a:avLst/>
          </a:prstGeom>
          <a:ln w="31750">
            <a:solidFill>
              <a:srgbClr val="00857C"/>
            </a:solidFill>
          </a:ln>
        </p:spPr>
      </p:cxnSp>
      <p:pic>
        <p:nvPicPr>
          <p:cNvPr id="1160" name="Picture 8"/>
          <p:cNvPicPr/>
          <p:nvPr/>
        </p:nvPicPr>
        <p:blipFill>
          <a:blip r:embed="rId5"/>
          <a:stretch/>
        </p:blipFill>
        <p:spPr>
          <a:xfrm>
            <a:off x="10821600" y="6478560"/>
            <a:ext cx="581400" cy="217080"/>
          </a:xfrm>
          <a:prstGeom prst="rect">
            <a:avLst/>
          </a:prstGeom>
          <a:ln w="0">
            <a:noFill/>
          </a:ln>
        </p:spPr>
      </p:pic>
      <p:sp>
        <p:nvSpPr>
          <p:cNvPr id="1161"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62"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163" name="PlaceHolder 2"/>
          <p:cNvSpPr>
            <a:spLocks noGrp="1"/>
          </p:cNvSpPr>
          <p:nvPr>
            <p:ph type="body"/>
          </p:nvPr>
        </p:nvSpPr>
        <p:spPr>
          <a:xfrm>
            <a:off x="378000" y="1925640"/>
            <a:ext cx="251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64" name="PlaceHolder 3"/>
          <p:cNvSpPr>
            <a:spLocks noGrp="1"/>
          </p:cNvSpPr>
          <p:nvPr>
            <p:ph type="dt" idx="175"/>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165" name="PlaceHolder 4"/>
          <p:cNvSpPr>
            <a:spLocks noGrp="1"/>
          </p:cNvSpPr>
          <p:nvPr>
            <p:ph type="ftr" idx="17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66" name="PlaceHolder 5"/>
          <p:cNvSpPr>
            <a:spLocks noGrp="1"/>
          </p:cNvSpPr>
          <p:nvPr>
            <p:ph type="sldNum" idx="17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4B46F05-9689-4A81-8722-27017FD40EE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167" name="PlaceHolder 6"/>
          <p:cNvSpPr>
            <a:spLocks noGrp="1"/>
          </p:cNvSpPr>
          <p:nvPr>
            <p:ph type="body"/>
          </p:nvPr>
        </p:nvSpPr>
        <p:spPr>
          <a:xfrm>
            <a:off x="3349800" y="1925640"/>
            <a:ext cx="251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68" name="PlaceHolder 7"/>
          <p:cNvSpPr>
            <a:spLocks noGrp="1"/>
          </p:cNvSpPr>
          <p:nvPr>
            <p:ph type="body"/>
          </p:nvPr>
        </p:nvSpPr>
        <p:spPr>
          <a:xfrm>
            <a:off x="6321960" y="1925640"/>
            <a:ext cx="251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69" name="PlaceHolder 8"/>
          <p:cNvSpPr>
            <a:spLocks noGrp="1"/>
          </p:cNvSpPr>
          <p:nvPr>
            <p:ph type="body"/>
          </p:nvPr>
        </p:nvSpPr>
        <p:spPr>
          <a:xfrm>
            <a:off x="9294120" y="1925640"/>
            <a:ext cx="2519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8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17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7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74" name="Straight Connector 7"/>
          <p:cNvCxnSpPr/>
          <p:nvPr/>
        </p:nvCxnSpPr>
        <p:spPr>
          <a:xfrm>
            <a:off x="377640" y="1227600"/>
            <a:ext cx="11436840" cy="360"/>
          </a:xfrm>
          <a:prstGeom prst="straightConnector1">
            <a:avLst/>
          </a:prstGeom>
          <a:ln w="31750">
            <a:solidFill>
              <a:srgbClr val="00857C"/>
            </a:solidFill>
          </a:ln>
        </p:spPr>
      </p:cxnSp>
      <p:pic>
        <p:nvPicPr>
          <p:cNvPr id="1175" name="Picture 8"/>
          <p:cNvPicPr/>
          <p:nvPr/>
        </p:nvPicPr>
        <p:blipFill>
          <a:blip r:embed="rId5"/>
          <a:stretch/>
        </p:blipFill>
        <p:spPr>
          <a:xfrm>
            <a:off x="10821600" y="6478560"/>
            <a:ext cx="581400" cy="217080"/>
          </a:xfrm>
          <a:prstGeom prst="rect">
            <a:avLst/>
          </a:prstGeom>
          <a:ln w="0">
            <a:noFill/>
          </a:ln>
        </p:spPr>
      </p:pic>
      <p:sp>
        <p:nvSpPr>
          <p:cNvPr id="1176"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77"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178" name="PlaceHolder 2"/>
          <p:cNvSpPr>
            <a:spLocks noGrp="1"/>
          </p:cNvSpPr>
          <p:nvPr>
            <p:ph type="body"/>
          </p:nvPr>
        </p:nvSpPr>
        <p:spPr>
          <a:xfrm>
            <a:off x="864000" y="1925640"/>
            <a:ext cx="2033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79" name="PlaceHolder 3"/>
          <p:cNvSpPr>
            <a:spLocks noGrp="1"/>
          </p:cNvSpPr>
          <p:nvPr>
            <p:ph type="dt" idx="178"/>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180" name="PlaceHolder 4"/>
          <p:cNvSpPr>
            <a:spLocks noGrp="1"/>
          </p:cNvSpPr>
          <p:nvPr>
            <p:ph type="ftr" idx="17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81" name="PlaceHolder 5"/>
          <p:cNvSpPr>
            <a:spLocks noGrp="1"/>
          </p:cNvSpPr>
          <p:nvPr>
            <p:ph type="sldNum" idx="18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7405E1A-E794-45FE-BB46-9BFDD2FD283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182" name="PlaceHolder 6"/>
          <p:cNvSpPr>
            <a:spLocks noGrp="1"/>
          </p:cNvSpPr>
          <p:nvPr>
            <p:ph type="body"/>
          </p:nvPr>
        </p:nvSpPr>
        <p:spPr>
          <a:xfrm>
            <a:off x="3835800" y="1925640"/>
            <a:ext cx="2033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83" name="PlaceHolder 7"/>
          <p:cNvSpPr>
            <a:spLocks noGrp="1"/>
          </p:cNvSpPr>
          <p:nvPr>
            <p:ph type="body"/>
          </p:nvPr>
        </p:nvSpPr>
        <p:spPr>
          <a:xfrm>
            <a:off x="6807960" y="1925640"/>
            <a:ext cx="2033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84" name="PlaceHolder 8"/>
          <p:cNvSpPr>
            <a:spLocks noGrp="1"/>
          </p:cNvSpPr>
          <p:nvPr>
            <p:ph type="body"/>
          </p:nvPr>
        </p:nvSpPr>
        <p:spPr>
          <a:xfrm>
            <a:off x="9780120" y="1925640"/>
            <a:ext cx="2033640" cy="44557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185" name="PlaceHolder 9"/>
          <p:cNvSpPr>
            <a:spLocks noGrp="1"/>
          </p:cNvSpPr>
          <p:nvPr>
            <p:ph type="body"/>
          </p:nvPr>
        </p:nvSpPr>
        <p:spPr>
          <a:xfrm>
            <a:off x="37800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186" name="PlaceHolder 10"/>
          <p:cNvSpPr>
            <a:spLocks noGrp="1"/>
          </p:cNvSpPr>
          <p:nvPr>
            <p:ph type="body"/>
          </p:nvPr>
        </p:nvSpPr>
        <p:spPr>
          <a:xfrm>
            <a:off x="334836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187" name="PlaceHolder 11"/>
          <p:cNvSpPr>
            <a:spLocks noGrp="1"/>
          </p:cNvSpPr>
          <p:nvPr>
            <p:ph type="body"/>
          </p:nvPr>
        </p:nvSpPr>
        <p:spPr>
          <a:xfrm>
            <a:off x="631872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188" name="PlaceHolder 12"/>
          <p:cNvSpPr>
            <a:spLocks noGrp="1"/>
          </p:cNvSpPr>
          <p:nvPr>
            <p:ph type="body"/>
          </p:nvPr>
        </p:nvSpPr>
        <p:spPr>
          <a:xfrm>
            <a:off x="928908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18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19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191" name="Straight Connector 7"/>
          <p:cNvCxnSpPr/>
          <p:nvPr/>
        </p:nvCxnSpPr>
        <p:spPr>
          <a:xfrm>
            <a:off x="377640" y="1227600"/>
            <a:ext cx="11436840" cy="360"/>
          </a:xfrm>
          <a:prstGeom prst="straightConnector1">
            <a:avLst/>
          </a:prstGeom>
          <a:ln w="31750">
            <a:solidFill>
              <a:srgbClr val="00857C"/>
            </a:solidFill>
          </a:ln>
        </p:spPr>
      </p:cxnSp>
      <p:pic>
        <p:nvPicPr>
          <p:cNvPr id="1192" name="Picture 8"/>
          <p:cNvPicPr/>
          <p:nvPr/>
        </p:nvPicPr>
        <p:blipFill>
          <a:blip r:embed="rId5"/>
          <a:stretch/>
        </p:blipFill>
        <p:spPr>
          <a:xfrm>
            <a:off x="10821600" y="6478560"/>
            <a:ext cx="581400" cy="217080"/>
          </a:xfrm>
          <a:prstGeom prst="rect">
            <a:avLst/>
          </a:prstGeom>
          <a:ln w="0">
            <a:noFill/>
          </a:ln>
        </p:spPr>
      </p:pic>
      <p:sp>
        <p:nvSpPr>
          <p:cNvPr id="1193"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194"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195" name="PlaceHolder 2"/>
          <p:cNvSpPr>
            <a:spLocks noGrp="1"/>
          </p:cNvSpPr>
          <p:nvPr>
            <p:ph type="body"/>
          </p:nvPr>
        </p:nvSpPr>
        <p:spPr>
          <a:xfrm>
            <a:off x="37800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p:txBody>
      </p:sp>
      <p:sp>
        <p:nvSpPr>
          <p:cNvPr id="1196" name="PlaceHolder 3"/>
          <p:cNvSpPr>
            <a:spLocks noGrp="1"/>
          </p:cNvSpPr>
          <p:nvPr>
            <p:ph type="dt" idx="181"/>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197" name="PlaceHolder 4"/>
          <p:cNvSpPr>
            <a:spLocks noGrp="1"/>
          </p:cNvSpPr>
          <p:nvPr>
            <p:ph type="ftr" idx="18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98" name="PlaceHolder 5"/>
          <p:cNvSpPr>
            <a:spLocks noGrp="1"/>
          </p:cNvSpPr>
          <p:nvPr>
            <p:ph type="sldNum" idx="18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D76FB02-3A00-4237-B04D-0778697CC6A9}"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199" name="PlaceHolder 6"/>
          <p:cNvSpPr>
            <a:spLocks noGrp="1"/>
          </p:cNvSpPr>
          <p:nvPr>
            <p:ph type="body"/>
          </p:nvPr>
        </p:nvSpPr>
        <p:spPr>
          <a:xfrm>
            <a:off x="327204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p:txBody>
      </p:sp>
      <p:sp>
        <p:nvSpPr>
          <p:cNvPr id="1200" name="PlaceHolder 7"/>
          <p:cNvSpPr>
            <a:spLocks noGrp="1"/>
          </p:cNvSpPr>
          <p:nvPr>
            <p:ph type="body"/>
          </p:nvPr>
        </p:nvSpPr>
        <p:spPr>
          <a:xfrm>
            <a:off x="616608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p:txBody>
      </p:sp>
      <p:sp>
        <p:nvSpPr>
          <p:cNvPr id="1201" name="PlaceHolder 8"/>
          <p:cNvSpPr>
            <a:spLocks noGrp="1"/>
          </p:cNvSpPr>
          <p:nvPr>
            <p:ph type="body"/>
          </p:nvPr>
        </p:nvSpPr>
        <p:spPr>
          <a:xfrm>
            <a:off x="9060120" y="2779560"/>
            <a:ext cx="2753640" cy="3601800"/>
          </a:xfrm>
          <a:prstGeom prst="rect">
            <a:avLst/>
          </a:prstGeom>
          <a:solidFill>
            <a:srgbClr val="F7F7F7"/>
          </a:solidFill>
          <a:ln w="0">
            <a:noFill/>
          </a:ln>
        </p:spPr>
        <p:txBody>
          <a:bodyPr lIns="288000" tIns="216000" rIns="288000" bIns="21600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p:txBody>
      </p:sp>
      <p:sp>
        <p:nvSpPr>
          <p:cNvPr id="1202" name="PlaceHolder 9"/>
          <p:cNvSpPr>
            <a:spLocks noGrp="1"/>
          </p:cNvSpPr>
          <p:nvPr>
            <p:ph type="body"/>
          </p:nvPr>
        </p:nvSpPr>
        <p:spPr>
          <a:xfrm>
            <a:off x="37800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p:txBody>
      </p:sp>
      <p:sp>
        <p:nvSpPr>
          <p:cNvPr id="1203" name="PlaceHolder 10"/>
          <p:cNvSpPr>
            <a:spLocks noGrp="1"/>
          </p:cNvSpPr>
          <p:nvPr>
            <p:ph type="body"/>
          </p:nvPr>
        </p:nvSpPr>
        <p:spPr>
          <a:xfrm>
            <a:off x="327168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p:txBody>
      </p:sp>
      <p:sp>
        <p:nvSpPr>
          <p:cNvPr id="1204" name="PlaceHolder 11"/>
          <p:cNvSpPr>
            <a:spLocks noGrp="1"/>
          </p:cNvSpPr>
          <p:nvPr>
            <p:ph type="body"/>
          </p:nvPr>
        </p:nvSpPr>
        <p:spPr>
          <a:xfrm>
            <a:off x="616536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p:txBody>
      </p:sp>
      <p:sp>
        <p:nvSpPr>
          <p:cNvPr id="1205" name="PlaceHolder 12"/>
          <p:cNvSpPr>
            <a:spLocks noGrp="1"/>
          </p:cNvSpPr>
          <p:nvPr>
            <p:ph type="body"/>
          </p:nvPr>
        </p:nvSpPr>
        <p:spPr>
          <a:xfrm>
            <a:off x="9059400" y="1925640"/>
            <a:ext cx="2754000" cy="694440"/>
          </a:xfrm>
          <a:prstGeom prst="rect">
            <a:avLst/>
          </a:prstGeom>
          <a:solidFill>
            <a:schemeClr val="accent1"/>
          </a:solidFill>
          <a:ln w="0">
            <a:noFill/>
          </a:ln>
        </p:spPr>
        <p:txBody>
          <a:bodyPr lIns="288000" tIns="0" rIns="288000" bIns="0" anchor="ctr">
            <a:noAutofit/>
          </a:bodyPr>
          <a:lstStyle/>
          <a:p>
            <a:pPr indent="0" defTabSz="914400">
              <a:lnSpc>
                <a:spcPct val="100000"/>
              </a:lnSpc>
              <a:buNone/>
              <a:tabLst>
                <a:tab pos="0" algn="l"/>
              </a:tabLst>
            </a:pPr>
            <a:r>
              <a:rPr lang="en-US" sz="1600" b="0" strike="noStrike" spc="-1">
                <a:solidFill>
                  <a:schemeClr val="lt1"/>
                </a:solidFill>
                <a:latin typeface="Invention"/>
              </a:rPr>
              <a:t>Click to edit Master text styles</a:t>
            </a:r>
            <a:endParaRPr lang="en-US" sz="16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3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0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0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08" name="Straight Connector 7"/>
          <p:cNvCxnSpPr/>
          <p:nvPr/>
        </p:nvCxnSpPr>
        <p:spPr>
          <a:xfrm>
            <a:off x="377640" y="1227600"/>
            <a:ext cx="11436840" cy="360"/>
          </a:xfrm>
          <a:prstGeom prst="straightConnector1">
            <a:avLst/>
          </a:prstGeom>
          <a:ln w="31750">
            <a:solidFill>
              <a:srgbClr val="00857C"/>
            </a:solidFill>
          </a:ln>
        </p:spPr>
      </p:cxnSp>
      <p:pic>
        <p:nvPicPr>
          <p:cNvPr id="1209" name="Picture 8"/>
          <p:cNvPicPr/>
          <p:nvPr/>
        </p:nvPicPr>
        <p:blipFill>
          <a:blip r:embed="rId5"/>
          <a:stretch/>
        </p:blipFill>
        <p:spPr>
          <a:xfrm>
            <a:off x="10821600" y="6478560"/>
            <a:ext cx="581400" cy="217080"/>
          </a:xfrm>
          <a:prstGeom prst="rect">
            <a:avLst/>
          </a:prstGeom>
          <a:ln w="0">
            <a:noFill/>
          </a:ln>
        </p:spPr>
      </p:pic>
      <p:sp>
        <p:nvSpPr>
          <p:cNvPr id="1210"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11"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12" name="PlaceHolder 2"/>
          <p:cNvSpPr>
            <a:spLocks noGrp="1"/>
          </p:cNvSpPr>
          <p:nvPr>
            <p:ph type="dt" idx="184"/>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13" name="PlaceHolder 3"/>
          <p:cNvSpPr>
            <a:spLocks noGrp="1"/>
          </p:cNvSpPr>
          <p:nvPr>
            <p:ph type="ftr" idx="18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14" name="PlaceHolder 4"/>
          <p:cNvSpPr>
            <a:spLocks noGrp="1"/>
          </p:cNvSpPr>
          <p:nvPr>
            <p:ph type="sldNum" idx="18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DE414C05-1D92-4FC5-ADEB-C2C13BB2C26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15" name="PlaceHolder 5"/>
          <p:cNvSpPr>
            <a:spLocks noGrp="1"/>
          </p:cNvSpPr>
          <p:nvPr>
            <p:ph type="body"/>
          </p:nvPr>
        </p:nvSpPr>
        <p:spPr>
          <a:xfrm>
            <a:off x="378000" y="1925640"/>
            <a:ext cx="54885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cxnSp>
        <p:nvCxnSpPr>
          <p:cNvPr id="1216" name="Straight Connector 7"/>
          <p:cNvCxnSpPr/>
          <p:nvPr/>
        </p:nvCxnSpPr>
        <p:spPr>
          <a:xfrm>
            <a:off x="6095880" y="1925280"/>
            <a:ext cx="360" cy="4456800"/>
          </a:xfrm>
          <a:prstGeom prst="straightConnector1">
            <a:avLst/>
          </a:prstGeom>
          <a:ln w="19050">
            <a:solidFill>
              <a:srgbClr val="0C2340"/>
            </a:solidFill>
          </a:ln>
        </p:spPr>
      </p:cxnSp>
      <p:cxnSp>
        <p:nvCxnSpPr>
          <p:cNvPr id="1217" name="Straight Connector 8"/>
          <p:cNvCxnSpPr/>
          <p:nvPr/>
        </p:nvCxnSpPr>
        <p:spPr>
          <a:xfrm>
            <a:off x="6325200" y="4153680"/>
            <a:ext cx="5490360" cy="360"/>
          </a:xfrm>
          <a:prstGeom prst="straightConnector1">
            <a:avLst/>
          </a:prstGeom>
          <a:ln w="19050">
            <a:solidFill>
              <a:srgbClr val="0C2340"/>
            </a:solidFill>
          </a:ln>
        </p:spPr>
      </p:cxnSp>
      <p:cxnSp>
        <p:nvCxnSpPr>
          <p:cNvPr id="1218" name="Straight Connector 9"/>
          <p:cNvCxnSpPr/>
          <p:nvPr/>
        </p:nvCxnSpPr>
        <p:spPr>
          <a:xfrm>
            <a:off x="377640" y="4153680"/>
            <a:ext cx="5490360" cy="360"/>
          </a:xfrm>
          <a:prstGeom prst="straightConnector1">
            <a:avLst/>
          </a:prstGeom>
          <a:ln w="19050">
            <a:solidFill>
              <a:srgbClr val="0C2340"/>
            </a:solidFill>
          </a:ln>
        </p:spPr>
      </p:cxnSp>
      <p:sp>
        <p:nvSpPr>
          <p:cNvPr id="1219" name="PlaceHolder 6"/>
          <p:cNvSpPr>
            <a:spLocks noGrp="1"/>
          </p:cNvSpPr>
          <p:nvPr>
            <p:ph type="body"/>
          </p:nvPr>
        </p:nvSpPr>
        <p:spPr>
          <a:xfrm>
            <a:off x="378000" y="4381920"/>
            <a:ext cx="54885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20" name="PlaceHolder 7"/>
          <p:cNvSpPr>
            <a:spLocks noGrp="1"/>
          </p:cNvSpPr>
          <p:nvPr>
            <p:ph type="body"/>
          </p:nvPr>
        </p:nvSpPr>
        <p:spPr>
          <a:xfrm>
            <a:off x="6324120" y="1925640"/>
            <a:ext cx="54885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21" name="PlaceHolder 8"/>
          <p:cNvSpPr>
            <a:spLocks noGrp="1"/>
          </p:cNvSpPr>
          <p:nvPr>
            <p:ph type="body"/>
          </p:nvPr>
        </p:nvSpPr>
        <p:spPr>
          <a:xfrm>
            <a:off x="6324120" y="4381920"/>
            <a:ext cx="54885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83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2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2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24" name="Straight Connector 7"/>
          <p:cNvCxnSpPr/>
          <p:nvPr/>
        </p:nvCxnSpPr>
        <p:spPr>
          <a:xfrm>
            <a:off x="377640" y="1227600"/>
            <a:ext cx="11436840" cy="360"/>
          </a:xfrm>
          <a:prstGeom prst="straightConnector1">
            <a:avLst/>
          </a:prstGeom>
          <a:ln w="31750">
            <a:solidFill>
              <a:srgbClr val="00857C"/>
            </a:solidFill>
          </a:ln>
        </p:spPr>
      </p:cxnSp>
      <p:pic>
        <p:nvPicPr>
          <p:cNvPr id="1225" name="Picture 8"/>
          <p:cNvPicPr/>
          <p:nvPr/>
        </p:nvPicPr>
        <p:blipFill>
          <a:blip r:embed="rId5"/>
          <a:stretch/>
        </p:blipFill>
        <p:spPr>
          <a:xfrm>
            <a:off x="10821600" y="6478560"/>
            <a:ext cx="581400" cy="217080"/>
          </a:xfrm>
          <a:prstGeom prst="rect">
            <a:avLst/>
          </a:prstGeom>
          <a:ln w="0">
            <a:noFill/>
          </a:ln>
        </p:spPr>
      </p:pic>
      <p:sp>
        <p:nvSpPr>
          <p:cNvPr id="1226"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27"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28" name="PlaceHolder 2"/>
          <p:cNvSpPr>
            <a:spLocks noGrp="1"/>
          </p:cNvSpPr>
          <p:nvPr>
            <p:ph type="dt" idx="187"/>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29" name="PlaceHolder 3"/>
          <p:cNvSpPr>
            <a:spLocks noGrp="1"/>
          </p:cNvSpPr>
          <p:nvPr>
            <p:ph type="ftr" idx="18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30" name="PlaceHolder 4"/>
          <p:cNvSpPr>
            <a:spLocks noGrp="1"/>
          </p:cNvSpPr>
          <p:nvPr>
            <p:ph type="sldNum" idx="18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D60D58AA-EA21-4898-9084-27B33CFA7554}"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31" name="PlaceHolder 5"/>
          <p:cNvSpPr>
            <a:spLocks noGrp="1"/>
          </p:cNvSpPr>
          <p:nvPr>
            <p:ph type="body"/>
          </p:nvPr>
        </p:nvSpPr>
        <p:spPr>
          <a:xfrm>
            <a:off x="759240" y="1925640"/>
            <a:ext cx="51069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32" name="PlaceHolder 6"/>
          <p:cNvSpPr>
            <a:spLocks noGrp="1"/>
          </p:cNvSpPr>
          <p:nvPr>
            <p:ph type="body"/>
          </p:nvPr>
        </p:nvSpPr>
        <p:spPr>
          <a:xfrm>
            <a:off x="759240" y="4381920"/>
            <a:ext cx="51069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33" name="PlaceHolder 7"/>
          <p:cNvSpPr>
            <a:spLocks noGrp="1"/>
          </p:cNvSpPr>
          <p:nvPr>
            <p:ph type="body"/>
          </p:nvPr>
        </p:nvSpPr>
        <p:spPr>
          <a:xfrm>
            <a:off x="6705360" y="1925640"/>
            <a:ext cx="51069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34" name="PlaceHolder 8"/>
          <p:cNvSpPr>
            <a:spLocks noGrp="1"/>
          </p:cNvSpPr>
          <p:nvPr>
            <p:ph type="body"/>
          </p:nvPr>
        </p:nvSpPr>
        <p:spPr>
          <a:xfrm>
            <a:off x="6705360" y="4381920"/>
            <a:ext cx="5106960" cy="186948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35" name="PlaceHolder 9"/>
          <p:cNvSpPr>
            <a:spLocks noGrp="1"/>
          </p:cNvSpPr>
          <p:nvPr>
            <p:ph type="body"/>
          </p:nvPr>
        </p:nvSpPr>
        <p:spPr>
          <a:xfrm>
            <a:off x="37800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236" name="PlaceHolder 10"/>
          <p:cNvSpPr>
            <a:spLocks noGrp="1"/>
          </p:cNvSpPr>
          <p:nvPr>
            <p:ph type="body"/>
          </p:nvPr>
        </p:nvSpPr>
        <p:spPr>
          <a:xfrm>
            <a:off x="6324120" y="192564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237" name="PlaceHolder 11"/>
          <p:cNvSpPr>
            <a:spLocks noGrp="1"/>
          </p:cNvSpPr>
          <p:nvPr>
            <p:ph type="body"/>
          </p:nvPr>
        </p:nvSpPr>
        <p:spPr>
          <a:xfrm>
            <a:off x="378000" y="438192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
        <p:nvSpPr>
          <p:cNvPr id="1238" name="PlaceHolder 12"/>
          <p:cNvSpPr>
            <a:spLocks noGrp="1"/>
          </p:cNvSpPr>
          <p:nvPr>
            <p:ph type="body"/>
          </p:nvPr>
        </p:nvSpPr>
        <p:spPr>
          <a:xfrm>
            <a:off x="6324120" y="4381920"/>
            <a:ext cx="380880" cy="853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0.</a:t>
            </a:r>
            <a:endParaRPr lang="en-US" sz="275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3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3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4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41" name="Straight Connector 7"/>
          <p:cNvCxnSpPr/>
          <p:nvPr/>
        </p:nvCxnSpPr>
        <p:spPr>
          <a:xfrm>
            <a:off x="377640" y="1227600"/>
            <a:ext cx="11436840" cy="360"/>
          </a:xfrm>
          <a:prstGeom prst="straightConnector1">
            <a:avLst/>
          </a:prstGeom>
          <a:ln w="31750">
            <a:solidFill>
              <a:srgbClr val="00857C"/>
            </a:solidFill>
          </a:ln>
        </p:spPr>
      </p:cxnSp>
      <p:pic>
        <p:nvPicPr>
          <p:cNvPr id="1242" name="Picture 8"/>
          <p:cNvPicPr/>
          <p:nvPr/>
        </p:nvPicPr>
        <p:blipFill>
          <a:blip r:embed="rId5"/>
          <a:stretch/>
        </p:blipFill>
        <p:spPr>
          <a:xfrm>
            <a:off x="10821600" y="6478560"/>
            <a:ext cx="581400" cy="217080"/>
          </a:xfrm>
          <a:prstGeom prst="rect">
            <a:avLst/>
          </a:prstGeom>
          <a:ln w="0">
            <a:noFill/>
          </a:ln>
        </p:spPr>
      </p:pic>
      <p:sp>
        <p:nvSpPr>
          <p:cNvPr id="1243"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44"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45" name="PlaceHolder 2"/>
          <p:cNvSpPr>
            <a:spLocks noGrp="1"/>
          </p:cNvSpPr>
          <p:nvPr>
            <p:ph type="body"/>
          </p:nvPr>
        </p:nvSpPr>
        <p:spPr>
          <a:xfrm>
            <a:off x="378000" y="3981600"/>
            <a:ext cx="3607200" cy="23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46" name="PlaceHolder 3"/>
          <p:cNvSpPr>
            <a:spLocks noGrp="1"/>
          </p:cNvSpPr>
          <p:nvPr>
            <p:ph type="dt" idx="190"/>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47" name="PlaceHolder 4"/>
          <p:cNvSpPr>
            <a:spLocks noGrp="1"/>
          </p:cNvSpPr>
          <p:nvPr>
            <p:ph type="ftr" idx="19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48" name="PlaceHolder 5"/>
          <p:cNvSpPr>
            <a:spLocks noGrp="1"/>
          </p:cNvSpPr>
          <p:nvPr>
            <p:ph type="sldNum" idx="19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8BAEB0B7-5399-4EEB-9B87-D07C0CAE5FBE}"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49" name="PlaceHolder 6"/>
          <p:cNvSpPr>
            <a:spLocks noGrp="1"/>
          </p:cNvSpPr>
          <p:nvPr>
            <p:ph type="body"/>
          </p:nvPr>
        </p:nvSpPr>
        <p:spPr>
          <a:xfrm>
            <a:off x="4292280" y="3981600"/>
            <a:ext cx="3607200" cy="23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50" name="PlaceHolder 7"/>
          <p:cNvSpPr>
            <a:spLocks noGrp="1"/>
          </p:cNvSpPr>
          <p:nvPr>
            <p:ph type="body"/>
          </p:nvPr>
        </p:nvSpPr>
        <p:spPr>
          <a:xfrm>
            <a:off x="8206560" y="3981600"/>
            <a:ext cx="3607200" cy="23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51" name="PlaceHolder 8"/>
          <p:cNvSpPr>
            <a:spLocks noGrp="1"/>
          </p:cNvSpPr>
          <p:nvPr>
            <p:ph type="body"/>
          </p:nvPr>
        </p:nvSpPr>
        <p:spPr>
          <a:xfrm>
            <a:off x="378000" y="1934280"/>
            <a:ext cx="11436120" cy="1730160"/>
          </a:xfrm>
          <a:prstGeom prst="rect">
            <a:avLst/>
          </a:prstGeom>
          <a:noFill/>
          <a:ln w="0">
            <a:noFill/>
          </a:ln>
        </p:spPr>
        <p:txBody>
          <a:bodyPr lIns="0" tIns="0" rIns="0" bIns="0" anchor="t">
            <a:noAutofit/>
          </a:bodyPr>
          <a:lstStyle/>
          <a:p>
            <a:pPr indent="0" defTabSz="914400">
              <a:lnSpc>
                <a:spcPct val="85000"/>
              </a:lnSpc>
              <a:buNone/>
              <a:tabLst>
                <a:tab pos="0" algn="l"/>
              </a:tabLst>
            </a:pPr>
            <a:r>
              <a:rPr lang="en-US" sz="6000" b="0" strike="noStrike" spc="-1">
                <a:solidFill>
                  <a:schemeClr val="accent1"/>
                </a:solidFill>
                <a:latin typeface="Invention Light"/>
              </a:rPr>
              <a:t>Click to edit Master text styles</a:t>
            </a:r>
            <a:endParaRPr lang="en-US" sz="60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4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5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5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54" name="Straight Connector 7"/>
          <p:cNvCxnSpPr/>
          <p:nvPr/>
        </p:nvCxnSpPr>
        <p:spPr>
          <a:xfrm>
            <a:off x="377640" y="1227600"/>
            <a:ext cx="11436840" cy="360"/>
          </a:xfrm>
          <a:prstGeom prst="straightConnector1">
            <a:avLst/>
          </a:prstGeom>
          <a:ln w="31750">
            <a:solidFill>
              <a:srgbClr val="00857C"/>
            </a:solidFill>
          </a:ln>
        </p:spPr>
      </p:cxnSp>
      <p:pic>
        <p:nvPicPr>
          <p:cNvPr id="1255" name="Picture 8"/>
          <p:cNvPicPr/>
          <p:nvPr/>
        </p:nvPicPr>
        <p:blipFill>
          <a:blip r:embed="rId5"/>
          <a:stretch/>
        </p:blipFill>
        <p:spPr>
          <a:xfrm>
            <a:off x="10821600" y="6478560"/>
            <a:ext cx="581400" cy="217080"/>
          </a:xfrm>
          <a:prstGeom prst="rect">
            <a:avLst/>
          </a:prstGeom>
          <a:ln w="0">
            <a:noFill/>
          </a:ln>
        </p:spPr>
      </p:pic>
      <p:sp>
        <p:nvSpPr>
          <p:cNvPr id="1256"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57"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58" name="PlaceHolder 2"/>
          <p:cNvSpPr>
            <a:spLocks noGrp="1"/>
          </p:cNvSpPr>
          <p:nvPr>
            <p:ph type="body"/>
          </p:nvPr>
        </p:nvSpPr>
        <p:spPr>
          <a:xfrm>
            <a:off x="7225200" y="1925640"/>
            <a:ext cx="4588560" cy="353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59" name="PlaceHolder 3"/>
          <p:cNvSpPr>
            <a:spLocks noGrp="1"/>
          </p:cNvSpPr>
          <p:nvPr>
            <p:ph type="dt" idx="193"/>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60" name="PlaceHolder 4"/>
          <p:cNvSpPr>
            <a:spLocks noGrp="1"/>
          </p:cNvSpPr>
          <p:nvPr>
            <p:ph type="ftr" idx="19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61" name="PlaceHolder 5"/>
          <p:cNvSpPr>
            <a:spLocks noGrp="1"/>
          </p:cNvSpPr>
          <p:nvPr>
            <p:ph type="sldNum" idx="19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11128FF-22D4-48DF-9D65-DAFD490CAD09}"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62" name="PlaceHolder 6"/>
          <p:cNvSpPr>
            <a:spLocks noGrp="1"/>
          </p:cNvSpPr>
          <p:nvPr>
            <p:ph type="body"/>
          </p:nvPr>
        </p:nvSpPr>
        <p:spPr>
          <a:xfrm>
            <a:off x="378000" y="1925640"/>
            <a:ext cx="5717880" cy="3537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4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63"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64"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65" name="Straight Connector 7"/>
          <p:cNvCxnSpPr/>
          <p:nvPr/>
        </p:nvCxnSpPr>
        <p:spPr>
          <a:xfrm>
            <a:off x="377640" y="1227600"/>
            <a:ext cx="11436840" cy="360"/>
          </a:xfrm>
          <a:prstGeom prst="straightConnector1">
            <a:avLst/>
          </a:prstGeom>
          <a:ln w="31750">
            <a:solidFill>
              <a:srgbClr val="00857C"/>
            </a:solidFill>
          </a:ln>
        </p:spPr>
      </p:cxnSp>
      <p:pic>
        <p:nvPicPr>
          <p:cNvPr id="1266" name="Picture 8"/>
          <p:cNvPicPr/>
          <p:nvPr/>
        </p:nvPicPr>
        <p:blipFill>
          <a:blip r:embed="rId5"/>
          <a:stretch/>
        </p:blipFill>
        <p:spPr>
          <a:xfrm>
            <a:off x="10821600" y="6478560"/>
            <a:ext cx="581400" cy="217080"/>
          </a:xfrm>
          <a:prstGeom prst="rect">
            <a:avLst/>
          </a:prstGeom>
          <a:ln w="0">
            <a:noFill/>
          </a:ln>
        </p:spPr>
      </p:pic>
      <p:sp>
        <p:nvSpPr>
          <p:cNvPr id="1267"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68"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69" name="PlaceHolder 2"/>
          <p:cNvSpPr>
            <a:spLocks noGrp="1"/>
          </p:cNvSpPr>
          <p:nvPr>
            <p:ph type="body"/>
          </p:nvPr>
        </p:nvSpPr>
        <p:spPr>
          <a:xfrm>
            <a:off x="378000" y="2439360"/>
            <a:ext cx="4245840" cy="302400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70" name="PlaceHolder 3"/>
          <p:cNvSpPr>
            <a:spLocks noGrp="1"/>
          </p:cNvSpPr>
          <p:nvPr>
            <p:ph type="dt" idx="196"/>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71" name="PlaceHolder 4"/>
          <p:cNvSpPr>
            <a:spLocks noGrp="1"/>
          </p:cNvSpPr>
          <p:nvPr>
            <p:ph type="ftr" idx="19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72" name="PlaceHolder 5"/>
          <p:cNvSpPr>
            <a:spLocks noGrp="1"/>
          </p:cNvSpPr>
          <p:nvPr>
            <p:ph type="sldNum" idx="19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A939388-EE9A-42BD-ABB4-0F0823E44C7B}"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73" name="PlaceHolder 6"/>
          <p:cNvSpPr>
            <a:spLocks noGrp="1"/>
          </p:cNvSpPr>
          <p:nvPr>
            <p:ph type="body"/>
          </p:nvPr>
        </p:nvSpPr>
        <p:spPr>
          <a:xfrm>
            <a:off x="6252120" y="2439360"/>
            <a:ext cx="5561640" cy="30240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74"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75"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76" name="Straight Connector 7"/>
          <p:cNvCxnSpPr/>
          <p:nvPr/>
        </p:nvCxnSpPr>
        <p:spPr>
          <a:xfrm>
            <a:off x="377640" y="1227600"/>
            <a:ext cx="11436840" cy="360"/>
          </a:xfrm>
          <a:prstGeom prst="straightConnector1">
            <a:avLst/>
          </a:prstGeom>
          <a:ln w="31750">
            <a:solidFill>
              <a:srgbClr val="00857C"/>
            </a:solidFill>
          </a:ln>
        </p:spPr>
      </p:cxnSp>
      <p:pic>
        <p:nvPicPr>
          <p:cNvPr id="1277" name="Picture 8"/>
          <p:cNvPicPr/>
          <p:nvPr/>
        </p:nvPicPr>
        <p:blipFill>
          <a:blip r:embed="rId5"/>
          <a:stretch/>
        </p:blipFill>
        <p:spPr>
          <a:xfrm>
            <a:off x="10821600" y="6478560"/>
            <a:ext cx="581400" cy="217080"/>
          </a:xfrm>
          <a:prstGeom prst="rect">
            <a:avLst/>
          </a:prstGeom>
          <a:ln w="0">
            <a:noFill/>
          </a:ln>
        </p:spPr>
      </p:pic>
      <p:sp>
        <p:nvSpPr>
          <p:cNvPr id="1278"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79"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80" name="PlaceHolder 2"/>
          <p:cNvSpPr>
            <a:spLocks noGrp="1"/>
          </p:cNvSpPr>
          <p:nvPr>
            <p:ph type="body"/>
          </p:nvPr>
        </p:nvSpPr>
        <p:spPr>
          <a:xfrm>
            <a:off x="7225200" y="1925640"/>
            <a:ext cx="4588560" cy="3601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81" name="PlaceHolder 3"/>
          <p:cNvSpPr>
            <a:spLocks noGrp="1"/>
          </p:cNvSpPr>
          <p:nvPr>
            <p:ph type="dt" idx="199"/>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82" name="PlaceHolder 4"/>
          <p:cNvSpPr>
            <a:spLocks noGrp="1"/>
          </p:cNvSpPr>
          <p:nvPr>
            <p:ph type="ftr" idx="20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83" name="PlaceHolder 5"/>
          <p:cNvSpPr>
            <a:spLocks noGrp="1"/>
          </p:cNvSpPr>
          <p:nvPr>
            <p:ph type="sldNum" idx="20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860B1FE-614A-49C0-B0E9-62F3F967DC28}"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84" name="PlaceHolder 6"/>
          <p:cNvSpPr>
            <a:spLocks noGrp="1"/>
          </p:cNvSpPr>
          <p:nvPr>
            <p:ph type="body"/>
          </p:nvPr>
        </p:nvSpPr>
        <p:spPr>
          <a:xfrm>
            <a:off x="378000" y="1925640"/>
            <a:ext cx="3606840" cy="1981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285" name="PlaceHolder 7"/>
          <p:cNvSpPr>
            <a:spLocks noGrp="1"/>
          </p:cNvSpPr>
          <p:nvPr>
            <p:ph type="body"/>
          </p:nvPr>
        </p:nvSpPr>
        <p:spPr>
          <a:xfrm>
            <a:off x="3985560" y="3907440"/>
            <a:ext cx="2260440" cy="1619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4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28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8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288" name="Straight Connector 7"/>
          <p:cNvCxnSpPr/>
          <p:nvPr/>
        </p:nvCxnSpPr>
        <p:spPr>
          <a:xfrm>
            <a:off x="377640" y="1227600"/>
            <a:ext cx="11436840" cy="360"/>
          </a:xfrm>
          <a:prstGeom prst="straightConnector1">
            <a:avLst/>
          </a:prstGeom>
          <a:ln w="31750">
            <a:solidFill>
              <a:srgbClr val="00857C"/>
            </a:solidFill>
          </a:ln>
        </p:spPr>
      </p:cxnSp>
      <p:pic>
        <p:nvPicPr>
          <p:cNvPr id="1289" name="Picture 8"/>
          <p:cNvPicPr/>
          <p:nvPr/>
        </p:nvPicPr>
        <p:blipFill>
          <a:blip r:embed="rId5"/>
          <a:stretch/>
        </p:blipFill>
        <p:spPr>
          <a:xfrm>
            <a:off x="10821600" y="6478560"/>
            <a:ext cx="581400" cy="217080"/>
          </a:xfrm>
          <a:prstGeom prst="rect">
            <a:avLst/>
          </a:prstGeom>
          <a:ln w="0">
            <a:noFill/>
          </a:ln>
        </p:spPr>
      </p:pic>
      <p:sp>
        <p:nvSpPr>
          <p:cNvPr id="1290"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291"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292" name="PlaceHolder 2"/>
          <p:cNvSpPr>
            <a:spLocks noGrp="1"/>
          </p:cNvSpPr>
          <p:nvPr>
            <p:ph type="body"/>
          </p:nvPr>
        </p:nvSpPr>
        <p:spPr>
          <a:xfrm>
            <a:off x="378000" y="1925640"/>
            <a:ext cx="4588560" cy="36014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293" name="PlaceHolder 3"/>
          <p:cNvSpPr>
            <a:spLocks noGrp="1"/>
          </p:cNvSpPr>
          <p:nvPr>
            <p:ph type="dt" idx="202"/>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294" name="PlaceHolder 4"/>
          <p:cNvSpPr>
            <a:spLocks noGrp="1"/>
          </p:cNvSpPr>
          <p:nvPr>
            <p:ph type="ftr" idx="20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295" name="PlaceHolder 5"/>
          <p:cNvSpPr>
            <a:spLocks noGrp="1"/>
          </p:cNvSpPr>
          <p:nvPr>
            <p:ph type="sldNum" idx="20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0BC0B72-FB3B-4A0D-B393-02B1113CABC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296" name="PlaceHolder 6"/>
          <p:cNvSpPr>
            <a:spLocks noGrp="1"/>
          </p:cNvSpPr>
          <p:nvPr>
            <p:ph type="body"/>
          </p:nvPr>
        </p:nvSpPr>
        <p:spPr>
          <a:xfrm>
            <a:off x="8205840" y="1925640"/>
            <a:ext cx="3606840" cy="1981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297" name="PlaceHolder 7"/>
          <p:cNvSpPr>
            <a:spLocks noGrp="1"/>
          </p:cNvSpPr>
          <p:nvPr>
            <p:ph type="body"/>
          </p:nvPr>
        </p:nvSpPr>
        <p:spPr>
          <a:xfrm>
            <a:off x="5945040" y="3907440"/>
            <a:ext cx="2260440" cy="1619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298"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299"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00" name="Straight Connector 7"/>
          <p:cNvCxnSpPr/>
          <p:nvPr/>
        </p:nvCxnSpPr>
        <p:spPr>
          <a:xfrm>
            <a:off x="377640" y="1227600"/>
            <a:ext cx="11436840" cy="360"/>
          </a:xfrm>
          <a:prstGeom prst="straightConnector1">
            <a:avLst/>
          </a:prstGeom>
          <a:ln w="31750">
            <a:solidFill>
              <a:srgbClr val="00857C"/>
            </a:solidFill>
          </a:ln>
        </p:spPr>
      </p:cxnSp>
      <p:pic>
        <p:nvPicPr>
          <p:cNvPr id="1301" name="Picture 8"/>
          <p:cNvPicPr/>
          <p:nvPr/>
        </p:nvPicPr>
        <p:blipFill>
          <a:blip r:embed="rId5"/>
          <a:stretch/>
        </p:blipFill>
        <p:spPr>
          <a:xfrm>
            <a:off x="10821600" y="6478560"/>
            <a:ext cx="581400" cy="217080"/>
          </a:xfrm>
          <a:prstGeom prst="rect">
            <a:avLst/>
          </a:prstGeom>
          <a:ln w="0">
            <a:noFill/>
          </a:ln>
        </p:spPr>
      </p:pic>
      <p:sp>
        <p:nvSpPr>
          <p:cNvPr id="1302"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303" name="PlaceHolder 1"/>
          <p:cNvSpPr>
            <a:spLocks noGrp="1"/>
          </p:cNvSpPr>
          <p:nvPr>
            <p:ph type="title"/>
          </p:nvPr>
        </p:nvSpPr>
        <p:spPr>
          <a:xfrm>
            <a:off x="378000" y="1228680"/>
            <a:ext cx="493164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lt1"/>
                </a:solidFill>
                <a:latin typeface="Invention Light"/>
              </a:rPr>
              <a:t>Click to edit Master title style</a:t>
            </a:r>
            <a:endParaRPr lang="en-US" sz="4250" b="0" strike="noStrike" spc="-1">
              <a:solidFill>
                <a:schemeClr val="dk1"/>
              </a:solidFill>
              <a:latin typeface="Invention"/>
            </a:endParaRPr>
          </a:p>
        </p:txBody>
      </p:sp>
      <p:sp>
        <p:nvSpPr>
          <p:cNvPr id="1304" name="PlaceHolder 2"/>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p:txBody>
      </p:sp>
      <p:sp>
        <p:nvSpPr>
          <p:cNvPr id="1305" name="PlaceHolder 3"/>
          <p:cNvSpPr>
            <a:spLocks noGrp="1"/>
          </p:cNvSpPr>
          <p:nvPr>
            <p:ph type="ftr" idx="20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pic>
        <p:nvPicPr>
          <p:cNvPr id="1306" name="Picture 7"/>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3.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aphicFrame>
        <p:nvGraphicFramePr>
          <p:cNvPr id="130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0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09" name="Straight Connector 7"/>
          <p:cNvCxnSpPr/>
          <p:nvPr/>
        </p:nvCxnSpPr>
        <p:spPr>
          <a:xfrm>
            <a:off x="377640" y="1227600"/>
            <a:ext cx="11436840" cy="360"/>
          </a:xfrm>
          <a:prstGeom prst="straightConnector1">
            <a:avLst/>
          </a:prstGeom>
          <a:ln w="31750">
            <a:solidFill>
              <a:srgbClr val="00857C"/>
            </a:solidFill>
          </a:ln>
        </p:spPr>
      </p:cxnSp>
      <p:pic>
        <p:nvPicPr>
          <p:cNvPr id="1310" name="Picture 8"/>
          <p:cNvPicPr/>
          <p:nvPr/>
        </p:nvPicPr>
        <p:blipFill>
          <a:blip r:embed="rId5"/>
          <a:stretch/>
        </p:blipFill>
        <p:spPr>
          <a:xfrm>
            <a:off x="10821600" y="6478560"/>
            <a:ext cx="581400" cy="217080"/>
          </a:xfrm>
          <a:prstGeom prst="rect">
            <a:avLst/>
          </a:prstGeom>
          <a:ln w="0">
            <a:noFill/>
          </a:ln>
        </p:spPr>
      </p:pic>
      <p:sp>
        <p:nvSpPr>
          <p:cNvPr id="131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312" name="PlaceHolder 1"/>
          <p:cNvSpPr>
            <a:spLocks noGrp="1"/>
          </p:cNvSpPr>
          <p:nvPr>
            <p:ph type="title"/>
          </p:nvPr>
        </p:nvSpPr>
        <p:spPr>
          <a:xfrm>
            <a:off x="378000" y="1227960"/>
            <a:ext cx="7839720" cy="4265280"/>
          </a:xfrm>
          <a:prstGeom prst="rect">
            <a:avLst/>
          </a:prstGeom>
          <a:noFill/>
          <a:ln w="0">
            <a:noFill/>
          </a:ln>
        </p:spPr>
        <p:txBody>
          <a:bodyPr lIns="0" tIns="0" rIns="0" bIns="0" anchor="t">
            <a:noAutofit/>
          </a:bodyPr>
          <a:lstStyle/>
          <a:p>
            <a:pPr indent="0" defTabSz="914400">
              <a:lnSpc>
                <a:spcPct val="90000"/>
              </a:lnSpc>
              <a:buNone/>
            </a:pPr>
            <a:r>
              <a:rPr lang="en-US" sz="3600" b="0" strike="noStrike" spc="-1">
                <a:solidFill>
                  <a:schemeClr val="lt1"/>
                </a:solidFill>
                <a:latin typeface="Invention Light"/>
              </a:rPr>
              <a:t>Click to edit Master title style</a:t>
            </a:r>
            <a:endParaRPr lang="en-US" sz="3600" b="0" strike="noStrike" spc="-1">
              <a:solidFill>
                <a:schemeClr val="dk1"/>
              </a:solidFill>
              <a:latin typeface="Invention"/>
            </a:endParaRPr>
          </a:p>
        </p:txBody>
      </p:sp>
      <p:sp>
        <p:nvSpPr>
          <p:cNvPr id="1313" name="PlaceHolder 2"/>
          <p:cNvSpPr>
            <a:spLocks noGrp="1"/>
          </p:cNvSpPr>
          <p:nvPr>
            <p:ph type="dt" idx="206"/>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314" name="PlaceHolder 3"/>
          <p:cNvSpPr>
            <a:spLocks noGrp="1"/>
          </p:cNvSpPr>
          <p:nvPr>
            <p:ph type="ftr" idx="20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315" name="PlaceHolder 4"/>
          <p:cNvSpPr>
            <a:spLocks noGrp="1"/>
          </p:cNvSpPr>
          <p:nvPr>
            <p:ph type="sldNum" idx="20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F6F54A2-DBFD-4183-8791-128FE5495D08}"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pic>
        <p:nvPicPr>
          <p:cNvPr id="1316" name="Picture 6"/>
          <p:cNvPicPr/>
          <p:nvPr/>
        </p:nvPicPr>
        <p:blipFill>
          <a:blip r:embed="rId6"/>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1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1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19" name="Straight Connector 7"/>
          <p:cNvCxnSpPr/>
          <p:nvPr/>
        </p:nvCxnSpPr>
        <p:spPr>
          <a:xfrm>
            <a:off x="377640" y="1227600"/>
            <a:ext cx="11436840" cy="360"/>
          </a:xfrm>
          <a:prstGeom prst="straightConnector1">
            <a:avLst/>
          </a:prstGeom>
          <a:ln w="31750">
            <a:solidFill>
              <a:srgbClr val="00857C"/>
            </a:solidFill>
          </a:ln>
        </p:spPr>
      </p:cxnSp>
      <p:pic>
        <p:nvPicPr>
          <p:cNvPr id="1320" name="Picture 8"/>
          <p:cNvPicPr/>
          <p:nvPr/>
        </p:nvPicPr>
        <p:blipFill>
          <a:blip r:embed="rId5"/>
          <a:stretch/>
        </p:blipFill>
        <p:spPr>
          <a:xfrm>
            <a:off x="10821600" y="6478560"/>
            <a:ext cx="581400" cy="217080"/>
          </a:xfrm>
          <a:prstGeom prst="rect">
            <a:avLst/>
          </a:prstGeom>
          <a:ln w="0">
            <a:noFill/>
          </a:ln>
        </p:spPr>
      </p:pic>
      <p:sp>
        <p:nvSpPr>
          <p:cNvPr id="132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322" name="PlaceHolder 1"/>
          <p:cNvSpPr>
            <a:spLocks noGrp="1"/>
          </p:cNvSpPr>
          <p:nvPr>
            <p:ph type="title"/>
          </p:nvPr>
        </p:nvSpPr>
        <p:spPr>
          <a:xfrm>
            <a:off x="378000" y="1227960"/>
            <a:ext cx="9467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323" name="PlaceHolder 2"/>
          <p:cNvSpPr>
            <a:spLocks noGrp="1"/>
          </p:cNvSpPr>
          <p:nvPr>
            <p:ph type="body"/>
          </p:nvPr>
        </p:nvSpPr>
        <p:spPr>
          <a:xfrm>
            <a:off x="378000" y="3465000"/>
            <a:ext cx="458964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accent4"/>
                </a:solidFill>
                <a:latin typeface="Invention Light"/>
              </a:rPr>
              <a:t>Click to edit Master text styles</a:t>
            </a:r>
            <a:endParaRPr lang="en-US" sz="1600" b="0" strike="noStrike" spc="-1">
              <a:solidFill>
                <a:schemeClr val="accent4"/>
              </a:solidFill>
              <a:latin typeface="Invention"/>
            </a:endParaRPr>
          </a:p>
        </p:txBody>
      </p:sp>
      <p:sp>
        <p:nvSpPr>
          <p:cNvPr id="1324" name="PlaceHolder 3"/>
          <p:cNvSpPr>
            <a:spLocks noGrp="1"/>
          </p:cNvSpPr>
          <p:nvPr>
            <p:ph type="ftr" idx="20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25" name="PlaceHolder 4"/>
          <p:cNvSpPr>
            <a:spLocks noGrp="1"/>
          </p:cNvSpPr>
          <p:nvPr>
            <p:ph type="dt" idx="210"/>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326" name="PlaceHolder 5"/>
          <p:cNvSpPr>
            <a:spLocks noGrp="1"/>
          </p:cNvSpPr>
          <p:nvPr>
            <p:ph type="sldNum" idx="21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BB16E41-33CB-4556-B4EA-39572920F9C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327" name="Picture 7"/>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328"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29"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30" name="Straight Connector 7"/>
          <p:cNvCxnSpPr/>
          <p:nvPr/>
        </p:nvCxnSpPr>
        <p:spPr>
          <a:xfrm>
            <a:off x="377640" y="1227600"/>
            <a:ext cx="11436840" cy="360"/>
          </a:xfrm>
          <a:prstGeom prst="straightConnector1">
            <a:avLst/>
          </a:prstGeom>
          <a:ln w="31750">
            <a:solidFill>
              <a:srgbClr val="00857C"/>
            </a:solidFill>
          </a:ln>
        </p:spPr>
      </p:cxnSp>
      <p:pic>
        <p:nvPicPr>
          <p:cNvPr id="1331" name="Picture 8"/>
          <p:cNvPicPr/>
          <p:nvPr/>
        </p:nvPicPr>
        <p:blipFill>
          <a:blip r:embed="rId5"/>
          <a:stretch/>
        </p:blipFill>
        <p:spPr>
          <a:xfrm>
            <a:off x="10821600" y="6478560"/>
            <a:ext cx="581400" cy="217080"/>
          </a:xfrm>
          <a:prstGeom prst="rect">
            <a:avLst/>
          </a:prstGeom>
          <a:ln w="0">
            <a:noFill/>
          </a:ln>
        </p:spPr>
      </p:pic>
      <p:sp>
        <p:nvSpPr>
          <p:cNvPr id="1332"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333" name="PlaceHolder 1"/>
          <p:cNvSpPr>
            <a:spLocks noGrp="1"/>
          </p:cNvSpPr>
          <p:nvPr>
            <p:ph type="title"/>
          </p:nvPr>
        </p:nvSpPr>
        <p:spPr>
          <a:xfrm>
            <a:off x="378000" y="1228680"/>
            <a:ext cx="9467640" cy="215136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1334" name="PlaceHolder 2"/>
          <p:cNvSpPr>
            <a:spLocks noGrp="1"/>
          </p:cNvSpPr>
          <p:nvPr>
            <p:ph type="body"/>
          </p:nvPr>
        </p:nvSpPr>
        <p:spPr>
          <a:xfrm>
            <a:off x="378000" y="3465000"/>
            <a:ext cx="458964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lt1"/>
                </a:solidFill>
                <a:latin typeface="Invention Light"/>
              </a:rPr>
              <a:t>Click to edit Master text styles</a:t>
            </a:r>
            <a:endParaRPr lang="en-US" sz="1600" b="0" strike="noStrike" spc="-1">
              <a:solidFill>
                <a:schemeClr val="accent4"/>
              </a:solidFill>
              <a:latin typeface="Invention"/>
            </a:endParaRPr>
          </a:p>
        </p:txBody>
      </p:sp>
      <p:sp>
        <p:nvSpPr>
          <p:cNvPr id="1335" name="PlaceHolder 3"/>
          <p:cNvSpPr>
            <a:spLocks noGrp="1"/>
          </p:cNvSpPr>
          <p:nvPr>
            <p:ph type="ftr" idx="21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336" name="PlaceHolder 4"/>
          <p:cNvSpPr>
            <a:spLocks noGrp="1"/>
          </p:cNvSpPr>
          <p:nvPr>
            <p:ph type="dt" idx="213"/>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337" name="PlaceHolder 5"/>
          <p:cNvSpPr>
            <a:spLocks noGrp="1"/>
          </p:cNvSpPr>
          <p:nvPr>
            <p:ph type="sldNum" idx="21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7CE8867-14A5-478D-B713-8EE83D736D75}"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pic>
        <p:nvPicPr>
          <p:cNvPr id="1338" name="Picture 8"/>
          <p:cNvPicPr/>
          <p:nvPr/>
        </p:nvPicPr>
        <p:blipFill>
          <a:blip r:embed="rId6"/>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6.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aphicFrame>
        <p:nvGraphicFramePr>
          <p:cNvPr id="133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4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41" name="Straight Connector 7"/>
          <p:cNvCxnSpPr/>
          <p:nvPr/>
        </p:nvCxnSpPr>
        <p:spPr>
          <a:xfrm>
            <a:off x="377640" y="1227600"/>
            <a:ext cx="11436840" cy="360"/>
          </a:xfrm>
          <a:prstGeom prst="straightConnector1">
            <a:avLst/>
          </a:prstGeom>
          <a:ln w="31750">
            <a:solidFill>
              <a:srgbClr val="00857C"/>
            </a:solidFill>
          </a:ln>
        </p:spPr>
      </p:cxnSp>
      <p:pic>
        <p:nvPicPr>
          <p:cNvPr id="1342" name="Picture 8"/>
          <p:cNvPicPr/>
          <p:nvPr/>
        </p:nvPicPr>
        <p:blipFill>
          <a:blip r:embed="rId5"/>
          <a:stretch/>
        </p:blipFill>
        <p:spPr>
          <a:xfrm>
            <a:off x="10821600" y="6478560"/>
            <a:ext cx="581400" cy="217080"/>
          </a:xfrm>
          <a:prstGeom prst="rect">
            <a:avLst/>
          </a:prstGeom>
          <a:ln w="0">
            <a:noFill/>
          </a:ln>
        </p:spPr>
      </p:pic>
      <p:sp>
        <p:nvSpPr>
          <p:cNvPr id="1343"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344" name="PlaceHolder 1"/>
          <p:cNvSpPr>
            <a:spLocks noGrp="1"/>
          </p:cNvSpPr>
          <p:nvPr>
            <p:ph type="title"/>
          </p:nvPr>
        </p:nvSpPr>
        <p:spPr>
          <a:xfrm>
            <a:off x="378000" y="1378800"/>
            <a:ext cx="9467640" cy="3214080"/>
          </a:xfrm>
          <a:prstGeom prst="rect">
            <a:avLst/>
          </a:prstGeom>
          <a:noFill/>
          <a:ln w="0">
            <a:noFill/>
          </a:ln>
        </p:spPr>
        <p:txBody>
          <a:bodyPr lIns="0" tIns="0" rIns="0" bIns="0" anchor="ctr">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1345" name="PlaceHolder 2"/>
          <p:cNvSpPr>
            <a:spLocks noGrp="1"/>
          </p:cNvSpPr>
          <p:nvPr>
            <p:ph type="ftr" idx="21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346" name="PlaceHolder 3"/>
          <p:cNvSpPr>
            <a:spLocks noGrp="1"/>
          </p:cNvSpPr>
          <p:nvPr>
            <p:ph type="dt" idx="216"/>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347" name="PlaceHolder 4"/>
          <p:cNvSpPr>
            <a:spLocks noGrp="1"/>
          </p:cNvSpPr>
          <p:nvPr>
            <p:ph type="sldNum" idx="21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87F491D-2755-456B-B0FF-AD30E7CECC2C}"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pic>
        <p:nvPicPr>
          <p:cNvPr id="1348" name="Picture 6"/>
          <p:cNvPicPr/>
          <p:nvPr/>
        </p:nvPicPr>
        <p:blipFill>
          <a:blip r:embed="rId6"/>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4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5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51" name="Straight Connector 7"/>
          <p:cNvCxnSpPr/>
          <p:nvPr/>
        </p:nvCxnSpPr>
        <p:spPr>
          <a:xfrm>
            <a:off x="377640" y="1227600"/>
            <a:ext cx="11436840" cy="360"/>
          </a:xfrm>
          <a:prstGeom prst="straightConnector1">
            <a:avLst/>
          </a:prstGeom>
          <a:ln w="31750">
            <a:solidFill>
              <a:srgbClr val="00857C"/>
            </a:solidFill>
          </a:ln>
        </p:spPr>
      </p:cxnSp>
      <p:pic>
        <p:nvPicPr>
          <p:cNvPr id="1352" name="Picture 8"/>
          <p:cNvPicPr/>
          <p:nvPr/>
        </p:nvPicPr>
        <p:blipFill>
          <a:blip r:embed="rId5"/>
          <a:stretch/>
        </p:blipFill>
        <p:spPr>
          <a:xfrm>
            <a:off x="10821600" y="6478560"/>
            <a:ext cx="581400" cy="217080"/>
          </a:xfrm>
          <a:prstGeom prst="rect">
            <a:avLst/>
          </a:prstGeom>
          <a:ln w="0">
            <a:noFill/>
          </a:ln>
        </p:spPr>
      </p:pic>
      <p:sp>
        <p:nvSpPr>
          <p:cNvPr id="1353"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354"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355"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accent4"/>
                </a:solidFill>
                <a:latin typeface="Invention Light"/>
              </a:rPr>
              <a:t>Click to edit Master text styles</a:t>
            </a:r>
            <a:endParaRPr lang="en-US" sz="1600" b="0" strike="noStrike" spc="-1">
              <a:solidFill>
                <a:schemeClr val="accent4"/>
              </a:solidFill>
              <a:latin typeface="Invention"/>
            </a:endParaRPr>
          </a:p>
        </p:txBody>
      </p:sp>
      <p:sp>
        <p:nvSpPr>
          <p:cNvPr id="1356" name="PlaceHolder 3"/>
          <p:cNvSpPr>
            <a:spLocks noGrp="1"/>
          </p:cNvSpPr>
          <p:nvPr>
            <p:ph type="body"/>
          </p:nvPr>
        </p:nvSpPr>
        <p:spPr>
          <a:xfrm>
            <a:off x="6095880" y="0"/>
            <a:ext cx="609552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57" name="PlaceHolder 4"/>
          <p:cNvSpPr>
            <a:spLocks noGrp="1"/>
          </p:cNvSpPr>
          <p:nvPr>
            <p:ph type="ftr" idx="21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58" name="PlaceHolder 5"/>
          <p:cNvSpPr>
            <a:spLocks noGrp="1"/>
          </p:cNvSpPr>
          <p:nvPr>
            <p:ph type="dt" idx="219"/>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359" name="PlaceHolder 6"/>
          <p:cNvSpPr>
            <a:spLocks noGrp="1"/>
          </p:cNvSpPr>
          <p:nvPr>
            <p:ph type="sldNum" idx="22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CD5D04BE-0F92-4D8F-8112-D4CD6B4291C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360" name="Picture 8"/>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6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6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63" name="Straight Connector 7"/>
          <p:cNvCxnSpPr/>
          <p:nvPr/>
        </p:nvCxnSpPr>
        <p:spPr>
          <a:xfrm>
            <a:off x="377640" y="1227600"/>
            <a:ext cx="11436840" cy="360"/>
          </a:xfrm>
          <a:prstGeom prst="straightConnector1">
            <a:avLst/>
          </a:prstGeom>
          <a:ln w="31750">
            <a:solidFill>
              <a:srgbClr val="00857C"/>
            </a:solidFill>
          </a:ln>
        </p:spPr>
      </p:cxnSp>
      <p:pic>
        <p:nvPicPr>
          <p:cNvPr id="1364" name="Picture 8"/>
          <p:cNvPicPr/>
          <p:nvPr/>
        </p:nvPicPr>
        <p:blipFill>
          <a:blip r:embed="rId5"/>
          <a:stretch/>
        </p:blipFill>
        <p:spPr>
          <a:xfrm>
            <a:off x="10821600" y="6478560"/>
            <a:ext cx="581400" cy="217080"/>
          </a:xfrm>
          <a:prstGeom prst="rect">
            <a:avLst/>
          </a:prstGeom>
          <a:ln w="0">
            <a:noFill/>
          </a:ln>
        </p:spPr>
      </p:pic>
      <p:sp>
        <p:nvSpPr>
          <p:cNvPr id="1365"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366"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367"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accent4"/>
                </a:solidFill>
                <a:latin typeface="Invention Light"/>
              </a:rPr>
              <a:t>Click to edit Master text styles</a:t>
            </a:r>
            <a:endParaRPr lang="en-US" sz="1600" b="0" strike="noStrike" spc="-1">
              <a:solidFill>
                <a:schemeClr val="accent4"/>
              </a:solidFill>
              <a:latin typeface="Invention"/>
            </a:endParaRPr>
          </a:p>
        </p:txBody>
      </p:sp>
      <p:sp>
        <p:nvSpPr>
          <p:cNvPr id="1368" name="PlaceHolder 3"/>
          <p:cNvSpPr>
            <a:spLocks noGrp="1"/>
          </p:cNvSpPr>
          <p:nvPr>
            <p:ph type="body"/>
          </p:nvPr>
        </p:nvSpPr>
        <p:spPr>
          <a:xfrm>
            <a:off x="8052120" y="0"/>
            <a:ext cx="4139640" cy="4384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69" name="PlaceHolder 4"/>
          <p:cNvSpPr>
            <a:spLocks noGrp="1"/>
          </p:cNvSpPr>
          <p:nvPr>
            <p:ph type="body"/>
          </p:nvPr>
        </p:nvSpPr>
        <p:spPr>
          <a:xfrm>
            <a:off x="6095880" y="4384800"/>
            <a:ext cx="1955520" cy="19965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70" name="PlaceHolder 5"/>
          <p:cNvSpPr>
            <a:spLocks noGrp="1"/>
          </p:cNvSpPr>
          <p:nvPr>
            <p:ph type="ftr" idx="22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71" name="PlaceHolder 6"/>
          <p:cNvSpPr>
            <a:spLocks noGrp="1"/>
          </p:cNvSpPr>
          <p:nvPr>
            <p:ph type="dt" idx="222"/>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372" name="PlaceHolder 7"/>
          <p:cNvSpPr>
            <a:spLocks noGrp="1"/>
          </p:cNvSpPr>
          <p:nvPr>
            <p:ph type="sldNum" idx="223"/>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5E4677BC-51EE-44A7-B9EE-F557E9F43D0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373" name="Picture 12"/>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74"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75"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76" name="Straight Connector 7"/>
          <p:cNvCxnSpPr/>
          <p:nvPr/>
        </p:nvCxnSpPr>
        <p:spPr>
          <a:xfrm>
            <a:off x="377640" y="1227600"/>
            <a:ext cx="11436840" cy="360"/>
          </a:xfrm>
          <a:prstGeom prst="straightConnector1">
            <a:avLst/>
          </a:prstGeom>
          <a:ln w="31750">
            <a:solidFill>
              <a:srgbClr val="00857C"/>
            </a:solidFill>
          </a:ln>
        </p:spPr>
      </p:cxnSp>
      <p:pic>
        <p:nvPicPr>
          <p:cNvPr id="1377" name="Picture 8"/>
          <p:cNvPicPr/>
          <p:nvPr/>
        </p:nvPicPr>
        <p:blipFill>
          <a:blip r:embed="rId5"/>
          <a:stretch/>
        </p:blipFill>
        <p:spPr>
          <a:xfrm>
            <a:off x="10821600" y="6478560"/>
            <a:ext cx="581400" cy="217080"/>
          </a:xfrm>
          <a:prstGeom prst="rect">
            <a:avLst/>
          </a:prstGeom>
          <a:ln w="0">
            <a:noFill/>
          </a:ln>
        </p:spPr>
      </p:pic>
      <p:sp>
        <p:nvSpPr>
          <p:cNvPr id="1378"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379"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380"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accent4"/>
                </a:solidFill>
                <a:latin typeface="Invention Light"/>
              </a:rPr>
              <a:t>Click to edit Master text styles</a:t>
            </a:r>
            <a:endParaRPr lang="en-US" sz="1600" b="0" strike="noStrike" spc="-1">
              <a:solidFill>
                <a:schemeClr val="accent4"/>
              </a:solidFill>
              <a:latin typeface="Invention"/>
            </a:endParaRPr>
          </a:p>
        </p:txBody>
      </p:sp>
      <p:sp>
        <p:nvSpPr>
          <p:cNvPr id="1381" name="PlaceHolder 3"/>
          <p:cNvSpPr>
            <a:spLocks noGrp="1"/>
          </p:cNvSpPr>
          <p:nvPr>
            <p:ph type="body"/>
          </p:nvPr>
        </p:nvSpPr>
        <p:spPr>
          <a:xfrm>
            <a:off x="6135120" y="0"/>
            <a:ext cx="4139640" cy="359460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82" name="PlaceHolder 4"/>
          <p:cNvSpPr>
            <a:spLocks noGrp="1"/>
          </p:cNvSpPr>
          <p:nvPr>
            <p:ph type="body"/>
          </p:nvPr>
        </p:nvSpPr>
        <p:spPr>
          <a:xfrm>
            <a:off x="10275120" y="3594960"/>
            <a:ext cx="1916640" cy="170568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83" name="PlaceHolder 5"/>
          <p:cNvSpPr>
            <a:spLocks noGrp="1"/>
          </p:cNvSpPr>
          <p:nvPr>
            <p:ph type="body"/>
          </p:nvPr>
        </p:nvSpPr>
        <p:spPr>
          <a:xfrm>
            <a:off x="8930520" y="5301000"/>
            <a:ext cx="1344240" cy="1080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384" name="PlaceHolder 6"/>
          <p:cNvSpPr>
            <a:spLocks noGrp="1"/>
          </p:cNvSpPr>
          <p:nvPr>
            <p:ph type="ftr" idx="22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85" name="PlaceHolder 7"/>
          <p:cNvSpPr>
            <a:spLocks noGrp="1"/>
          </p:cNvSpPr>
          <p:nvPr>
            <p:ph type="dt" idx="225"/>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386" name="PlaceHolder 8"/>
          <p:cNvSpPr>
            <a:spLocks noGrp="1"/>
          </p:cNvSpPr>
          <p:nvPr>
            <p:ph type="sldNum" idx="22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94C121B-B5C6-424F-9466-1B61A651815A}"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387" name="Picture 12"/>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388"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389"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390" name="Straight Connector 7"/>
          <p:cNvCxnSpPr/>
          <p:nvPr/>
        </p:nvCxnSpPr>
        <p:spPr>
          <a:xfrm>
            <a:off x="377640" y="1227600"/>
            <a:ext cx="11436840" cy="360"/>
          </a:xfrm>
          <a:prstGeom prst="straightConnector1">
            <a:avLst/>
          </a:prstGeom>
          <a:ln w="31750">
            <a:solidFill>
              <a:srgbClr val="00857C"/>
            </a:solidFill>
          </a:ln>
        </p:spPr>
      </p:cxnSp>
      <p:pic>
        <p:nvPicPr>
          <p:cNvPr id="1391" name="Picture 8"/>
          <p:cNvPicPr/>
          <p:nvPr/>
        </p:nvPicPr>
        <p:blipFill>
          <a:blip r:embed="rId5"/>
          <a:stretch/>
        </p:blipFill>
        <p:spPr>
          <a:xfrm>
            <a:off x="10821600" y="6478560"/>
            <a:ext cx="581400" cy="217080"/>
          </a:xfrm>
          <a:prstGeom prst="rect">
            <a:avLst/>
          </a:prstGeom>
          <a:ln w="0">
            <a:noFill/>
          </a:ln>
        </p:spPr>
      </p:pic>
      <p:sp>
        <p:nvSpPr>
          <p:cNvPr id="1392"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393"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394"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accent4"/>
                </a:solidFill>
                <a:latin typeface="Invention Light"/>
              </a:rPr>
              <a:t>Click to edit Master text styles</a:t>
            </a:r>
            <a:endParaRPr lang="en-US" sz="1600" b="0" strike="noStrike" spc="-1">
              <a:solidFill>
                <a:schemeClr val="accent4"/>
              </a:solidFill>
              <a:latin typeface="Invention"/>
            </a:endParaRPr>
          </a:p>
        </p:txBody>
      </p:sp>
      <p:sp>
        <p:nvSpPr>
          <p:cNvPr id="1395" name="PlaceHolder 3"/>
          <p:cNvSpPr>
            <a:spLocks noGrp="1"/>
          </p:cNvSpPr>
          <p:nvPr>
            <p:ph type="ftr" idx="22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396" name="PlaceHolder 4"/>
          <p:cNvSpPr>
            <a:spLocks noGrp="1"/>
          </p:cNvSpPr>
          <p:nvPr>
            <p:ph type="dt" idx="228"/>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397" name="PlaceHolder 5"/>
          <p:cNvSpPr>
            <a:spLocks noGrp="1"/>
          </p:cNvSpPr>
          <p:nvPr>
            <p:ph type="sldNum" idx="22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414CDA2-CD53-4D54-9AD8-B32C6092BBD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398" name="Picture 7"/>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399"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00"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01" name="Straight Connector 7"/>
          <p:cNvCxnSpPr/>
          <p:nvPr/>
        </p:nvCxnSpPr>
        <p:spPr>
          <a:xfrm>
            <a:off x="377640" y="1227600"/>
            <a:ext cx="11436840" cy="360"/>
          </a:xfrm>
          <a:prstGeom prst="straightConnector1">
            <a:avLst/>
          </a:prstGeom>
          <a:ln w="31750">
            <a:solidFill>
              <a:srgbClr val="00857C"/>
            </a:solidFill>
          </a:ln>
        </p:spPr>
      </p:cxnSp>
      <p:pic>
        <p:nvPicPr>
          <p:cNvPr id="1402" name="Picture 8"/>
          <p:cNvPicPr/>
          <p:nvPr/>
        </p:nvPicPr>
        <p:blipFill>
          <a:blip r:embed="rId5"/>
          <a:stretch/>
        </p:blipFill>
        <p:spPr>
          <a:xfrm>
            <a:off x="10821600" y="6478560"/>
            <a:ext cx="581400" cy="217080"/>
          </a:xfrm>
          <a:prstGeom prst="rect">
            <a:avLst/>
          </a:prstGeom>
          <a:ln w="0">
            <a:noFill/>
          </a:ln>
        </p:spPr>
      </p:pic>
      <p:sp>
        <p:nvSpPr>
          <p:cNvPr id="1403"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404" name="PlaceHolder 1"/>
          <p:cNvSpPr>
            <a:spLocks noGrp="1"/>
          </p:cNvSpPr>
          <p:nvPr>
            <p:ph type="title"/>
          </p:nvPr>
        </p:nvSpPr>
        <p:spPr>
          <a:xfrm>
            <a:off x="378000" y="1228680"/>
            <a:ext cx="4589640" cy="215136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1405" name="PlaceHolder 2"/>
          <p:cNvSpPr>
            <a:spLocks noGrp="1"/>
          </p:cNvSpPr>
          <p:nvPr>
            <p:ph type="body"/>
          </p:nvPr>
        </p:nvSpPr>
        <p:spPr>
          <a:xfrm>
            <a:off x="378000" y="3465000"/>
            <a:ext cx="3607920" cy="14997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600" b="0" strike="noStrike" spc="-1">
                <a:solidFill>
                  <a:schemeClr val="lt1"/>
                </a:solidFill>
                <a:latin typeface="Invention Light"/>
              </a:rPr>
              <a:t>Click to edit Master text styles</a:t>
            </a:r>
            <a:endParaRPr lang="en-US" sz="1600" b="0" strike="noStrike" spc="-1">
              <a:solidFill>
                <a:schemeClr val="accent4"/>
              </a:solidFill>
              <a:latin typeface="Invention"/>
            </a:endParaRPr>
          </a:p>
        </p:txBody>
      </p:sp>
      <p:sp>
        <p:nvSpPr>
          <p:cNvPr id="1406" name="PlaceHolder 3"/>
          <p:cNvSpPr>
            <a:spLocks noGrp="1"/>
          </p:cNvSpPr>
          <p:nvPr>
            <p:ph type="ftr" idx="23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407" name="PlaceHolder 4"/>
          <p:cNvSpPr>
            <a:spLocks noGrp="1"/>
          </p:cNvSpPr>
          <p:nvPr>
            <p:ph type="dt" idx="231"/>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408" name="PlaceHolder 5"/>
          <p:cNvSpPr>
            <a:spLocks noGrp="1"/>
          </p:cNvSpPr>
          <p:nvPr>
            <p:ph type="sldNum" idx="23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A4977F8-953B-4BC0-BC7E-DD45DAB9228C}" type="slidenum">
              <a:rPr lang="en-GB" sz="700" b="0" strike="noStrike" spc="-1">
                <a:solidFill>
                  <a:srgbClr val="9EA7B3"/>
                </a:solidFill>
                <a:latin typeface="Invention"/>
              </a:rPr>
              <a:t>‹#›</a:t>
            </a:fld>
            <a:endParaRPr lang="en-US" sz="700" b="0" strike="noStrike" spc="-1">
              <a:solidFill>
                <a:srgbClr val="FFFFFF"/>
              </a:solidFill>
              <a:latin typeface="Times New Roman"/>
            </a:endParaRPr>
          </a:p>
        </p:txBody>
      </p:sp>
      <p:pic>
        <p:nvPicPr>
          <p:cNvPr id="1409" name="Picture 9"/>
          <p:cNvPicPr/>
          <p:nvPr/>
        </p:nvPicPr>
        <p:blipFill>
          <a:blip r:embed="rId6"/>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10"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11"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12" name="Straight Connector 7"/>
          <p:cNvCxnSpPr/>
          <p:nvPr/>
        </p:nvCxnSpPr>
        <p:spPr>
          <a:xfrm>
            <a:off x="377640" y="1227600"/>
            <a:ext cx="11436840" cy="360"/>
          </a:xfrm>
          <a:prstGeom prst="straightConnector1">
            <a:avLst/>
          </a:prstGeom>
          <a:ln w="31750">
            <a:solidFill>
              <a:srgbClr val="00857C"/>
            </a:solidFill>
          </a:ln>
        </p:spPr>
      </p:cxnSp>
      <p:pic>
        <p:nvPicPr>
          <p:cNvPr id="1413" name="Picture 8"/>
          <p:cNvPicPr/>
          <p:nvPr/>
        </p:nvPicPr>
        <p:blipFill>
          <a:blip r:embed="rId5"/>
          <a:stretch/>
        </p:blipFill>
        <p:spPr>
          <a:xfrm>
            <a:off x="10821600" y="6478560"/>
            <a:ext cx="581400" cy="217080"/>
          </a:xfrm>
          <a:prstGeom prst="rect">
            <a:avLst/>
          </a:prstGeom>
          <a:ln w="0">
            <a:noFill/>
          </a:ln>
        </p:spPr>
      </p:pic>
      <p:sp>
        <p:nvSpPr>
          <p:cNvPr id="1414"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15"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416" name="PlaceHolder 2"/>
          <p:cNvSpPr>
            <a:spLocks noGrp="1"/>
          </p:cNvSpPr>
          <p:nvPr>
            <p:ph type="dt" idx="233"/>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417" name="PlaceHolder 3"/>
          <p:cNvSpPr>
            <a:spLocks noGrp="1"/>
          </p:cNvSpPr>
          <p:nvPr>
            <p:ph type="ftr" idx="23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418" name="PlaceHolder 4"/>
          <p:cNvSpPr>
            <a:spLocks noGrp="1"/>
          </p:cNvSpPr>
          <p:nvPr>
            <p:ph type="sldNum" idx="23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65D7E579-54C3-4466-B9EA-4A13F59FE8E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419" name="PlaceHolder 5"/>
          <p:cNvSpPr>
            <a:spLocks noGrp="1"/>
          </p:cNvSpPr>
          <p:nvPr>
            <p:ph type="body"/>
          </p:nvPr>
        </p:nvSpPr>
        <p:spPr>
          <a:xfrm>
            <a:off x="23364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0" name="PlaceHolder 6"/>
          <p:cNvSpPr>
            <a:spLocks noGrp="1"/>
          </p:cNvSpPr>
          <p:nvPr>
            <p:ph type="body"/>
          </p:nvPr>
        </p:nvSpPr>
        <p:spPr>
          <a:xfrm>
            <a:off x="52704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1" name="PlaceHolder 7"/>
          <p:cNvSpPr>
            <a:spLocks noGrp="1"/>
          </p:cNvSpPr>
          <p:nvPr>
            <p:ph type="body"/>
          </p:nvPr>
        </p:nvSpPr>
        <p:spPr>
          <a:xfrm>
            <a:off x="82044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2" name="PlaceHolder 8"/>
          <p:cNvSpPr>
            <a:spLocks noGrp="1"/>
          </p:cNvSpPr>
          <p:nvPr>
            <p:ph type="body"/>
          </p:nvPr>
        </p:nvSpPr>
        <p:spPr>
          <a:xfrm>
            <a:off x="23364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3" name="PlaceHolder 9"/>
          <p:cNvSpPr>
            <a:spLocks noGrp="1"/>
          </p:cNvSpPr>
          <p:nvPr>
            <p:ph type="body"/>
          </p:nvPr>
        </p:nvSpPr>
        <p:spPr>
          <a:xfrm>
            <a:off x="52704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4" name="PlaceHolder 10"/>
          <p:cNvSpPr>
            <a:spLocks noGrp="1"/>
          </p:cNvSpPr>
          <p:nvPr>
            <p:ph type="body"/>
          </p:nvPr>
        </p:nvSpPr>
        <p:spPr>
          <a:xfrm>
            <a:off x="82044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25" name="PlaceHolder 11"/>
          <p:cNvSpPr>
            <a:spLocks noGrp="1"/>
          </p:cNvSpPr>
          <p:nvPr>
            <p:ph type="body"/>
          </p:nvPr>
        </p:nvSpPr>
        <p:spPr>
          <a:xfrm>
            <a:off x="23364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26" name="PlaceHolder 12"/>
          <p:cNvSpPr>
            <a:spLocks noGrp="1"/>
          </p:cNvSpPr>
          <p:nvPr>
            <p:ph type="body"/>
          </p:nvPr>
        </p:nvSpPr>
        <p:spPr>
          <a:xfrm>
            <a:off x="52704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27" name="PlaceHolder 13"/>
          <p:cNvSpPr>
            <a:spLocks noGrp="1"/>
          </p:cNvSpPr>
          <p:nvPr>
            <p:ph type="body"/>
          </p:nvPr>
        </p:nvSpPr>
        <p:spPr>
          <a:xfrm>
            <a:off x="82044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28" name="PlaceHolder 14"/>
          <p:cNvSpPr>
            <a:spLocks noGrp="1"/>
          </p:cNvSpPr>
          <p:nvPr>
            <p:ph type="body"/>
          </p:nvPr>
        </p:nvSpPr>
        <p:spPr>
          <a:xfrm>
            <a:off x="2336400" y="571428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29" name="PlaceHolder 15"/>
          <p:cNvSpPr>
            <a:spLocks noGrp="1"/>
          </p:cNvSpPr>
          <p:nvPr>
            <p:ph type="body"/>
          </p:nvPr>
        </p:nvSpPr>
        <p:spPr>
          <a:xfrm>
            <a:off x="5270400" y="571428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30" name="PlaceHolder 16"/>
          <p:cNvSpPr>
            <a:spLocks noGrp="1"/>
          </p:cNvSpPr>
          <p:nvPr>
            <p:ph type="body"/>
          </p:nvPr>
        </p:nvSpPr>
        <p:spPr>
          <a:xfrm>
            <a:off x="8204400" y="571428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Tree>
  </p:cSld>
  <p:clrMap bg1="lt1" tx1="dk1" bg2="lt2" tx2="dk2" accent1="accent1" accent2="accent2" accent3="accent3" accent4="accent4" accent5="accent5" accent6="accent6" hlink="hlink" folHlink="folHlink"/>
  <p:sldLayoutIdLst>
    <p:sldLayoutId id="21474838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3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33" name="Straight Connector 7"/>
          <p:cNvCxnSpPr/>
          <p:nvPr/>
        </p:nvCxnSpPr>
        <p:spPr>
          <a:xfrm>
            <a:off x="377640" y="1227600"/>
            <a:ext cx="11436840" cy="360"/>
          </a:xfrm>
          <a:prstGeom prst="straightConnector1">
            <a:avLst/>
          </a:prstGeom>
          <a:ln w="31750">
            <a:solidFill>
              <a:srgbClr val="00857C"/>
            </a:solidFill>
          </a:ln>
        </p:spPr>
      </p:cxnSp>
      <p:pic>
        <p:nvPicPr>
          <p:cNvPr id="1434" name="Picture 8"/>
          <p:cNvPicPr/>
          <p:nvPr/>
        </p:nvPicPr>
        <p:blipFill>
          <a:blip r:embed="rId5"/>
          <a:stretch/>
        </p:blipFill>
        <p:spPr>
          <a:xfrm>
            <a:off x="10821600" y="6478560"/>
            <a:ext cx="581400" cy="217080"/>
          </a:xfrm>
          <a:prstGeom prst="rect">
            <a:avLst/>
          </a:prstGeom>
          <a:ln w="0">
            <a:noFill/>
          </a:ln>
        </p:spPr>
      </p:pic>
      <p:sp>
        <p:nvSpPr>
          <p:cNvPr id="1435"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36" name="PlaceHolder 1"/>
          <p:cNvSpPr>
            <a:spLocks noGrp="1"/>
          </p:cNvSpPr>
          <p:nvPr>
            <p:ph type="title"/>
          </p:nvPr>
        </p:nvSpPr>
        <p:spPr>
          <a:xfrm>
            <a:off x="378000" y="1228680"/>
            <a:ext cx="493236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accent4"/>
                </a:solidFill>
                <a:latin typeface="Invention Light"/>
              </a:rPr>
              <a:t>Click to edit Master title style</a:t>
            </a:r>
            <a:endParaRPr lang="en-US" sz="4250" b="0" strike="noStrike" spc="-1">
              <a:solidFill>
                <a:schemeClr val="dk1"/>
              </a:solidFill>
              <a:latin typeface="Invention"/>
            </a:endParaRPr>
          </a:p>
        </p:txBody>
      </p:sp>
      <p:sp>
        <p:nvSpPr>
          <p:cNvPr id="1437" name="PlaceHolder 2"/>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438" name="PlaceHolder 3"/>
          <p:cNvSpPr>
            <a:spLocks noGrp="1"/>
          </p:cNvSpPr>
          <p:nvPr>
            <p:ph type="body"/>
          </p:nvPr>
        </p:nvSpPr>
        <p:spPr>
          <a:xfrm>
            <a:off x="6095880" y="0"/>
            <a:ext cx="6095520" cy="6096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39" name="Rectangle 5"/>
          <p:cNvSpPr/>
          <p:nvPr/>
        </p:nvSpPr>
        <p:spPr>
          <a:xfrm>
            <a:off x="5717880" y="6096600"/>
            <a:ext cx="377640" cy="37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GB" sz="1200" b="0" strike="noStrike" spc="-1">
              <a:solidFill>
                <a:schemeClr val="lt1"/>
              </a:solidFill>
              <a:latin typeface="Invention"/>
            </a:endParaRPr>
          </a:p>
        </p:txBody>
      </p:sp>
      <p:sp>
        <p:nvSpPr>
          <p:cNvPr id="1440" name="PlaceHolder 4"/>
          <p:cNvSpPr>
            <a:spLocks noGrp="1"/>
          </p:cNvSpPr>
          <p:nvPr>
            <p:ph type="ftr" idx="23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441" name="Picture 10"/>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4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4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44" name="Straight Connector 7"/>
          <p:cNvCxnSpPr/>
          <p:nvPr/>
        </p:nvCxnSpPr>
        <p:spPr>
          <a:xfrm>
            <a:off x="377640" y="1227600"/>
            <a:ext cx="11436840" cy="360"/>
          </a:xfrm>
          <a:prstGeom prst="straightConnector1">
            <a:avLst/>
          </a:prstGeom>
          <a:ln w="31750">
            <a:solidFill>
              <a:srgbClr val="00857C"/>
            </a:solidFill>
          </a:ln>
        </p:spPr>
      </p:cxnSp>
      <p:pic>
        <p:nvPicPr>
          <p:cNvPr id="1445" name="Picture 8"/>
          <p:cNvPicPr/>
          <p:nvPr/>
        </p:nvPicPr>
        <p:blipFill>
          <a:blip r:embed="rId5"/>
          <a:stretch/>
        </p:blipFill>
        <p:spPr>
          <a:xfrm>
            <a:off x="10821600" y="6478560"/>
            <a:ext cx="581400" cy="217080"/>
          </a:xfrm>
          <a:prstGeom prst="rect">
            <a:avLst/>
          </a:prstGeom>
          <a:ln w="0">
            <a:noFill/>
          </a:ln>
        </p:spPr>
      </p:pic>
      <p:sp>
        <p:nvSpPr>
          <p:cNvPr id="1446"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47" name="PlaceHolder 1"/>
          <p:cNvSpPr>
            <a:spLocks noGrp="1"/>
          </p:cNvSpPr>
          <p:nvPr>
            <p:ph type="title"/>
          </p:nvPr>
        </p:nvSpPr>
        <p:spPr>
          <a:xfrm>
            <a:off x="378000" y="378000"/>
            <a:ext cx="114361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448" name="PlaceHolder 2"/>
          <p:cNvSpPr>
            <a:spLocks noGrp="1"/>
          </p:cNvSpPr>
          <p:nvPr>
            <p:ph type="dt" idx="237"/>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449" name="PlaceHolder 3"/>
          <p:cNvSpPr>
            <a:spLocks noGrp="1"/>
          </p:cNvSpPr>
          <p:nvPr>
            <p:ph type="ftr" idx="23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450" name="PlaceHolder 4"/>
          <p:cNvSpPr>
            <a:spLocks noGrp="1"/>
          </p:cNvSpPr>
          <p:nvPr>
            <p:ph type="sldNum" idx="23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899A616-4CF8-495A-8156-10239CB6BA06}"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451" name="PlaceHolder 5"/>
          <p:cNvSpPr>
            <a:spLocks noGrp="1"/>
          </p:cNvSpPr>
          <p:nvPr>
            <p:ph type="body"/>
          </p:nvPr>
        </p:nvSpPr>
        <p:spPr>
          <a:xfrm>
            <a:off x="13590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52" name="PlaceHolder 6"/>
          <p:cNvSpPr>
            <a:spLocks noGrp="1"/>
          </p:cNvSpPr>
          <p:nvPr>
            <p:ph type="body"/>
          </p:nvPr>
        </p:nvSpPr>
        <p:spPr>
          <a:xfrm>
            <a:off x="331488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53" name="PlaceHolder 7"/>
          <p:cNvSpPr>
            <a:spLocks noGrp="1"/>
          </p:cNvSpPr>
          <p:nvPr>
            <p:ph type="body"/>
          </p:nvPr>
        </p:nvSpPr>
        <p:spPr>
          <a:xfrm>
            <a:off x="52704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54" name="PlaceHolder 8"/>
          <p:cNvSpPr>
            <a:spLocks noGrp="1"/>
          </p:cNvSpPr>
          <p:nvPr>
            <p:ph type="body"/>
          </p:nvPr>
        </p:nvSpPr>
        <p:spPr>
          <a:xfrm>
            <a:off x="13590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55" name="PlaceHolder 9"/>
          <p:cNvSpPr>
            <a:spLocks noGrp="1"/>
          </p:cNvSpPr>
          <p:nvPr>
            <p:ph type="body"/>
          </p:nvPr>
        </p:nvSpPr>
        <p:spPr>
          <a:xfrm>
            <a:off x="331488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56" name="PlaceHolder 10"/>
          <p:cNvSpPr>
            <a:spLocks noGrp="1"/>
          </p:cNvSpPr>
          <p:nvPr>
            <p:ph type="body"/>
          </p:nvPr>
        </p:nvSpPr>
        <p:spPr>
          <a:xfrm>
            <a:off x="52704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57" name="PlaceHolder 11"/>
          <p:cNvSpPr>
            <a:spLocks noGrp="1"/>
          </p:cNvSpPr>
          <p:nvPr>
            <p:ph type="body"/>
          </p:nvPr>
        </p:nvSpPr>
        <p:spPr>
          <a:xfrm>
            <a:off x="722628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58" name="PlaceHolder 12"/>
          <p:cNvSpPr>
            <a:spLocks noGrp="1"/>
          </p:cNvSpPr>
          <p:nvPr>
            <p:ph type="body"/>
          </p:nvPr>
        </p:nvSpPr>
        <p:spPr>
          <a:xfrm>
            <a:off x="9181800" y="192564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59" name="PlaceHolder 13"/>
          <p:cNvSpPr>
            <a:spLocks noGrp="1"/>
          </p:cNvSpPr>
          <p:nvPr>
            <p:ph type="body"/>
          </p:nvPr>
        </p:nvSpPr>
        <p:spPr>
          <a:xfrm>
            <a:off x="722628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60" name="PlaceHolder 14"/>
          <p:cNvSpPr>
            <a:spLocks noGrp="1"/>
          </p:cNvSpPr>
          <p:nvPr>
            <p:ph type="body"/>
          </p:nvPr>
        </p:nvSpPr>
        <p:spPr>
          <a:xfrm>
            <a:off x="9181800" y="3576240"/>
            <a:ext cx="1650240" cy="251640"/>
          </a:xfrm>
          <a:prstGeom prst="rect">
            <a:avLst/>
          </a:prstGeom>
          <a:noFill/>
          <a:ln w="0">
            <a:noFill/>
          </a:ln>
        </p:spPr>
        <p:txBody>
          <a:bodyPr lIns="0" tIns="0" rIns="0" bIns="0" anchor="ctr">
            <a:noAutofit/>
          </a:bodyPr>
          <a:lstStyle/>
          <a:p>
            <a:pPr indent="0" algn="ctr" defTabSz="914400">
              <a:lnSpc>
                <a:spcPct val="100000"/>
              </a:lnSpc>
              <a:buNone/>
              <a:tabLst>
                <a:tab pos="0" algn="l"/>
              </a:tabLst>
            </a:pPr>
            <a:r>
              <a:rPr lang="en-US" sz="1200" b="0" strike="noStrike" spc="-1">
                <a:solidFill>
                  <a:schemeClr val="accent4"/>
                </a:solidFill>
                <a:latin typeface="Invention"/>
              </a:rPr>
              <a:t>Click to edit Master text styles</a:t>
            </a:r>
          </a:p>
        </p:txBody>
      </p:sp>
      <p:sp>
        <p:nvSpPr>
          <p:cNvPr id="1461" name="PlaceHolder 15"/>
          <p:cNvSpPr>
            <a:spLocks noGrp="1"/>
          </p:cNvSpPr>
          <p:nvPr>
            <p:ph type="body"/>
          </p:nvPr>
        </p:nvSpPr>
        <p:spPr>
          <a:xfrm>
            <a:off x="13590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62" name="PlaceHolder 16"/>
          <p:cNvSpPr>
            <a:spLocks noGrp="1"/>
          </p:cNvSpPr>
          <p:nvPr>
            <p:ph type="body"/>
          </p:nvPr>
        </p:nvSpPr>
        <p:spPr>
          <a:xfrm>
            <a:off x="331488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63" name="PlaceHolder 17"/>
          <p:cNvSpPr>
            <a:spLocks noGrp="1"/>
          </p:cNvSpPr>
          <p:nvPr>
            <p:ph type="body"/>
          </p:nvPr>
        </p:nvSpPr>
        <p:spPr>
          <a:xfrm>
            <a:off x="52704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64" name="PlaceHolder 18"/>
          <p:cNvSpPr>
            <a:spLocks noGrp="1"/>
          </p:cNvSpPr>
          <p:nvPr>
            <p:ph type="body"/>
          </p:nvPr>
        </p:nvSpPr>
        <p:spPr>
          <a:xfrm>
            <a:off x="1359000" y="5714280"/>
            <a:ext cx="1650240" cy="251640"/>
          </a:xfrm>
          <a:prstGeom prst="rect">
            <a:avLst/>
          </a:prstGeom>
          <a:noFill/>
          <a:ln w="0">
            <a:noFill/>
          </a:ln>
        </p:spPr>
        <p:txBody>
          <a:bodyPr lIns="0" tIns="0" rIns="0" bIns="0" anchor="ctr">
            <a:noAutofit/>
          </a:bodyPr>
          <a:lstStyle/>
          <a:p>
            <a:pPr indent="0" algn="ctr"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465" name="PlaceHolder 19"/>
          <p:cNvSpPr>
            <a:spLocks noGrp="1"/>
          </p:cNvSpPr>
          <p:nvPr>
            <p:ph type="body"/>
          </p:nvPr>
        </p:nvSpPr>
        <p:spPr>
          <a:xfrm>
            <a:off x="3314880" y="5714280"/>
            <a:ext cx="1650240" cy="251640"/>
          </a:xfrm>
          <a:prstGeom prst="rect">
            <a:avLst/>
          </a:prstGeom>
          <a:noFill/>
          <a:ln w="0">
            <a:noFill/>
          </a:ln>
        </p:spPr>
        <p:txBody>
          <a:bodyPr lIns="0" tIns="0" rIns="0" bIns="0" anchor="ctr">
            <a:noAutofit/>
          </a:bodyPr>
          <a:lstStyle/>
          <a:p>
            <a:pPr indent="0" algn="ctr"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466" name="PlaceHolder 20"/>
          <p:cNvSpPr>
            <a:spLocks noGrp="1"/>
          </p:cNvSpPr>
          <p:nvPr>
            <p:ph type="body"/>
          </p:nvPr>
        </p:nvSpPr>
        <p:spPr>
          <a:xfrm>
            <a:off x="5270400" y="5714280"/>
            <a:ext cx="1650240" cy="251640"/>
          </a:xfrm>
          <a:prstGeom prst="rect">
            <a:avLst/>
          </a:prstGeom>
          <a:noFill/>
          <a:ln w="0">
            <a:noFill/>
          </a:ln>
        </p:spPr>
        <p:txBody>
          <a:bodyPr lIns="0" tIns="0" rIns="0" bIns="0" anchor="ctr">
            <a:noAutofit/>
          </a:bodyPr>
          <a:lstStyle/>
          <a:p>
            <a:pPr indent="0" algn="ctr"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467" name="PlaceHolder 21"/>
          <p:cNvSpPr>
            <a:spLocks noGrp="1"/>
          </p:cNvSpPr>
          <p:nvPr>
            <p:ph type="body"/>
          </p:nvPr>
        </p:nvSpPr>
        <p:spPr>
          <a:xfrm>
            <a:off x="722628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68" name="PlaceHolder 22"/>
          <p:cNvSpPr>
            <a:spLocks noGrp="1"/>
          </p:cNvSpPr>
          <p:nvPr>
            <p:ph type="body"/>
          </p:nvPr>
        </p:nvSpPr>
        <p:spPr>
          <a:xfrm>
            <a:off x="9181800" y="4053600"/>
            <a:ext cx="1650240" cy="1650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69" name="PlaceHolder 23"/>
          <p:cNvSpPr>
            <a:spLocks noGrp="1"/>
          </p:cNvSpPr>
          <p:nvPr>
            <p:ph type="body"/>
          </p:nvPr>
        </p:nvSpPr>
        <p:spPr>
          <a:xfrm>
            <a:off x="7226280" y="5714280"/>
            <a:ext cx="1650240" cy="251640"/>
          </a:xfrm>
          <a:prstGeom prst="rect">
            <a:avLst/>
          </a:prstGeom>
          <a:noFill/>
          <a:ln w="0">
            <a:noFill/>
          </a:ln>
        </p:spPr>
        <p:txBody>
          <a:bodyPr lIns="0" tIns="0" rIns="0" bIns="0" anchor="ctr">
            <a:noAutofit/>
          </a:bodyPr>
          <a:lstStyle/>
          <a:p>
            <a:pPr indent="0" algn="ctr"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470" name="PlaceHolder 24"/>
          <p:cNvSpPr>
            <a:spLocks noGrp="1"/>
          </p:cNvSpPr>
          <p:nvPr>
            <p:ph type="body"/>
          </p:nvPr>
        </p:nvSpPr>
        <p:spPr>
          <a:xfrm>
            <a:off x="9181800" y="5714280"/>
            <a:ext cx="1650240" cy="251640"/>
          </a:xfrm>
          <a:prstGeom prst="rect">
            <a:avLst/>
          </a:prstGeom>
          <a:noFill/>
          <a:ln w="0">
            <a:noFill/>
          </a:ln>
        </p:spPr>
        <p:txBody>
          <a:bodyPr lIns="0" tIns="0" rIns="0" bIns="0" anchor="ctr">
            <a:noAutofit/>
          </a:bodyPr>
          <a:lstStyle/>
          <a:p>
            <a:pPr indent="0" algn="ctr"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Tree>
  </p:cSld>
  <p:clrMap bg1="lt1" tx1="dk1" bg2="lt2" tx2="dk2" accent1="accent1" accent2="accent2" accent3="accent3" accent4="accent4" accent5="accent5" accent6="accent6" hlink="hlink" folHlink="folHlink"/>
  <p:sldLayoutIdLst>
    <p:sldLayoutId id="21474838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7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7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73" name="Straight Connector 7"/>
          <p:cNvCxnSpPr/>
          <p:nvPr/>
        </p:nvCxnSpPr>
        <p:spPr>
          <a:xfrm>
            <a:off x="377640" y="1227600"/>
            <a:ext cx="11436840" cy="360"/>
          </a:xfrm>
          <a:prstGeom prst="straightConnector1">
            <a:avLst/>
          </a:prstGeom>
          <a:ln w="31750">
            <a:solidFill>
              <a:srgbClr val="00857C"/>
            </a:solidFill>
          </a:ln>
        </p:spPr>
      </p:cxnSp>
      <p:pic>
        <p:nvPicPr>
          <p:cNvPr id="1474" name="Picture 8"/>
          <p:cNvPicPr/>
          <p:nvPr/>
        </p:nvPicPr>
        <p:blipFill>
          <a:blip r:embed="rId5"/>
          <a:stretch/>
        </p:blipFill>
        <p:spPr>
          <a:xfrm>
            <a:off x="10821600" y="6478560"/>
            <a:ext cx="581400" cy="217080"/>
          </a:xfrm>
          <a:prstGeom prst="rect">
            <a:avLst/>
          </a:prstGeom>
          <a:ln w="0">
            <a:noFill/>
          </a:ln>
        </p:spPr>
      </p:pic>
      <p:sp>
        <p:nvSpPr>
          <p:cNvPr id="1475"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76" name="PlaceHolder 1"/>
          <p:cNvSpPr>
            <a:spLocks noGrp="1"/>
          </p:cNvSpPr>
          <p:nvPr>
            <p:ph type="title"/>
          </p:nvPr>
        </p:nvSpPr>
        <p:spPr>
          <a:xfrm>
            <a:off x="378000" y="5004000"/>
            <a:ext cx="3599640" cy="137736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477" name="PlaceHolder 2"/>
          <p:cNvSpPr>
            <a:spLocks noGrp="1"/>
          </p:cNvSpPr>
          <p:nvPr>
            <p:ph type="dt" idx="240"/>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478" name="PlaceHolder 3"/>
          <p:cNvSpPr>
            <a:spLocks noGrp="1"/>
          </p:cNvSpPr>
          <p:nvPr>
            <p:ph type="ftr" idx="24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479" name="PlaceHolder 4"/>
          <p:cNvSpPr>
            <a:spLocks noGrp="1"/>
          </p:cNvSpPr>
          <p:nvPr>
            <p:ph type="sldNum" idx="24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8602F00-D67A-4B1C-86E1-1BD54D7AD3F5}"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480" name="PlaceHolder 5"/>
          <p:cNvSpPr>
            <a:spLocks noGrp="1"/>
          </p:cNvSpPr>
          <p:nvPr>
            <p:ph type="body"/>
          </p:nvPr>
        </p:nvSpPr>
        <p:spPr>
          <a:xfrm>
            <a:off x="4295880" y="5004000"/>
            <a:ext cx="3599640" cy="137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481" name="PlaceHolder 6"/>
          <p:cNvSpPr>
            <a:spLocks noGrp="1"/>
          </p:cNvSpPr>
          <p:nvPr>
            <p:ph type="body"/>
          </p:nvPr>
        </p:nvSpPr>
        <p:spPr>
          <a:xfrm>
            <a:off x="8214120" y="5004000"/>
            <a:ext cx="3599640" cy="137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482" name="PlaceHolder 7"/>
          <p:cNvSpPr>
            <a:spLocks noGrp="1"/>
          </p:cNvSpPr>
          <p:nvPr>
            <p:ph type="body"/>
          </p:nvPr>
        </p:nvSpPr>
        <p:spPr>
          <a:xfrm>
            <a:off x="0" y="0"/>
            <a:ext cx="11813760" cy="459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83"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84"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85" name="Straight Connector 7"/>
          <p:cNvCxnSpPr/>
          <p:nvPr/>
        </p:nvCxnSpPr>
        <p:spPr>
          <a:xfrm>
            <a:off x="377640" y="1227600"/>
            <a:ext cx="11436840" cy="360"/>
          </a:xfrm>
          <a:prstGeom prst="straightConnector1">
            <a:avLst/>
          </a:prstGeom>
          <a:ln w="31750">
            <a:solidFill>
              <a:srgbClr val="00857C"/>
            </a:solidFill>
          </a:ln>
        </p:spPr>
      </p:cxnSp>
      <p:pic>
        <p:nvPicPr>
          <p:cNvPr id="1486" name="Picture 8"/>
          <p:cNvPicPr/>
          <p:nvPr/>
        </p:nvPicPr>
        <p:blipFill>
          <a:blip r:embed="rId5"/>
          <a:stretch/>
        </p:blipFill>
        <p:spPr>
          <a:xfrm>
            <a:off x="10821600" y="6478560"/>
            <a:ext cx="581400" cy="217080"/>
          </a:xfrm>
          <a:prstGeom prst="rect">
            <a:avLst/>
          </a:prstGeom>
          <a:ln w="0">
            <a:noFill/>
          </a:ln>
        </p:spPr>
      </p:pic>
      <p:sp>
        <p:nvSpPr>
          <p:cNvPr id="1487"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88" name="PlaceHolder 1"/>
          <p:cNvSpPr>
            <a:spLocks noGrp="1"/>
          </p:cNvSpPr>
          <p:nvPr>
            <p:ph type="body"/>
          </p:nvPr>
        </p:nvSpPr>
        <p:spPr>
          <a:xfrm>
            <a:off x="8877600" y="4597200"/>
            <a:ext cx="3314160" cy="22604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89" name="PlaceHolder 2"/>
          <p:cNvSpPr>
            <a:spLocks noGrp="1"/>
          </p:cNvSpPr>
          <p:nvPr>
            <p:ph type="title"/>
          </p:nvPr>
        </p:nvSpPr>
        <p:spPr>
          <a:xfrm>
            <a:off x="378000" y="5004000"/>
            <a:ext cx="3599640" cy="137808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490" name="PlaceHolder 3"/>
          <p:cNvSpPr>
            <a:spLocks noGrp="1"/>
          </p:cNvSpPr>
          <p:nvPr>
            <p:ph type="body"/>
          </p:nvPr>
        </p:nvSpPr>
        <p:spPr>
          <a:xfrm>
            <a:off x="4295880" y="5004000"/>
            <a:ext cx="3599640" cy="137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sp>
        <p:nvSpPr>
          <p:cNvPr id="1491" name="PlaceHolder 4"/>
          <p:cNvSpPr>
            <a:spLocks noGrp="1"/>
          </p:cNvSpPr>
          <p:nvPr>
            <p:ph type="body"/>
          </p:nvPr>
        </p:nvSpPr>
        <p:spPr>
          <a:xfrm>
            <a:off x="0" y="0"/>
            <a:ext cx="8877240" cy="459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92" name="PlaceHolder 5"/>
          <p:cNvSpPr>
            <a:spLocks noGrp="1"/>
          </p:cNvSpPr>
          <p:nvPr>
            <p:ph type="ftr" idx="24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Tree>
  </p:cSld>
  <p:clrMap bg1="lt1" tx1="dk1" bg2="lt2" tx2="dk2" accent1="accent1" accent2="accent2" accent3="accent3" accent4="accent4" accent5="accent5" accent6="accent6" hlink="hlink" folHlink="folHlink"/>
  <p:sldLayoutIdLst>
    <p:sldLayoutId id="21474838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93"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494"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495" name="Straight Connector 7"/>
          <p:cNvCxnSpPr/>
          <p:nvPr/>
        </p:nvCxnSpPr>
        <p:spPr>
          <a:xfrm>
            <a:off x="377640" y="1227600"/>
            <a:ext cx="11436840" cy="360"/>
          </a:xfrm>
          <a:prstGeom prst="straightConnector1">
            <a:avLst/>
          </a:prstGeom>
          <a:ln w="31750">
            <a:solidFill>
              <a:srgbClr val="00857C"/>
            </a:solidFill>
          </a:ln>
        </p:spPr>
      </p:cxnSp>
      <p:pic>
        <p:nvPicPr>
          <p:cNvPr id="1496" name="Picture 8"/>
          <p:cNvPicPr/>
          <p:nvPr/>
        </p:nvPicPr>
        <p:blipFill>
          <a:blip r:embed="rId5"/>
          <a:stretch/>
        </p:blipFill>
        <p:spPr>
          <a:xfrm>
            <a:off x="10821600" y="6478560"/>
            <a:ext cx="581400" cy="217080"/>
          </a:xfrm>
          <a:prstGeom prst="rect">
            <a:avLst/>
          </a:prstGeom>
          <a:ln w="0">
            <a:noFill/>
          </a:ln>
        </p:spPr>
      </p:pic>
      <p:sp>
        <p:nvSpPr>
          <p:cNvPr id="1497"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498" name="PlaceHolder 1"/>
          <p:cNvSpPr>
            <a:spLocks noGrp="1"/>
          </p:cNvSpPr>
          <p:nvPr>
            <p:ph type="body"/>
          </p:nvPr>
        </p:nvSpPr>
        <p:spPr>
          <a:xfrm>
            <a:off x="385560" y="0"/>
            <a:ext cx="719964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499" name="PlaceHolder 2"/>
          <p:cNvSpPr>
            <a:spLocks noGrp="1"/>
          </p:cNvSpPr>
          <p:nvPr>
            <p:ph type="title"/>
          </p:nvPr>
        </p:nvSpPr>
        <p:spPr>
          <a:xfrm>
            <a:off x="8217720" y="1387800"/>
            <a:ext cx="3596040" cy="122004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500" name="PlaceHolder 3"/>
          <p:cNvSpPr>
            <a:spLocks noGrp="1"/>
          </p:cNvSpPr>
          <p:nvPr>
            <p:ph type="dt" idx="244"/>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501" name="PlaceHolder 4"/>
          <p:cNvSpPr>
            <a:spLocks noGrp="1"/>
          </p:cNvSpPr>
          <p:nvPr>
            <p:ph type="ftr" idx="24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02" name="PlaceHolder 5"/>
          <p:cNvSpPr>
            <a:spLocks noGrp="1"/>
          </p:cNvSpPr>
          <p:nvPr>
            <p:ph type="sldNum" idx="246"/>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FB1059E9-9587-40D1-B177-4FFE4F5AA499}"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503" name="PlaceHolder 6"/>
          <p:cNvSpPr>
            <a:spLocks noGrp="1"/>
          </p:cNvSpPr>
          <p:nvPr>
            <p:ph type="body"/>
          </p:nvPr>
        </p:nvSpPr>
        <p:spPr>
          <a:xfrm>
            <a:off x="8217720" y="2778840"/>
            <a:ext cx="3599640" cy="36025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pic>
        <p:nvPicPr>
          <p:cNvPr id="1504" name="Picture 8"/>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05"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06"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07" name="Straight Connector 7"/>
          <p:cNvCxnSpPr/>
          <p:nvPr/>
        </p:nvCxnSpPr>
        <p:spPr>
          <a:xfrm>
            <a:off x="377640" y="1227600"/>
            <a:ext cx="11436840" cy="360"/>
          </a:xfrm>
          <a:prstGeom prst="straightConnector1">
            <a:avLst/>
          </a:prstGeom>
          <a:ln w="31750">
            <a:solidFill>
              <a:srgbClr val="00857C"/>
            </a:solidFill>
          </a:ln>
        </p:spPr>
      </p:cxnSp>
      <p:pic>
        <p:nvPicPr>
          <p:cNvPr id="1508" name="Picture 8"/>
          <p:cNvPicPr/>
          <p:nvPr/>
        </p:nvPicPr>
        <p:blipFill>
          <a:blip r:embed="rId5"/>
          <a:stretch/>
        </p:blipFill>
        <p:spPr>
          <a:xfrm>
            <a:off x="10821600" y="6478560"/>
            <a:ext cx="581400" cy="217080"/>
          </a:xfrm>
          <a:prstGeom prst="rect">
            <a:avLst/>
          </a:prstGeom>
          <a:ln w="0">
            <a:noFill/>
          </a:ln>
        </p:spPr>
      </p:pic>
      <p:sp>
        <p:nvSpPr>
          <p:cNvPr id="1509"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10" name="PlaceHolder 1"/>
          <p:cNvSpPr>
            <a:spLocks noGrp="1"/>
          </p:cNvSpPr>
          <p:nvPr>
            <p:ph type="body"/>
          </p:nvPr>
        </p:nvSpPr>
        <p:spPr>
          <a:xfrm>
            <a:off x="4617720" y="0"/>
            <a:ext cx="7199640" cy="638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511" name="PlaceHolder 2"/>
          <p:cNvSpPr>
            <a:spLocks noGrp="1"/>
          </p:cNvSpPr>
          <p:nvPr>
            <p:ph type="title"/>
          </p:nvPr>
        </p:nvSpPr>
        <p:spPr>
          <a:xfrm>
            <a:off x="378000" y="1387800"/>
            <a:ext cx="3596040" cy="122148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512" name="PlaceHolder 3"/>
          <p:cNvSpPr>
            <a:spLocks noGrp="1"/>
          </p:cNvSpPr>
          <p:nvPr>
            <p:ph type="dt" idx="247"/>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513" name="PlaceHolder 4"/>
          <p:cNvSpPr>
            <a:spLocks noGrp="1"/>
          </p:cNvSpPr>
          <p:nvPr>
            <p:ph type="ftr" idx="24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14" name="PlaceHolder 5"/>
          <p:cNvSpPr>
            <a:spLocks noGrp="1"/>
          </p:cNvSpPr>
          <p:nvPr>
            <p:ph type="sldNum" idx="249"/>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2EEF526D-6766-49BE-B14B-3D532014BC3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515" name="PlaceHolder 6"/>
          <p:cNvSpPr>
            <a:spLocks noGrp="1"/>
          </p:cNvSpPr>
          <p:nvPr>
            <p:ph type="body"/>
          </p:nvPr>
        </p:nvSpPr>
        <p:spPr>
          <a:xfrm>
            <a:off x="378000" y="2778840"/>
            <a:ext cx="3599640" cy="360252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a:p>
            <a:pPr marL="108000" lvl="1"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Second level</a:t>
            </a:r>
          </a:p>
          <a:p>
            <a:pPr marL="216000" lvl="2"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Third level</a:t>
            </a:r>
          </a:p>
          <a:p>
            <a:pPr marL="324000" lvl="3"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914400">
              <a:lnSpc>
                <a:spcPct val="100000"/>
              </a:lnSpc>
              <a:spcAft>
                <a:spcPts val="1599"/>
              </a:spcAft>
              <a:buClr>
                <a:srgbClr val="0C2340"/>
              </a:buClr>
              <a:buFont typeface="Arial"/>
              <a:buChar char="•"/>
              <a:tabLst>
                <a:tab pos="0" algn="l"/>
              </a:tabLst>
            </a:pPr>
            <a:r>
              <a:rPr lang="en-US" sz="1200" b="0" strike="noStrike" spc="-1">
                <a:solidFill>
                  <a:schemeClr val="accent4"/>
                </a:solidFill>
                <a:latin typeface="Invention"/>
              </a:rPr>
              <a:t>Fifth level</a:t>
            </a:r>
          </a:p>
        </p:txBody>
      </p:sp>
      <p:pic>
        <p:nvPicPr>
          <p:cNvPr id="1516" name="Picture 8"/>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9.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51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1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19" name="Straight Connector 7"/>
          <p:cNvCxnSpPr/>
          <p:nvPr/>
        </p:nvCxnSpPr>
        <p:spPr>
          <a:xfrm>
            <a:off x="377640" y="1227600"/>
            <a:ext cx="11436840" cy="360"/>
          </a:xfrm>
          <a:prstGeom prst="straightConnector1">
            <a:avLst/>
          </a:prstGeom>
          <a:ln w="31750">
            <a:solidFill>
              <a:srgbClr val="00857C"/>
            </a:solidFill>
          </a:ln>
        </p:spPr>
      </p:cxnSp>
      <p:pic>
        <p:nvPicPr>
          <p:cNvPr id="1520" name="Picture 8"/>
          <p:cNvPicPr/>
          <p:nvPr/>
        </p:nvPicPr>
        <p:blipFill>
          <a:blip r:embed="rId5"/>
          <a:stretch/>
        </p:blipFill>
        <p:spPr>
          <a:xfrm>
            <a:off x="10821600" y="6478560"/>
            <a:ext cx="581400" cy="217080"/>
          </a:xfrm>
          <a:prstGeom prst="rect">
            <a:avLst/>
          </a:prstGeom>
          <a:ln w="0">
            <a:noFill/>
          </a:ln>
        </p:spPr>
      </p:pic>
      <p:sp>
        <p:nvSpPr>
          <p:cNvPr id="152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522" name="PlaceHolder 1"/>
          <p:cNvSpPr>
            <a:spLocks noGrp="1"/>
          </p:cNvSpPr>
          <p:nvPr>
            <p:ph type="dt" idx="250"/>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1523" name="PlaceHolder 2"/>
          <p:cNvSpPr>
            <a:spLocks noGrp="1"/>
          </p:cNvSpPr>
          <p:nvPr>
            <p:ph type="ftr" idx="25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sp>
        <p:nvSpPr>
          <p:cNvPr id="1524" name="PlaceHolder 3"/>
          <p:cNvSpPr>
            <a:spLocks noGrp="1"/>
          </p:cNvSpPr>
          <p:nvPr>
            <p:ph type="sldNum" idx="252"/>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chemeClr val="lt1"/>
                </a:solidFill>
                <a:latin typeface="Invention"/>
              </a:defRPr>
            </a:lvl1pPr>
          </a:lstStyle>
          <a:p>
            <a:pPr indent="0" algn="r" defTabSz="228600">
              <a:lnSpc>
                <a:spcPct val="100000"/>
              </a:lnSpc>
              <a:buNone/>
            </a:pPr>
            <a:fld id="{DE2E3BF4-3829-4B70-B423-B70D3B585528}" type="slidenum">
              <a:rPr lang="en-GB" sz="700" b="0" strike="noStrike" spc="-1">
                <a:solidFill>
                  <a:schemeClr val="lt1"/>
                </a:solidFill>
                <a:latin typeface="Invention"/>
              </a:rPr>
              <a:t>‹#›</a:t>
            </a:fld>
            <a:endParaRPr lang="en-US" sz="700" b="0" strike="noStrike" spc="-1">
              <a:solidFill>
                <a:srgbClr val="FFFFFF"/>
              </a:solidFill>
              <a:latin typeface="Times New Roman"/>
            </a:endParaRPr>
          </a:p>
        </p:txBody>
      </p:sp>
      <p:sp>
        <p:nvSpPr>
          <p:cNvPr id="1525" name="PlaceHolder 4"/>
          <p:cNvSpPr>
            <a:spLocks noGrp="1"/>
          </p:cNvSpPr>
          <p:nvPr>
            <p:ph type="body"/>
          </p:nvPr>
        </p:nvSpPr>
        <p:spPr>
          <a:xfrm>
            <a:off x="-360" y="-3240"/>
            <a:ext cx="12192120" cy="6860880"/>
          </a:xfrm>
          <a:prstGeom prst="rect">
            <a:avLst/>
          </a:prstGeom>
          <a:solidFill>
            <a:schemeClr val="lt1">
              <a:lumMod val="85000"/>
            </a:schemeClr>
          </a:solidFill>
          <a:ln w="0">
            <a:noFill/>
          </a:ln>
        </p:spPr>
        <p:txBody>
          <a:bodyPr lIns="90000" tIns="45000" rIns="90000" bIns="45000" anchor="t">
            <a:noAutofit/>
          </a:bodyPr>
          <a:lstStyle/>
          <a:p>
            <a:pPr indent="0" algn="r"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526" name="PlaceHolder 5"/>
          <p:cNvSpPr>
            <a:spLocks noGrp="1"/>
          </p:cNvSpPr>
          <p:nvPr>
            <p:ph type="body"/>
          </p:nvPr>
        </p:nvSpPr>
        <p:spPr>
          <a:xfrm>
            <a:off x="431640" y="378000"/>
            <a:ext cx="3860280" cy="305064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marL="108000" lvl="1"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Second level</a:t>
            </a:r>
            <a:endParaRPr lang="en-US" sz="1200" b="0" strike="noStrike" spc="-1">
              <a:solidFill>
                <a:schemeClr val="accent4"/>
              </a:solidFill>
              <a:latin typeface="Invention"/>
            </a:endParaRPr>
          </a:p>
          <a:p>
            <a:pPr marL="216000" lvl="2"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Third level</a:t>
            </a:r>
            <a:endParaRPr lang="en-US" sz="1200" b="0" strike="noStrike" spc="-1">
              <a:solidFill>
                <a:schemeClr val="accent4"/>
              </a:solidFill>
              <a:latin typeface="Invention"/>
            </a:endParaRPr>
          </a:p>
          <a:p>
            <a:pPr marL="324000" lvl="3"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Fourth level</a:t>
            </a:r>
            <a:endParaRPr lang="en-US" sz="1200" b="0" strike="noStrike" spc="-1">
              <a:solidFill>
                <a:schemeClr val="accent4"/>
              </a:solidFill>
              <a:latin typeface="Invention"/>
            </a:endParaRPr>
          </a:p>
          <a:p>
            <a:pPr marL="432000" lvl="4" indent="-108000" defTabSz="914400">
              <a:lnSpc>
                <a:spcPct val="100000"/>
              </a:lnSpc>
              <a:spcAft>
                <a:spcPts val="1599"/>
              </a:spcAft>
              <a:buClr>
                <a:srgbClr val="FFFFFF"/>
              </a:buClr>
              <a:buFont typeface="Arial"/>
              <a:buChar char="•"/>
              <a:tabLst>
                <a:tab pos="0" algn="l"/>
              </a:tabLst>
            </a:pPr>
            <a:r>
              <a:rPr lang="en-US" sz="1200" b="0" strike="noStrike" spc="-1">
                <a:solidFill>
                  <a:schemeClr val="lt1"/>
                </a:solidFill>
                <a:latin typeface="Invention"/>
              </a:rPr>
              <a:t>Fifth level</a:t>
            </a:r>
            <a:endParaRPr lang="en-US" sz="1200" b="0" strike="noStrike" spc="-1">
              <a:solidFill>
                <a:schemeClr val="accent4"/>
              </a:solidFill>
              <a:latin typeface="Invention"/>
            </a:endParaRPr>
          </a:p>
        </p:txBody>
      </p:sp>
    </p:spTree>
  </p:cSld>
  <p:clrMap bg1="lt1" tx1="dk1" bg2="lt2" tx2="dk2" accent1="accent1" accent2="accent2" accent3="accent3" accent4="accent4" accent5="accent5" accent6="accent6" hlink="hlink" folHlink="folHlink"/>
  <p:sldLayoutIdLst>
    <p:sldLayoutId id="21474838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2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2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29" name="Straight Connector 7"/>
          <p:cNvCxnSpPr/>
          <p:nvPr/>
        </p:nvCxnSpPr>
        <p:spPr>
          <a:xfrm>
            <a:off x="377640" y="1227600"/>
            <a:ext cx="11436840" cy="360"/>
          </a:xfrm>
          <a:prstGeom prst="straightConnector1">
            <a:avLst/>
          </a:prstGeom>
          <a:ln w="31750">
            <a:solidFill>
              <a:srgbClr val="00857C"/>
            </a:solidFill>
          </a:ln>
        </p:spPr>
      </p:cxnSp>
      <p:pic>
        <p:nvPicPr>
          <p:cNvPr id="1530" name="Picture 8"/>
          <p:cNvPicPr/>
          <p:nvPr/>
        </p:nvPicPr>
        <p:blipFill>
          <a:blip r:embed="rId5"/>
          <a:stretch/>
        </p:blipFill>
        <p:spPr>
          <a:xfrm>
            <a:off x="10821600" y="6478560"/>
            <a:ext cx="581400" cy="217080"/>
          </a:xfrm>
          <a:prstGeom prst="rect">
            <a:avLst/>
          </a:prstGeom>
          <a:ln w="0">
            <a:noFill/>
          </a:ln>
        </p:spPr>
      </p:pic>
      <p:sp>
        <p:nvSpPr>
          <p:cNvPr id="153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32"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533"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buNone/>
              <a:tabLst>
                <a:tab pos="0" algn="l"/>
              </a:tabLst>
            </a:pPr>
            <a:r>
              <a:rPr lang="en-US" sz="1200" b="0" strike="noStrike" spc="-1">
                <a:solidFill>
                  <a:schemeClr val="accent4"/>
                </a:solidFill>
                <a:latin typeface="Invention"/>
              </a:rPr>
              <a:t>Click to edit Master text styles</a:t>
            </a:r>
          </a:p>
          <a:p>
            <a:pPr indent="0" defTabSz="914400">
              <a:lnSpc>
                <a:spcPct val="100000"/>
              </a:lnSpc>
              <a:buNone/>
              <a:tabLst>
                <a:tab pos="0" algn="l"/>
              </a:tabLst>
            </a:pPr>
            <a:r>
              <a:rPr lang="en-US" sz="1200" b="1" strike="noStrike" spc="-1">
                <a:solidFill>
                  <a:schemeClr val="accent4"/>
                </a:solidFill>
                <a:latin typeface="Invention"/>
              </a:rPr>
              <a:t>Second level</a:t>
            </a:r>
            <a:endParaRPr lang="en-US" sz="1200" b="0" strike="noStrike" spc="-1">
              <a:solidFill>
                <a:schemeClr val="accent4"/>
              </a:solidFill>
              <a:latin typeface="Invention"/>
            </a:endParaRPr>
          </a:p>
        </p:txBody>
      </p:sp>
      <p:sp>
        <p:nvSpPr>
          <p:cNvPr id="1534" name="PlaceHolder 3"/>
          <p:cNvSpPr>
            <a:spLocks noGrp="1"/>
          </p:cNvSpPr>
          <p:nvPr>
            <p:ph type="ftr" idx="25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535" name="Picture 6"/>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153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3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38" name="Straight Connector 7"/>
          <p:cNvCxnSpPr/>
          <p:nvPr/>
        </p:nvCxnSpPr>
        <p:spPr>
          <a:xfrm>
            <a:off x="377640" y="1227600"/>
            <a:ext cx="11436840" cy="360"/>
          </a:xfrm>
          <a:prstGeom prst="straightConnector1">
            <a:avLst/>
          </a:prstGeom>
          <a:ln w="31750">
            <a:solidFill>
              <a:srgbClr val="00857C"/>
            </a:solidFill>
          </a:ln>
        </p:spPr>
      </p:cxnSp>
      <p:pic>
        <p:nvPicPr>
          <p:cNvPr id="1539" name="Picture 8"/>
          <p:cNvPicPr/>
          <p:nvPr/>
        </p:nvPicPr>
        <p:blipFill>
          <a:blip r:embed="rId5"/>
          <a:stretch/>
        </p:blipFill>
        <p:spPr>
          <a:xfrm>
            <a:off x="10821600" y="6478560"/>
            <a:ext cx="581400" cy="217080"/>
          </a:xfrm>
          <a:prstGeom prst="rect">
            <a:avLst/>
          </a:prstGeom>
          <a:ln w="0">
            <a:noFill/>
          </a:ln>
        </p:spPr>
      </p:pic>
      <p:sp>
        <p:nvSpPr>
          <p:cNvPr id="1540"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541"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1542"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lt1"/>
                </a:solidFill>
                <a:latin typeface="Invention"/>
              </a:rPr>
              <a:t>Second level</a:t>
            </a:r>
            <a:endParaRPr lang="en-US" sz="1200" b="0" strike="noStrike" spc="-1">
              <a:solidFill>
                <a:schemeClr val="accent4"/>
              </a:solidFill>
              <a:latin typeface="Invention"/>
            </a:endParaRPr>
          </a:p>
        </p:txBody>
      </p:sp>
      <p:sp>
        <p:nvSpPr>
          <p:cNvPr id="1543" name="PlaceHolder 3"/>
          <p:cNvSpPr>
            <a:spLocks noGrp="1"/>
          </p:cNvSpPr>
          <p:nvPr>
            <p:ph type="ftr" idx="25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pic>
        <p:nvPicPr>
          <p:cNvPr id="1544" name="Picture 7"/>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aphicFrame>
        <p:nvGraphicFramePr>
          <p:cNvPr id="1545"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46"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47" name="Straight Connector 7"/>
          <p:cNvCxnSpPr/>
          <p:nvPr/>
        </p:nvCxnSpPr>
        <p:spPr>
          <a:xfrm>
            <a:off x="377640" y="1227600"/>
            <a:ext cx="11436840" cy="360"/>
          </a:xfrm>
          <a:prstGeom prst="straightConnector1">
            <a:avLst/>
          </a:prstGeom>
          <a:ln w="31750">
            <a:solidFill>
              <a:srgbClr val="00857C"/>
            </a:solidFill>
          </a:ln>
        </p:spPr>
      </p:cxnSp>
      <p:pic>
        <p:nvPicPr>
          <p:cNvPr id="1548" name="Picture 8"/>
          <p:cNvPicPr/>
          <p:nvPr/>
        </p:nvPicPr>
        <p:blipFill>
          <a:blip r:embed="rId5"/>
          <a:stretch/>
        </p:blipFill>
        <p:spPr>
          <a:xfrm>
            <a:off x="10821600" y="6478560"/>
            <a:ext cx="581400" cy="217080"/>
          </a:xfrm>
          <a:prstGeom prst="rect">
            <a:avLst/>
          </a:prstGeom>
          <a:ln w="0">
            <a:noFill/>
          </a:ln>
        </p:spPr>
      </p:pic>
      <p:sp>
        <p:nvSpPr>
          <p:cNvPr id="1549"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FFFFFF"/>
              </a:solidFill>
              <a:latin typeface="Arial"/>
            </a:endParaRPr>
          </a:p>
        </p:txBody>
      </p:sp>
      <p:sp>
        <p:nvSpPr>
          <p:cNvPr id="1550"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lt1"/>
                </a:solidFill>
                <a:latin typeface="Invention Light"/>
              </a:rPr>
              <a:t>Click to edit Master title style</a:t>
            </a:r>
            <a:endParaRPr lang="en-US" sz="5750" b="0" strike="noStrike" spc="-1">
              <a:solidFill>
                <a:schemeClr val="dk1"/>
              </a:solidFill>
              <a:latin typeface="Invention"/>
            </a:endParaRPr>
          </a:p>
        </p:txBody>
      </p:sp>
      <p:sp>
        <p:nvSpPr>
          <p:cNvPr id="1551"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buNone/>
              <a:tabLst>
                <a:tab pos="0" algn="l"/>
              </a:tabLst>
            </a:pPr>
            <a:r>
              <a:rPr lang="en-US" sz="1200" b="0" strike="noStrike" spc="-1">
                <a:solidFill>
                  <a:schemeClr val="lt1"/>
                </a:solidFill>
                <a:latin typeface="Invention"/>
              </a:rPr>
              <a:t>Click to edit Master text styles</a:t>
            </a:r>
            <a:endParaRPr lang="en-US" sz="12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lt1"/>
                </a:solidFill>
                <a:latin typeface="Invention"/>
              </a:rPr>
              <a:t>Second level</a:t>
            </a:r>
            <a:endParaRPr lang="en-US" sz="1200" b="0" strike="noStrike" spc="-1">
              <a:solidFill>
                <a:schemeClr val="accent4"/>
              </a:solidFill>
              <a:latin typeface="Invention"/>
            </a:endParaRPr>
          </a:p>
        </p:txBody>
      </p:sp>
      <p:sp>
        <p:nvSpPr>
          <p:cNvPr id="1552" name="PlaceHolder 3"/>
          <p:cNvSpPr>
            <a:spLocks noGrp="1"/>
          </p:cNvSpPr>
          <p:nvPr>
            <p:ph type="ftr" idx="255"/>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FFFFFF"/>
                </a:solidFill>
                <a:latin typeface="Times New Roman"/>
              </a:defRPr>
            </a:lvl1pPr>
          </a:lstStyle>
          <a:p>
            <a:pPr indent="0" algn="ctr">
              <a:buNone/>
            </a:pPr>
            <a:r>
              <a:rPr lang="en-US" sz="1400" b="0" strike="noStrike" spc="-1">
                <a:solidFill>
                  <a:srgbClr val="FFFFFF"/>
                </a:solidFill>
                <a:latin typeface="Times New Roman"/>
              </a:rPr>
              <a:t>&lt;footer&gt;</a:t>
            </a:r>
          </a:p>
        </p:txBody>
      </p:sp>
      <p:pic>
        <p:nvPicPr>
          <p:cNvPr id="1553" name="Picture 6"/>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54"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55"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56" name="Straight Connector 7"/>
          <p:cNvCxnSpPr/>
          <p:nvPr/>
        </p:nvCxnSpPr>
        <p:spPr>
          <a:xfrm>
            <a:off x="377640" y="1227600"/>
            <a:ext cx="11436840" cy="360"/>
          </a:xfrm>
          <a:prstGeom prst="straightConnector1">
            <a:avLst/>
          </a:prstGeom>
          <a:ln w="31750">
            <a:solidFill>
              <a:srgbClr val="00857C"/>
            </a:solidFill>
          </a:ln>
        </p:spPr>
      </p:cxnSp>
      <p:pic>
        <p:nvPicPr>
          <p:cNvPr id="1557" name="Picture 8"/>
          <p:cNvPicPr/>
          <p:nvPr/>
        </p:nvPicPr>
        <p:blipFill>
          <a:blip r:embed="rId5"/>
          <a:stretch/>
        </p:blipFill>
        <p:spPr>
          <a:xfrm>
            <a:off x="10821600" y="6478560"/>
            <a:ext cx="581400" cy="217080"/>
          </a:xfrm>
          <a:prstGeom prst="rect">
            <a:avLst/>
          </a:prstGeom>
          <a:ln w="0">
            <a:noFill/>
          </a:ln>
        </p:spPr>
      </p:pic>
      <p:sp>
        <p:nvSpPr>
          <p:cNvPr id="1558"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59"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560"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buNone/>
              <a:tabLst>
                <a:tab pos="0" algn="l"/>
              </a:tabLst>
            </a:pPr>
            <a:r>
              <a:rPr lang="en-US" sz="1200" b="0" strike="noStrike" spc="-1">
                <a:solidFill>
                  <a:schemeClr val="accent1"/>
                </a:solidFill>
                <a:latin typeface="Invention"/>
              </a:rPr>
              <a:t>Click to edit Master text styles</a:t>
            </a:r>
            <a:endParaRPr lang="en-US" sz="12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accent1"/>
                </a:solidFill>
                <a:latin typeface="Invention"/>
              </a:rPr>
              <a:t>Second level</a:t>
            </a:r>
            <a:endParaRPr lang="en-US" sz="1200" b="0" strike="noStrike" spc="-1">
              <a:solidFill>
                <a:schemeClr val="accent4"/>
              </a:solidFill>
              <a:latin typeface="Invention"/>
            </a:endParaRPr>
          </a:p>
        </p:txBody>
      </p:sp>
      <p:sp>
        <p:nvSpPr>
          <p:cNvPr id="1561" name="PlaceHolder 3"/>
          <p:cNvSpPr>
            <a:spLocks noGrp="1"/>
          </p:cNvSpPr>
          <p:nvPr>
            <p:ph type="body"/>
          </p:nvPr>
        </p:nvSpPr>
        <p:spPr>
          <a:xfrm>
            <a:off x="6657120" y="378000"/>
            <a:ext cx="5156640" cy="39812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562" name="PlaceHolder 4"/>
          <p:cNvSpPr>
            <a:spLocks noGrp="1"/>
          </p:cNvSpPr>
          <p:nvPr>
            <p:ph type="ftr" idx="25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63" name="Rectangle 7"/>
          <p:cNvSpPr/>
          <p:nvPr/>
        </p:nvSpPr>
        <p:spPr>
          <a:xfrm>
            <a:off x="11814120" y="0"/>
            <a:ext cx="377640" cy="37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GB" sz="1200" b="0" strike="noStrike" spc="-1">
              <a:solidFill>
                <a:schemeClr val="lt1"/>
              </a:solidFill>
              <a:latin typeface="Invention"/>
            </a:endParaRPr>
          </a:p>
        </p:txBody>
      </p:sp>
      <p:pic>
        <p:nvPicPr>
          <p:cNvPr id="1564" name="Picture 10"/>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65"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66"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67" name="Straight Connector 7"/>
          <p:cNvCxnSpPr/>
          <p:nvPr/>
        </p:nvCxnSpPr>
        <p:spPr>
          <a:xfrm>
            <a:off x="377640" y="1227600"/>
            <a:ext cx="11436840" cy="360"/>
          </a:xfrm>
          <a:prstGeom prst="straightConnector1">
            <a:avLst/>
          </a:prstGeom>
          <a:ln w="31750">
            <a:solidFill>
              <a:srgbClr val="00857C"/>
            </a:solidFill>
          </a:ln>
        </p:spPr>
      </p:cxnSp>
      <p:pic>
        <p:nvPicPr>
          <p:cNvPr id="1568" name="Picture 8"/>
          <p:cNvPicPr/>
          <p:nvPr/>
        </p:nvPicPr>
        <p:blipFill>
          <a:blip r:embed="rId5"/>
          <a:stretch/>
        </p:blipFill>
        <p:spPr>
          <a:xfrm>
            <a:off x="10821600" y="6478560"/>
            <a:ext cx="581400" cy="217080"/>
          </a:xfrm>
          <a:prstGeom prst="rect">
            <a:avLst/>
          </a:prstGeom>
          <a:ln w="0">
            <a:noFill/>
          </a:ln>
        </p:spPr>
      </p:pic>
      <p:sp>
        <p:nvSpPr>
          <p:cNvPr id="1569"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70" name="PlaceHolder 1"/>
          <p:cNvSpPr>
            <a:spLocks noGrp="1"/>
          </p:cNvSpPr>
          <p:nvPr>
            <p:ph type="body"/>
          </p:nvPr>
        </p:nvSpPr>
        <p:spPr>
          <a:xfrm>
            <a:off x="4292640" y="4950000"/>
            <a:ext cx="2628720" cy="1431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571" name="PlaceHolder 2"/>
          <p:cNvSpPr>
            <a:spLocks noGrp="1"/>
          </p:cNvSpPr>
          <p:nvPr>
            <p:ph type="title"/>
          </p:nvPr>
        </p:nvSpPr>
        <p:spPr>
          <a:xfrm>
            <a:off x="378000" y="1228680"/>
            <a:ext cx="493236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accent4"/>
                </a:solidFill>
                <a:latin typeface="Invention Light"/>
              </a:rPr>
              <a:t>Click to edit Master title style</a:t>
            </a:r>
            <a:endParaRPr lang="en-US" sz="4250" b="0" strike="noStrike" spc="-1">
              <a:solidFill>
                <a:schemeClr val="dk1"/>
              </a:solidFill>
              <a:latin typeface="Invention"/>
            </a:endParaRPr>
          </a:p>
        </p:txBody>
      </p:sp>
      <p:sp>
        <p:nvSpPr>
          <p:cNvPr id="1572" name="PlaceHolder 3"/>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573" name="PlaceHolder 4"/>
          <p:cNvSpPr>
            <a:spLocks noGrp="1"/>
          </p:cNvSpPr>
          <p:nvPr>
            <p:ph type="body"/>
          </p:nvPr>
        </p:nvSpPr>
        <p:spPr>
          <a:xfrm>
            <a:off x="6921720" y="894600"/>
            <a:ext cx="5270040" cy="40568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574" name="Rectangle 5"/>
          <p:cNvSpPr/>
          <p:nvPr/>
        </p:nvSpPr>
        <p:spPr>
          <a:xfrm>
            <a:off x="3914640" y="4573800"/>
            <a:ext cx="377640" cy="37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GB" sz="1200" b="0" strike="noStrike" spc="-1">
              <a:solidFill>
                <a:schemeClr val="lt1"/>
              </a:solidFill>
              <a:latin typeface="Invention"/>
            </a:endParaRPr>
          </a:p>
        </p:txBody>
      </p:sp>
      <p:sp>
        <p:nvSpPr>
          <p:cNvPr id="1575" name="PlaceHolder 5"/>
          <p:cNvSpPr>
            <a:spLocks noGrp="1"/>
          </p:cNvSpPr>
          <p:nvPr>
            <p:ph type="ftr" idx="25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576" name="Picture 10"/>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7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7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79" name="Straight Connector 7"/>
          <p:cNvCxnSpPr/>
          <p:nvPr/>
        </p:nvCxnSpPr>
        <p:spPr>
          <a:xfrm>
            <a:off x="377640" y="1227600"/>
            <a:ext cx="11436840" cy="360"/>
          </a:xfrm>
          <a:prstGeom prst="straightConnector1">
            <a:avLst/>
          </a:prstGeom>
          <a:ln w="31750">
            <a:solidFill>
              <a:srgbClr val="00857C"/>
            </a:solidFill>
          </a:ln>
        </p:spPr>
      </p:cxnSp>
      <p:pic>
        <p:nvPicPr>
          <p:cNvPr id="1580" name="Picture 8"/>
          <p:cNvPicPr/>
          <p:nvPr/>
        </p:nvPicPr>
        <p:blipFill>
          <a:blip r:embed="rId5"/>
          <a:stretch/>
        </p:blipFill>
        <p:spPr>
          <a:xfrm>
            <a:off x="10821600" y="6478560"/>
            <a:ext cx="581400" cy="217080"/>
          </a:xfrm>
          <a:prstGeom prst="rect">
            <a:avLst/>
          </a:prstGeom>
          <a:ln w="0">
            <a:noFill/>
          </a:ln>
        </p:spPr>
      </p:pic>
      <p:sp>
        <p:nvSpPr>
          <p:cNvPr id="1581"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82" name="PlaceHolder 1"/>
          <p:cNvSpPr>
            <a:spLocks noGrp="1"/>
          </p:cNvSpPr>
          <p:nvPr>
            <p:ph type="title"/>
          </p:nvPr>
        </p:nvSpPr>
        <p:spPr>
          <a:xfrm>
            <a:off x="378000" y="2952000"/>
            <a:ext cx="4931640" cy="1502640"/>
          </a:xfrm>
          <a:prstGeom prst="rect">
            <a:avLst/>
          </a:prstGeom>
          <a:noFill/>
          <a:ln w="0">
            <a:noFill/>
          </a:ln>
        </p:spPr>
        <p:txBody>
          <a:bodyPr lIns="0" tIns="0" rIns="0" bIns="0" anchor="t">
            <a:noAutofit/>
          </a:bodyPr>
          <a:lstStyle/>
          <a:p>
            <a:pPr indent="0" defTabSz="914400">
              <a:lnSpc>
                <a:spcPct val="90000"/>
              </a:lnSpc>
              <a:buNone/>
            </a:pPr>
            <a:r>
              <a:rPr lang="en-US" sz="5750" b="0" strike="noStrike" spc="-1">
                <a:solidFill>
                  <a:schemeClr val="accent4"/>
                </a:solidFill>
                <a:latin typeface="Invention Light"/>
              </a:rPr>
              <a:t>Click to edit Master title style</a:t>
            </a:r>
            <a:endParaRPr lang="en-US" sz="5750" b="0" strike="noStrike" spc="-1">
              <a:solidFill>
                <a:schemeClr val="dk1"/>
              </a:solidFill>
              <a:latin typeface="Invention"/>
            </a:endParaRPr>
          </a:p>
        </p:txBody>
      </p:sp>
      <p:sp>
        <p:nvSpPr>
          <p:cNvPr id="1583" name="PlaceHolder 2"/>
          <p:cNvSpPr>
            <a:spLocks noGrp="1"/>
          </p:cNvSpPr>
          <p:nvPr>
            <p:ph type="body"/>
          </p:nvPr>
        </p:nvSpPr>
        <p:spPr>
          <a:xfrm>
            <a:off x="378000" y="5011200"/>
            <a:ext cx="3607200" cy="1370160"/>
          </a:xfrm>
          <a:prstGeom prst="rect">
            <a:avLst/>
          </a:prstGeom>
          <a:noFill/>
          <a:ln w="0">
            <a:noFill/>
          </a:ln>
        </p:spPr>
        <p:txBody>
          <a:bodyPr lIns="0" tIns="0" rIns="0" bIns="0" anchor="b">
            <a:noAutofit/>
          </a:bodyPr>
          <a:lstStyle/>
          <a:p>
            <a:pPr indent="0" defTabSz="914400">
              <a:lnSpc>
                <a:spcPct val="100000"/>
              </a:lnSpc>
              <a:buNone/>
              <a:tabLst>
                <a:tab pos="0" algn="l"/>
              </a:tabLst>
            </a:pPr>
            <a:r>
              <a:rPr lang="en-US" sz="1200" b="0" strike="noStrike" spc="-1">
                <a:solidFill>
                  <a:schemeClr val="accent1"/>
                </a:solidFill>
                <a:latin typeface="Invention"/>
              </a:rPr>
              <a:t>Click to edit Master text styles</a:t>
            </a:r>
            <a:endParaRPr lang="en-US" sz="1200" b="0" strike="noStrike" spc="-1">
              <a:solidFill>
                <a:schemeClr val="accent4"/>
              </a:solidFill>
              <a:latin typeface="Invention"/>
            </a:endParaRPr>
          </a:p>
          <a:p>
            <a:pPr indent="0" defTabSz="914400">
              <a:lnSpc>
                <a:spcPct val="100000"/>
              </a:lnSpc>
              <a:buNone/>
              <a:tabLst>
                <a:tab pos="0" algn="l"/>
              </a:tabLst>
            </a:pPr>
            <a:r>
              <a:rPr lang="en-US" sz="1200" b="1" strike="noStrike" spc="-1">
                <a:solidFill>
                  <a:schemeClr val="accent1"/>
                </a:solidFill>
                <a:latin typeface="Invention"/>
              </a:rPr>
              <a:t>Second level</a:t>
            </a:r>
            <a:endParaRPr lang="en-US" sz="1200" b="0" strike="noStrike" spc="-1">
              <a:solidFill>
                <a:schemeClr val="accent4"/>
              </a:solidFill>
              <a:latin typeface="Invention"/>
            </a:endParaRPr>
          </a:p>
        </p:txBody>
      </p:sp>
      <p:sp>
        <p:nvSpPr>
          <p:cNvPr id="1584" name="PlaceHolder 3"/>
          <p:cNvSpPr>
            <a:spLocks noGrp="1"/>
          </p:cNvSpPr>
          <p:nvPr>
            <p:ph type="ftr" idx="258"/>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585" name="Picture 7"/>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8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8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8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88" name="Straight Connector 7"/>
          <p:cNvCxnSpPr/>
          <p:nvPr/>
        </p:nvCxnSpPr>
        <p:spPr>
          <a:xfrm>
            <a:off x="377640" y="1227600"/>
            <a:ext cx="11436840" cy="360"/>
          </a:xfrm>
          <a:prstGeom prst="straightConnector1">
            <a:avLst/>
          </a:prstGeom>
          <a:ln w="31750">
            <a:solidFill>
              <a:srgbClr val="00857C"/>
            </a:solidFill>
          </a:ln>
        </p:spPr>
      </p:cxnSp>
      <p:pic>
        <p:nvPicPr>
          <p:cNvPr id="1589" name="Picture 8"/>
          <p:cNvPicPr/>
          <p:nvPr/>
        </p:nvPicPr>
        <p:blipFill>
          <a:blip r:embed="rId5"/>
          <a:stretch/>
        </p:blipFill>
        <p:spPr>
          <a:xfrm>
            <a:off x="10821600" y="6478560"/>
            <a:ext cx="581400" cy="217080"/>
          </a:xfrm>
          <a:prstGeom prst="rect">
            <a:avLst/>
          </a:prstGeom>
          <a:ln w="0">
            <a:noFill/>
          </a:ln>
        </p:spPr>
      </p:pic>
      <p:sp>
        <p:nvSpPr>
          <p:cNvPr id="1590"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591"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592" name="PlaceHolder 2"/>
          <p:cNvSpPr>
            <a:spLocks noGrp="1"/>
          </p:cNvSpPr>
          <p:nvPr>
            <p:ph type="dt" idx="259"/>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593" name="PlaceHolder 3"/>
          <p:cNvSpPr>
            <a:spLocks noGrp="1"/>
          </p:cNvSpPr>
          <p:nvPr>
            <p:ph type="ftr" idx="260"/>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94" name="PlaceHolder 4"/>
          <p:cNvSpPr>
            <a:spLocks noGrp="1"/>
          </p:cNvSpPr>
          <p:nvPr>
            <p:ph type="sldNum" idx="261"/>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9A264531-6145-48E2-A3AA-24B9D72CFA5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8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596"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597"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598" name="Straight Connector 7"/>
          <p:cNvCxnSpPr/>
          <p:nvPr/>
        </p:nvCxnSpPr>
        <p:spPr>
          <a:xfrm>
            <a:off x="377640" y="1227600"/>
            <a:ext cx="11436840" cy="360"/>
          </a:xfrm>
          <a:prstGeom prst="straightConnector1">
            <a:avLst/>
          </a:prstGeom>
          <a:ln w="31750">
            <a:solidFill>
              <a:srgbClr val="00857C"/>
            </a:solidFill>
          </a:ln>
        </p:spPr>
      </p:cxnSp>
      <p:pic>
        <p:nvPicPr>
          <p:cNvPr id="1599" name="Picture 8"/>
          <p:cNvPicPr/>
          <p:nvPr/>
        </p:nvPicPr>
        <p:blipFill>
          <a:blip r:embed="rId5"/>
          <a:stretch/>
        </p:blipFill>
        <p:spPr>
          <a:xfrm>
            <a:off x="10821600" y="6478560"/>
            <a:ext cx="581400" cy="217080"/>
          </a:xfrm>
          <a:prstGeom prst="rect">
            <a:avLst/>
          </a:prstGeom>
          <a:ln w="0">
            <a:noFill/>
          </a:ln>
        </p:spPr>
      </p:pic>
      <p:sp>
        <p:nvSpPr>
          <p:cNvPr id="1600"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01" name="PlaceHolder 1"/>
          <p:cNvSpPr>
            <a:spLocks noGrp="1"/>
          </p:cNvSpPr>
          <p:nvPr>
            <p:ph type="dt" idx="262"/>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602" name="PlaceHolder 2"/>
          <p:cNvSpPr>
            <a:spLocks noGrp="1"/>
          </p:cNvSpPr>
          <p:nvPr>
            <p:ph type="ftr" idx="263"/>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03" name="PlaceHolder 3"/>
          <p:cNvSpPr>
            <a:spLocks noGrp="1"/>
          </p:cNvSpPr>
          <p:nvPr>
            <p:ph type="sldNum" idx="264"/>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A6F0BB5F-D70A-4589-9778-EE2D613553DF}"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pic>
        <p:nvPicPr>
          <p:cNvPr id="1604" name="Picture 6"/>
          <p:cNvPicPr/>
          <p:nvPr/>
        </p:nvPicPr>
        <p:blipFill>
          <a:blip r:embed="rId5"/>
          <a:stretch/>
        </p:blipFill>
        <p:spPr>
          <a:xfrm>
            <a:off x="10821600" y="6478560"/>
            <a:ext cx="581400" cy="217080"/>
          </a:xfrm>
          <a:prstGeom prst="rect">
            <a:avLst/>
          </a:prstGeom>
          <a:ln w="0">
            <a:noFill/>
          </a:ln>
        </p:spPr>
      </p:pic>
      <p:sp>
        <p:nvSpPr>
          <p:cNvPr id="160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900" b="0" strike="noStrike" spc="-1">
                <a:solidFill>
                  <a:schemeClr val="dk1"/>
                </a:solidFill>
                <a:latin typeface="Invention"/>
              </a:rPr>
              <a:t>Click to edit the title text format</a:t>
            </a:r>
          </a:p>
        </p:txBody>
      </p:sp>
      <p:sp>
        <p:nvSpPr>
          <p:cNvPr id="160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200" b="0" strike="noStrike" spc="-1">
                <a:solidFill>
                  <a:schemeClr val="accent4"/>
                </a:solidFill>
                <a:latin typeface="Invention"/>
              </a:rPr>
              <a:t>Click to edit the outline text format</a:t>
            </a:r>
          </a:p>
          <a:p>
            <a:pPr marL="864000" lvl="1" indent="-324000">
              <a:spcBef>
                <a:spcPts val="1134"/>
              </a:spcBef>
              <a:buClr>
                <a:srgbClr val="000000"/>
              </a:buClr>
              <a:buSzPct val="75000"/>
              <a:buFont typeface="Symbol" charset="2"/>
              <a:buChar char=""/>
            </a:pPr>
            <a:r>
              <a:rPr lang="en-US" sz="1200" b="0" strike="noStrike" spc="-1">
                <a:solidFill>
                  <a:schemeClr val="accent4"/>
                </a:solidFill>
                <a:latin typeface="Invention"/>
              </a:rPr>
              <a:t>Second Outline Level</a:t>
            </a:r>
          </a:p>
          <a:p>
            <a:pPr marL="1296000" lvl="2" indent="-288000">
              <a:spcBef>
                <a:spcPts val="850"/>
              </a:spcBef>
              <a:buClr>
                <a:srgbClr val="000000"/>
              </a:buClr>
              <a:buSzPct val="45000"/>
              <a:buFont typeface="Wingdings" charset="2"/>
              <a:buChar char=""/>
            </a:pPr>
            <a:r>
              <a:rPr lang="en-US" sz="1200" b="0" strike="noStrike" spc="-1">
                <a:solidFill>
                  <a:schemeClr val="accent4"/>
                </a:solidFill>
                <a:latin typeface="Invention"/>
              </a:rPr>
              <a:t>Third Outline Level</a:t>
            </a:r>
          </a:p>
          <a:p>
            <a:pPr marL="1728000" lvl="3" indent="-216000">
              <a:spcBef>
                <a:spcPts val="567"/>
              </a:spcBef>
              <a:buClr>
                <a:srgbClr val="000000"/>
              </a:buClr>
              <a:buSzPct val="75000"/>
              <a:buFont typeface="Symbol" charset="2"/>
              <a:buChar char=""/>
            </a:pPr>
            <a:r>
              <a:rPr lang="en-US" sz="1200" b="0" strike="noStrike" spc="-1">
                <a:solidFill>
                  <a:schemeClr val="accent4"/>
                </a:solidFill>
                <a:latin typeface="Invention"/>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accent4"/>
                </a:solidFill>
                <a:latin typeface="Invention"/>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accent4"/>
                </a:solidFill>
                <a:latin typeface="Invention"/>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accent4"/>
                </a:solidFill>
                <a:latin typeface="Invention"/>
              </a:rPr>
              <a:t>Seventh Outline Level</a:t>
            </a:r>
          </a:p>
        </p:txBody>
      </p:sp>
    </p:spTree>
  </p:cSld>
  <p:clrMap bg1="lt1" tx1="dk1" bg2="lt2" tx2="dk2" accent1="accent1" accent2="accent2" accent3="accent3" accent4="accent4" accent5="accent5" accent6="accent6" hlink="hlink" folHlink="folHlink"/>
  <p:sldLayoutIdLst>
    <p:sldLayoutId id="21474839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0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0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09" name="Straight Connector 7"/>
          <p:cNvCxnSpPr/>
          <p:nvPr/>
        </p:nvCxnSpPr>
        <p:spPr>
          <a:xfrm>
            <a:off x="377640" y="1227600"/>
            <a:ext cx="11436840" cy="360"/>
          </a:xfrm>
          <a:prstGeom prst="straightConnector1">
            <a:avLst/>
          </a:prstGeom>
          <a:ln w="31750">
            <a:solidFill>
              <a:srgbClr val="00857C"/>
            </a:solidFill>
          </a:ln>
        </p:spPr>
      </p:cxnSp>
      <p:pic>
        <p:nvPicPr>
          <p:cNvPr id="1610" name="Picture 8"/>
          <p:cNvPicPr/>
          <p:nvPr/>
        </p:nvPicPr>
        <p:blipFill>
          <a:blip r:embed="rId5"/>
          <a:stretch/>
        </p:blipFill>
        <p:spPr>
          <a:xfrm>
            <a:off x="10821600" y="6478560"/>
            <a:ext cx="581400" cy="217080"/>
          </a:xfrm>
          <a:prstGeom prst="rect">
            <a:avLst/>
          </a:prstGeom>
          <a:ln w="0">
            <a:noFill/>
          </a:ln>
        </p:spPr>
      </p:pic>
      <p:sp>
        <p:nvSpPr>
          <p:cNvPr id="1611"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12"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613" name="PlaceHolder 2"/>
          <p:cNvSpPr>
            <a:spLocks noGrp="1"/>
          </p:cNvSpPr>
          <p:nvPr>
            <p:ph type="dt" idx="265"/>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614" name="PlaceHolder 3"/>
          <p:cNvSpPr>
            <a:spLocks noGrp="1"/>
          </p:cNvSpPr>
          <p:nvPr>
            <p:ph type="ftr" idx="266"/>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15" name="PlaceHolder 4"/>
          <p:cNvSpPr>
            <a:spLocks noGrp="1"/>
          </p:cNvSpPr>
          <p:nvPr>
            <p:ph type="sldNum" idx="267"/>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118C9688-2472-4B68-8450-65BB6E5F3EE7}"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616" name="PlaceHolder 5"/>
          <p:cNvSpPr>
            <a:spLocks noGrp="1"/>
          </p:cNvSpPr>
          <p:nvPr>
            <p:ph type="body"/>
          </p:nvPr>
        </p:nvSpPr>
        <p:spPr>
          <a:xfrm>
            <a:off x="374760" y="1371600"/>
            <a:ext cx="11438640" cy="4452840"/>
          </a:xfrm>
          <a:prstGeom prst="rect">
            <a:avLst/>
          </a:prstGeom>
          <a:noFill/>
          <a:ln w="0">
            <a:noFill/>
          </a:ln>
        </p:spPr>
        <p:txBody>
          <a:bodyPr lIns="0" tIns="45720" rIns="0" bIns="0" anchor="t">
            <a:noAutofit/>
          </a:bodyPr>
          <a:lstStyle/>
          <a:p>
            <a:pPr indent="0" defTabSz="685800">
              <a:lnSpc>
                <a:spcPct val="95000"/>
              </a:lnSpc>
              <a:spcAft>
                <a:spcPts val="1199"/>
              </a:spcAft>
              <a:buNone/>
              <a:tabLst>
                <a:tab pos="0" algn="l"/>
              </a:tabLst>
            </a:pPr>
            <a:r>
              <a:rPr lang="en-US" sz="1800" b="0" strike="noStrike" spc="-1">
                <a:solidFill>
                  <a:schemeClr val="accent4"/>
                </a:solidFill>
                <a:latin typeface="Invention"/>
              </a:rPr>
              <a:t>Click to add text</a:t>
            </a:r>
          </a:p>
          <a:p>
            <a:pPr marL="108000" lvl="1" indent="-108000" defTabSz="685800">
              <a:lnSpc>
                <a:spcPct val="95000"/>
              </a:lnSpc>
              <a:spcAft>
                <a:spcPts val="1199"/>
              </a:spcAft>
              <a:buClr>
                <a:srgbClr val="0C2340"/>
              </a:buClr>
              <a:buFont typeface="Arial"/>
              <a:buChar char="•"/>
              <a:tabLst>
                <a:tab pos="0" algn="l"/>
              </a:tabLst>
            </a:pPr>
            <a:r>
              <a:rPr lang="en-US" sz="1600" b="0" strike="noStrike" spc="-1">
                <a:solidFill>
                  <a:schemeClr val="accent4"/>
                </a:solidFill>
                <a:latin typeface="Invention"/>
              </a:rPr>
              <a:t>Second level</a:t>
            </a:r>
          </a:p>
          <a:p>
            <a:pPr marL="216000" lvl="2" indent="-108000" defTabSz="685800">
              <a:lnSpc>
                <a:spcPct val="95000"/>
              </a:lnSpc>
              <a:spcAft>
                <a:spcPts val="1199"/>
              </a:spcAft>
              <a:buClr>
                <a:srgbClr val="0C2340"/>
              </a:buClr>
              <a:buFont typeface="Arial"/>
              <a:buChar char="•"/>
              <a:tabLst>
                <a:tab pos="0" algn="l"/>
              </a:tabLst>
            </a:pPr>
            <a:r>
              <a:rPr lang="en-US" sz="1400" b="0" strike="noStrike" spc="-1">
                <a:solidFill>
                  <a:schemeClr val="accent4"/>
                </a:solidFill>
                <a:latin typeface="Invention"/>
              </a:rPr>
              <a:t>Third level</a:t>
            </a:r>
          </a:p>
          <a:p>
            <a:pPr marL="324000" lvl="3" indent="-108000" defTabSz="685800">
              <a:lnSpc>
                <a:spcPct val="95000"/>
              </a:lnSpc>
              <a:spcAft>
                <a:spcPts val="11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685800">
              <a:lnSpc>
                <a:spcPct val="95000"/>
              </a:lnSpc>
              <a:spcAft>
                <a:spcPts val="1199"/>
              </a:spcAft>
              <a:buClr>
                <a:srgbClr val="0C2340"/>
              </a:buClr>
              <a:buFont typeface="Arial"/>
              <a:buChar char="•"/>
              <a:tabLst>
                <a:tab pos="0" algn="l"/>
              </a:tabLst>
            </a:pPr>
            <a:r>
              <a:rPr lang="en-US" sz="11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9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17"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18"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19" name="Straight Connector 7"/>
          <p:cNvCxnSpPr/>
          <p:nvPr/>
        </p:nvCxnSpPr>
        <p:spPr>
          <a:xfrm>
            <a:off x="377640" y="1227600"/>
            <a:ext cx="11436840" cy="360"/>
          </a:xfrm>
          <a:prstGeom prst="straightConnector1">
            <a:avLst/>
          </a:prstGeom>
          <a:ln w="31750">
            <a:solidFill>
              <a:srgbClr val="00857C"/>
            </a:solidFill>
          </a:ln>
        </p:spPr>
      </p:cxnSp>
      <p:pic>
        <p:nvPicPr>
          <p:cNvPr id="1620" name="Picture 8"/>
          <p:cNvPicPr/>
          <p:nvPr/>
        </p:nvPicPr>
        <p:blipFill>
          <a:blip r:embed="rId5"/>
          <a:stretch/>
        </p:blipFill>
        <p:spPr>
          <a:xfrm>
            <a:off x="10821600" y="6478560"/>
            <a:ext cx="581400" cy="217080"/>
          </a:xfrm>
          <a:prstGeom prst="rect">
            <a:avLst/>
          </a:prstGeom>
          <a:ln w="0">
            <a:noFill/>
          </a:ln>
        </p:spPr>
      </p:pic>
      <p:sp>
        <p:nvSpPr>
          <p:cNvPr id="1621"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22"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623" name="PlaceHolder 2"/>
          <p:cNvSpPr>
            <a:spLocks noGrp="1"/>
          </p:cNvSpPr>
          <p:nvPr>
            <p:ph type="dt" idx="268"/>
          </p:nvPr>
        </p:nvSpPr>
        <p:spPr>
          <a:xfrm>
            <a:off x="8217720" y="6480000"/>
            <a:ext cx="721800" cy="215640"/>
          </a:xfrm>
          <a:prstGeom prst="rect">
            <a:avLst/>
          </a:prstGeom>
          <a:noFill/>
          <a:ln w="0">
            <a:noFill/>
          </a:ln>
        </p:spPr>
        <p:txBody>
          <a:bodyPr lIns="0" tIns="0" rIns="0" bIns="0" anchor="ctr">
            <a:noAutofit/>
          </a:bodyPr>
          <a:lstStyle>
            <a:lvl1pPr indent="0" defTabSz="228600">
              <a:lnSpc>
                <a:spcPct val="100000"/>
              </a:lnSpc>
              <a:buNone/>
              <a:defRPr lang="en-US" sz="700" b="0" strike="noStrike" spc="-1">
                <a:solidFill>
                  <a:srgbClr val="9EA7B3"/>
                </a:solidFill>
                <a:latin typeface="Invention"/>
              </a:defRPr>
            </a:lvl1pPr>
          </a:lstStyle>
          <a:p>
            <a:pPr indent="0" defTabSz="228600">
              <a:lnSpc>
                <a:spcPct val="100000"/>
              </a:lnSpc>
              <a:buNone/>
            </a:pPr>
            <a:r>
              <a:rPr lang="en-US" sz="700" b="0" strike="noStrike" spc="-1">
                <a:solidFill>
                  <a:srgbClr val="9EA7B3"/>
                </a:solidFill>
                <a:latin typeface="Invention"/>
              </a:rPr>
              <a:t>&lt;date/time&gt;</a:t>
            </a:r>
            <a:endParaRPr lang="en-US" sz="700" b="0" strike="noStrike" spc="-1">
              <a:solidFill>
                <a:srgbClr val="000000"/>
              </a:solidFill>
              <a:latin typeface="Times New Roman"/>
            </a:endParaRPr>
          </a:p>
        </p:txBody>
      </p:sp>
      <p:sp>
        <p:nvSpPr>
          <p:cNvPr id="1624" name="PlaceHolder 3"/>
          <p:cNvSpPr>
            <a:spLocks noGrp="1"/>
          </p:cNvSpPr>
          <p:nvPr>
            <p:ph type="ftr" idx="269"/>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25" name="PlaceHolder 4"/>
          <p:cNvSpPr>
            <a:spLocks noGrp="1"/>
          </p:cNvSpPr>
          <p:nvPr>
            <p:ph type="sldNum" idx="270"/>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E89952BB-96E8-4BCD-B674-FF598DEDED12}"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
        <p:nvSpPr>
          <p:cNvPr id="1626" name="PlaceHolder 5"/>
          <p:cNvSpPr>
            <a:spLocks noGrp="1"/>
          </p:cNvSpPr>
          <p:nvPr>
            <p:ph type="body"/>
          </p:nvPr>
        </p:nvSpPr>
        <p:spPr>
          <a:xfrm>
            <a:off x="378000" y="1371600"/>
            <a:ext cx="11438640" cy="493560"/>
          </a:xfrm>
          <a:prstGeom prst="rect">
            <a:avLst/>
          </a:prstGeom>
          <a:noFill/>
          <a:ln w="0">
            <a:noFill/>
          </a:ln>
        </p:spPr>
        <p:txBody>
          <a:bodyPr lIns="0" tIns="45720" rIns="0" bIns="45720" anchor="t">
            <a:noAutofit/>
          </a:bodyPr>
          <a:lstStyle/>
          <a:p>
            <a:pPr indent="0" defTabSz="685800">
              <a:lnSpc>
                <a:spcPct val="100000"/>
              </a:lnSpc>
              <a:spcAft>
                <a:spcPts val="1599"/>
              </a:spcAft>
              <a:buNone/>
              <a:tabLst>
                <a:tab pos="0" algn="l"/>
              </a:tabLst>
            </a:pPr>
            <a:r>
              <a:rPr lang="en-US" sz="1800" b="1" strike="noStrike" spc="-1">
                <a:solidFill>
                  <a:schemeClr val="accent1"/>
                </a:solidFill>
                <a:latin typeface="Invention"/>
              </a:rPr>
              <a:t>Click to add subtitle</a:t>
            </a:r>
            <a:endParaRPr lang="en-US" sz="1800" b="0" strike="noStrike" spc="-1">
              <a:solidFill>
                <a:schemeClr val="accent4"/>
              </a:solidFill>
              <a:latin typeface="Invention"/>
            </a:endParaRPr>
          </a:p>
        </p:txBody>
      </p:sp>
      <p:sp>
        <p:nvSpPr>
          <p:cNvPr id="1627" name="PlaceHolder 6"/>
          <p:cNvSpPr>
            <a:spLocks noGrp="1"/>
          </p:cNvSpPr>
          <p:nvPr>
            <p:ph type="body"/>
          </p:nvPr>
        </p:nvSpPr>
        <p:spPr>
          <a:xfrm>
            <a:off x="374760" y="1929240"/>
            <a:ext cx="11438640" cy="4452840"/>
          </a:xfrm>
          <a:prstGeom prst="rect">
            <a:avLst/>
          </a:prstGeom>
          <a:noFill/>
          <a:ln w="0">
            <a:noFill/>
          </a:ln>
        </p:spPr>
        <p:txBody>
          <a:bodyPr lIns="0" tIns="0" rIns="0" bIns="0" anchor="t">
            <a:noAutofit/>
          </a:bodyPr>
          <a:lstStyle/>
          <a:p>
            <a:pPr indent="0" defTabSz="685800">
              <a:lnSpc>
                <a:spcPct val="95000"/>
              </a:lnSpc>
              <a:spcAft>
                <a:spcPts val="1199"/>
              </a:spcAft>
              <a:buNone/>
              <a:tabLst>
                <a:tab pos="0" algn="l"/>
              </a:tabLst>
            </a:pPr>
            <a:r>
              <a:rPr lang="en-US" sz="1800" b="0" strike="noStrike" spc="-1">
                <a:solidFill>
                  <a:schemeClr val="accent4"/>
                </a:solidFill>
                <a:latin typeface="Invention"/>
              </a:rPr>
              <a:t>Click to add text</a:t>
            </a:r>
          </a:p>
          <a:p>
            <a:pPr marL="108000" lvl="1" indent="-108000" defTabSz="685800">
              <a:lnSpc>
                <a:spcPct val="95000"/>
              </a:lnSpc>
              <a:spcAft>
                <a:spcPts val="1199"/>
              </a:spcAft>
              <a:buClr>
                <a:srgbClr val="0C2340"/>
              </a:buClr>
              <a:buFont typeface="Arial"/>
              <a:buChar char="•"/>
              <a:tabLst>
                <a:tab pos="0" algn="l"/>
              </a:tabLst>
            </a:pPr>
            <a:r>
              <a:rPr lang="en-US" sz="1600" b="0" strike="noStrike" spc="-1">
                <a:solidFill>
                  <a:schemeClr val="accent4"/>
                </a:solidFill>
                <a:latin typeface="Invention"/>
              </a:rPr>
              <a:t>Second level</a:t>
            </a:r>
          </a:p>
          <a:p>
            <a:pPr marL="216000" lvl="2" indent="-108000" defTabSz="685800">
              <a:lnSpc>
                <a:spcPct val="95000"/>
              </a:lnSpc>
              <a:spcAft>
                <a:spcPts val="1199"/>
              </a:spcAft>
              <a:buClr>
                <a:srgbClr val="0C2340"/>
              </a:buClr>
              <a:buFont typeface="Arial"/>
              <a:buChar char="•"/>
              <a:tabLst>
                <a:tab pos="0" algn="l"/>
              </a:tabLst>
            </a:pPr>
            <a:r>
              <a:rPr lang="en-US" sz="1400" b="0" strike="noStrike" spc="-1">
                <a:solidFill>
                  <a:schemeClr val="accent4"/>
                </a:solidFill>
                <a:latin typeface="Invention"/>
              </a:rPr>
              <a:t>Third level</a:t>
            </a:r>
          </a:p>
          <a:p>
            <a:pPr marL="324000" lvl="3" indent="-108000" defTabSz="685800">
              <a:lnSpc>
                <a:spcPct val="95000"/>
              </a:lnSpc>
              <a:spcAft>
                <a:spcPts val="1199"/>
              </a:spcAft>
              <a:buClr>
                <a:srgbClr val="0C2340"/>
              </a:buClr>
              <a:buFont typeface="Arial"/>
              <a:buChar char="•"/>
              <a:tabLst>
                <a:tab pos="0" algn="l"/>
              </a:tabLst>
            </a:pPr>
            <a:r>
              <a:rPr lang="en-US" sz="1200" b="0" strike="noStrike" spc="-1">
                <a:solidFill>
                  <a:schemeClr val="accent4"/>
                </a:solidFill>
                <a:latin typeface="Invention"/>
              </a:rPr>
              <a:t>Fourth level</a:t>
            </a:r>
          </a:p>
          <a:p>
            <a:pPr marL="432000" lvl="4" indent="-108000" defTabSz="685800">
              <a:lnSpc>
                <a:spcPct val="95000"/>
              </a:lnSpc>
              <a:spcAft>
                <a:spcPts val="1199"/>
              </a:spcAft>
              <a:buClr>
                <a:srgbClr val="0C2340"/>
              </a:buClr>
              <a:buFont typeface="Arial"/>
              <a:buChar char="•"/>
              <a:tabLst>
                <a:tab pos="0" algn="l"/>
              </a:tabLst>
            </a:pPr>
            <a:r>
              <a:rPr lang="en-US" sz="1100" b="0" strike="noStrike" spc="-1">
                <a:solidFill>
                  <a:schemeClr val="accent4"/>
                </a:solidFill>
                <a:latin typeface="Invention"/>
              </a:rPr>
              <a:t>Fifth level</a:t>
            </a:r>
          </a:p>
        </p:txBody>
      </p:sp>
    </p:spTree>
  </p:cSld>
  <p:clrMap bg1="lt1" tx1="dk1" bg2="lt2" tx2="dk2" accent1="accent1" accent2="accent2" accent3="accent3" accent4="accent4" accent5="accent5" accent6="accent6" hlink="hlink" folHlink="folHlink"/>
  <p:sldLayoutIdLst>
    <p:sldLayoutId id="21474839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28"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29"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30" name="Straight Connector 7"/>
          <p:cNvCxnSpPr/>
          <p:nvPr/>
        </p:nvCxnSpPr>
        <p:spPr>
          <a:xfrm>
            <a:off x="377640" y="1227600"/>
            <a:ext cx="11436840" cy="360"/>
          </a:xfrm>
          <a:prstGeom prst="straightConnector1">
            <a:avLst/>
          </a:prstGeom>
          <a:ln w="31750">
            <a:solidFill>
              <a:srgbClr val="00857C"/>
            </a:solidFill>
          </a:ln>
        </p:spPr>
      </p:cxnSp>
      <p:pic>
        <p:nvPicPr>
          <p:cNvPr id="1631" name="Picture 8"/>
          <p:cNvPicPr/>
          <p:nvPr/>
        </p:nvPicPr>
        <p:blipFill>
          <a:blip r:embed="rId5"/>
          <a:stretch/>
        </p:blipFill>
        <p:spPr>
          <a:xfrm>
            <a:off x="10821600" y="6478560"/>
            <a:ext cx="581400" cy="217080"/>
          </a:xfrm>
          <a:prstGeom prst="rect">
            <a:avLst/>
          </a:prstGeom>
          <a:ln w="0">
            <a:noFill/>
          </a:ln>
        </p:spPr>
      </p:pic>
      <p:sp>
        <p:nvSpPr>
          <p:cNvPr id="1632"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33" name="PlaceHolder 1"/>
          <p:cNvSpPr>
            <a:spLocks noGrp="1"/>
          </p:cNvSpPr>
          <p:nvPr>
            <p:ph type="body"/>
          </p:nvPr>
        </p:nvSpPr>
        <p:spPr>
          <a:xfrm>
            <a:off x="6138720" y="3384000"/>
            <a:ext cx="1913040" cy="1682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634" name="PlaceHolder 2"/>
          <p:cNvSpPr>
            <a:spLocks noGrp="1"/>
          </p:cNvSpPr>
          <p:nvPr>
            <p:ph type="title"/>
          </p:nvPr>
        </p:nvSpPr>
        <p:spPr>
          <a:xfrm>
            <a:off x="378000" y="1228680"/>
            <a:ext cx="493236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accent4"/>
                </a:solidFill>
                <a:latin typeface="Invention Light"/>
              </a:rPr>
              <a:t>Click to edit Master title style</a:t>
            </a:r>
            <a:endParaRPr lang="en-US" sz="4250" b="0" strike="noStrike" spc="-1">
              <a:solidFill>
                <a:schemeClr val="dk1"/>
              </a:solidFill>
              <a:latin typeface="Invention"/>
            </a:endParaRPr>
          </a:p>
        </p:txBody>
      </p:sp>
      <p:sp>
        <p:nvSpPr>
          <p:cNvPr id="1635" name="PlaceHolder 3"/>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636" name="PlaceHolder 4"/>
          <p:cNvSpPr>
            <a:spLocks noGrp="1"/>
          </p:cNvSpPr>
          <p:nvPr>
            <p:ph type="body"/>
          </p:nvPr>
        </p:nvSpPr>
        <p:spPr>
          <a:xfrm>
            <a:off x="8052120" y="0"/>
            <a:ext cx="4139640" cy="338364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637" name="Rectangle 5"/>
          <p:cNvSpPr/>
          <p:nvPr/>
        </p:nvSpPr>
        <p:spPr>
          <a:xfrm>
            <a:off x="7674120" y="6003720"/>
            <a:ext cx="377640" cy="37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228600">
              <a:lnSpc>
                <a:spcPct val="100000"/>
              </a:lnSpc>
            </a:pPr>
            <a:endParaRPr lang="en-GB" sz="1200" b="0" strike="noStrike" spc="-1">
              <a:solidFill>
                <a:schemeClr val="lt1"/>
              </a:solidFill>
              <a:latin typeface="Invention"/>
            </a:endParaRPr>
          </a:p>
        </p:txBody>
      </p:sp>
      <p:sp>
        <p:nvSpPr>
          <p:cNvPr id="1638" name="PlaceHolder 5"/>
          <p:cNvSpPr>
            <a:spLocks noGrp="1"/>
          </p:cNvSpPr>
          <p:nvPr>
            <p:ph type="body"/>
          </p:nvPr>
        </p:nvSpPr>
        <p:spPr>
          <a:xfrm>
            <a:off x="8052120" y="5067000"/>
            <a:ext cx="1351440" cy="936360"/>
          </a:xfrm>
          <a:prstGeom prst="rect">
            <a:avLst/>
          </a:prstGeom>
          <a:solidFill>
            <a:schemeClr val="lt1">
              <a:lumMod val="85000"/>
            </a:schemeClr>
          </a:solidFill>
          <a:ln w="0">
            <a:noFill/>
          </a:ln>
        </p:spPr>
        <p:txBody>
          <a:bodyPr lIns="90000" tIns="45000" rIns="90000" bIns="45000" anchor="t">
            <a:noAutofit/>
          </a:bodyPr>
          <a:lstStyle/>
          <a:p>
            <a:pPr indent="0" defTabSz="228600">
              <a:lnSpc>
                <a:spcPct val="100000"/>
              </a:lnSpc>
              <a:buNone/>
            </a:pPr>
            <a:r>
              <a:rPr lang="en-US" sz="900" b="0" strike="noStrike" spc="-1">
                <a:solidFill>
                  <a:schemeClr val="dk1"/>
                </a:solidFill>
                <a:latin typeface="Invention"/>
              </a:rPr>
              <a:t>Click icon to add picture</a:t>
            </a:r>
            <a:endParaRPr lang="en-US" sz="900" b="0" strike="noStrike" spc="-1">
              <a:solidFill>
                <a:schemeClr val="accent4"/>
              </a:solidFill>
              <a:latin typeface="Invention"/>
            </a:endParaRPr>
          </a:p>
        </p:txBody>
      </p:sp>
      <p:sp>
        <p:nvSpPr>
          <p:cNvPr id="1639" name="PlaceHolder 6"/>
          <p:cNvSpPr>
            <a:spLocks noGrp="1"/>
          </p:cNvSpPr>
          <p:nvPr>
            <p:ph type="ftr" idx="271"/>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640" name="Picture 10"/>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9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41"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42"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43" name="Straight Connector 7"/>
          <p:cNvCxnSpPr/>
          <p:nvPr/>
        </p:nvCxnSpPr>
        <p:spPr>
          <a:xfrm>
            <a:off x="377640" y="1227600"/>
            <a:ext cx="11436840" cy="360"/>
          </a:xfrm>
          <a:prstGeom prst="straightConnector1">
            <a:avLst/>
          </a:prstGeom>
          <a:ln w="31750">
            <a:solidFill>
              <a:srgbClr val="00857C"/>
            </a:solidFill>
          </a:ln>
        </p:spPr>
      </p:cxnSp>
      <p:pic>
        <p:nvPicPr>
          <p:cNvPr id="1644" name="Picture 8"/>
          <p:cNvPicPr/>
          <p:nvPr/>
        </p:nvPicPr>
        <p:blipFill>
          <a:blip r:embed="rId5"/>
          <a:stretch/>
        </p:blipFill>
        <p:spPr>
          <a:xfrm>
            <a:off x="10821600" y="6478560"/>
            <a:ext cx="581400" cy="217080"/>
          </a:xfrm>
          <a:prstGeom prst="rect">
            <a:avLst/>
          </a:prstGeom>
          <a:ln w="0">
            <a:noFill/>
          </a:ln>
        </p:spPr>
      </p:pic>
      <p:sp>
        <p:nvSpPr>
          <p:cNvPr id="1645"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46" name="PlaceHolder 1"/>
          <p:cNvSpPr>
            <a:spLocks noGrp="1"/>
          </p:cNvSpPr>
          <p:nvPr>
            <p:ph type="title"/>
          </p:nvPr>
        </p:nvSpPr>
        <p:spPr>
          <a:xfrm>
            <a:off x="378000" y="1228680"/>
            <a:ext cx="4932360" cy="2199960"/>
          </a:xfrm>
          <a:prstGeom prst="rect">
            <a:avLst/>
          </a:prstGeom>
          <a:noFill/>
          <a:ln w="0">
            <a:noFill/>
          </a:ln>
        </p:spPr>
        <p:txBody>
          <a:bodyPr lIns="0" tIns="0" rIns="0" bIns="0" anchor="b">
            <a:noAutofit/>
          </a:bodyPr>
          <a:lstStyle/>
          <a:p>
            <a:pPr indent="0" defTabSz="914400">
              <a:lnSpc>
                <a:spcPct val="90000"/>
              </a:lnSpc>
              <a:buNone/>
            </a:pPr>
            <a:r>
              <a:rPr lang="en-US" sz="4250" b="0" strike="noStrike" spc="-1">
                <a:solidFill>
                  <a:schemeClr val="accent4"/>
                </a:solidFill>
                <a:latin typeface="Invention Light"/>
              </a:rPr>
              <a:t>Click to edit Master title style</a:t>
            </a:r>
            <a:endParaRPr lang="en-US" sz="4250" b="0" strike="noStrike" spc="-1">
              <a:solidFill>
                <a:schemeClr val="dk1"/>
              </a:solidFill>
              <a:latin typeface="Invention"/>
            </a:endParaRPr>
          </a:p>
        </p:txBody>
      </p:sp>
      <p:sp>
        <p:nvSpPr>
          <p:cNvPr id="1647" name="PlaceHolder 2"/>
          <p:cNvSpPr>
            <a:spLocks noGrp="1"/>
          </p:cNvSpPr>
          <p:nvPr>
            <p:ph type="body"/>
          </p:nvPr>
        </p:nvSpPr>
        <p:spPr>
          <a:xfrm>
            <a:off x="378000" y="6174000"/>
            <a:ext cx="3607200" cy="2073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1200" b="0" strike="noStrike" spc="-1">
                <a:solidFill>
                  <a:schemeClr val="accent4"/>
                </a:solidFill>
                <a:latin typeface="Invention"/>
              </a:rPr>
              <a:t>Click to edit Master text styles</a:t>
            </a:r>
          </a:p>
        </p:txBody>
      </p:sp>
      <p:sp>
        <p:nvSpPr>
          <p:cNvPr id="1648" name="PlaceHolder 3"/>
          <p:cNvSpPr>
            <a:spLocks noGrp="1"/>
          </p:cNvSpPr>
          <p:nvPr>
            <p:ph type="ftr" idx="272"/>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pic>
        <p:nvPicPr>
          <p:cNvPr id="1649" name="Picture 9"/>
          <p:cNvPicPr/>
          <p:nvPr/>
        </p:nvPicPr>
        <p:blipFill>
          <a:blip r:embed="rId6"/>
          <a:stretch/>
        </p:blipFill>
        <p:spPr>
          <a:xfrm>
            <a:off x="378000" y="378000"/>
            <a:ext cx="1630440" cy="516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9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50"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51"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52" name="Straight Connector 7"/>
          <p:cNvCxnSpPr/>
          <p:nvPr/>
        </p:nvCxnSpPr>
        <p:spPr>
          <a:xfrm>
            <a:off x="377640" y="1227600"/>
            <a:ext cx="11436840" cy="360"/>
          </a:xfrm>
          <a:prstGeom prst="straightConnector1">
            <a:avLst/>
          </a:prstGeom>
          <a:ln w="31750">
            <a:solidFill>
              <a:srgbClr val="00857C"/>
            </a:solidFill>
          </a:ln>
        </p:spPr>
      </p:cxnSp>
      <p:pic>
        <p:nvPicPr>
          <p:cNvPr id="1653" name="Picture 8"/>
          <p:cNvPicPr/>
          <p:nvPr/>
        </p:nvPicPr>
        <p:blipFill>
          <a:blip r:embed="rId5"/>
          <a:stretch/>
        </p:blipFill>
        <p:spPr>
          <a:xfrm>
            <a:off x="10821600" y="6478560"/>
            <a:ext cx="581400" cy="217080"/>
          </a:xfrm>
          <a:prstGeom prst="rect">
            <a:avLst/>
          </a:prstGeom>
          <a:ln w="0">
            <a:noFill/>
          </a:ln>
        </p:spPr>
      </p:pic>
      <p:sp>
        <p:nvSpPr>
          <p:cNvPr id="1654" name="TextBox 6"/>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55"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656" name="PlaceHolder 2"/>
          <p:cNvSpPr>
            <a:spLocks noGrp="1"/>
          </p:cNvSpPr>
          <p:nvPr>
            <p:ph type="body"/>
          </p:nvPr>
        </p:nvSpPr>
        <p:spPr>
          <a:xfrm>
            <a:off x="378000" y="1925640"/>
            <a:ext cx="11436120" cy="4455720"/>
          </a:xfrm>
          <a:prstGeom prst="rect">
            <a:avLst/>
          </a:prstGeom>
          <a:noFill/>
          <a:ln w="0">
            <a:noFill/>
          </a:ln>
        </p:spPr>
        <p:txBody>
          <a:bodyPr lIns="0" tIns="0" rIns="0" bIns="0" anchor="t">
            <a:noAutofit/>
          </a:bodyPr>
          <a:lstStyle/>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Click to edit Master text styles</a:t>
            </a:r>
          </a:p>
          <a:p>
            <a:pPr marL="343080" lvl="1" indent="-343080" defTabSz="914400">
              <a:lnSpc>
                <a:spcPct val="100000"/>
              </a:lnSpc>
              <a:spcBef>
                <a:spcPts val="1599"/>
              </a:spcBef>
              <a:spcAft>
                <a:spcPts val="1599"/>
              </a:spcAft>
              <a:buClr>
                <a:srgbClr val="D9D9D9"/>
              </a:buClr>
              <a:buFont typeface="Invention Light"/>
              <a:buAutoNum type="arabicPeriod"/>
            </a:pPr>
            <a:r>
              <a:rPr lang="en-US" sz="1600" b="0" strike="noStrike" spc="-1">
                <a:solidFill>
                  <a:schemeClr val="lt1">
                    <a:lumMod val="85000"/>
                  </a:schemeClr>
                </a:solidFill>
                <a:latin typeface="Invention"/>
              </a:rPr>
              <a:t>Second level</a:t>
            </a:r>
            <a:endParaRPr lang="en-US" sz="1600" b="0" strike="noStrike" spc="-1">
              <a:solidFill>
                <a:schemeClr val="accent4"/>
              </a:solidFill>
              <a:latin typeface="Invention"/>
            </a:endParaRPr>
          </a:p>
          <a:p>
            <a:pPr marL="343080" lvl="2" indent="-343080" defTabSz="914400">
              <a:lnSpc>
                <a:spcPct val="100000"/>
              </a:lnSpc>
              <a:spcBef>
                <a:spcPts val="1599"/>
              </a:spcBef>
              <a:spcAft>
                <a:spcPts val="1599"/>
              </a:spcAft>
              <a:buClr>
                <a:srgbClr val="00857C"/>
              </a:buClr>
              <a:buFont typeface="Invention Light"/>
              <a:buAutoNum type="arabicPeriod"/>
            </a:pPr>
            <a:r>
              <a:rPr lang="en-US" sz="1600" b="1" strike="noStrike" spc="-1">
                <a:solidFill>
                  <a:schemeClr val="accent1"/>
                </a:solidFill>
                <a:latin typeface="Invention"/>
              </a:rPr>
              <a:t>Third level</a:t>
            </a:r>
            <a:endParaRPr lang="en-US" sz="1600" b="0" strike="noStrike" spc="-1">
              <a:solidFill>
                <a:schemeClr val="accent4"/>
              </a:solidFill>
              <a:latin typeface="Invention"/>
            </a:endParaRPr>
          </a:p>
        </p:txBody>
      </p:sp>
      <p:sp>
        <p:nvSpPr>
          <p:cNvPr id="1657" name="PlaceHolder 3"/>
          <p:cNvSpPr>
            <a:spLocks noGrp="1"/>
          </p:cNvSpPr>
          <p:nvPr>
            <p:ph type="dt" idx="273"/>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658" name="PlaceHolder 4"/>
          <p:cNvSpPr>
            <a:spLocks noGrp="1"/>
          </p:cNvSpPr>
          <p:nvPr>
            <p:ph type="ftr" idx="274"/>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59" name="PlaceHolder 5"/>
          <p:cNvSpPr>
            <a:spLocks noGrp="1"/>
          </p:cNvSpPr>
          <p:nvPr>
            <p:ph type="sldNum" idx="275"/>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4BEADF79-DCB4-4656-9E95-098D70B48B33}"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9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662" name="think-cell data - do not delete"/>
          <p:cNvGraphicFramePr/>
          <p:nvPr/>
        </p:nvGraphicFramePr>
        <p:xfrm>
          <a:off x="1440" y="1440"/>
          <a:ext cx="1080" cy="1080"/>
        </p:xfrm>
        <a:graphic>
          <a:graphicData uri="http://schemas.openxmlformats.org/presentationml/2006/ole">
            <mc:AlternateContent xmlns:mc="http://schemas.openxmlformats.org/markup-compatibility/2006">
              <mc:Choice xmlns:v="urn:schemas-microsoft-com:vml" Requires="v">
                <p:oleObj r:id="rId3" imgW="0" imgH="0" progId="TCLayout.ActiveDocument.1">
                  <p:embed/>
                </p:oleObj>
              </mc:Choice>
              <mc:Fallback>
                <p:oleObj r:id="rId3" imgW="0" imgH="0" progId="TCLayout.ActiveDocument.1">
                  <p:embed/>
                  <p:pic>
                    <p:nvPicPr>
                      <p:cNvPr id="1663" name="think-cell data - do not delete"/>
                      <p:cNvPicPr/>
                      <p:nvPr/>
                    </p:nvPicPr>
                    <p:blipFill>
                      <a:blip r:embed="rId4"/>
                      <a:stretch/>
                    </p:blipFill>
                    <p:spPr>
                      <a:xfrm>
                        <a:off x="1440" y="1440"/>
                        <a:ext cx="1080" cy="1080"/>
                      </a:xfrm>
                      <a:prstGeom prst="rect">
                        <a:avLst/>
                      </a:prstGeom>
                      <a:ln w="0">
                        <a:noFill/>
                      </a:ln>
                    </p:spPr>
                  </p:pic>
                </p:oleObj>
              </mc:Fallback>
            </mc:AlternateContent>
          </a:graphicData>
        </a:graphic>
      </p:graphicFrame>
      <p:cxnSp>
        <p:nvCxnSpPr>
          <p:cNvPr id="1664" name="Straight Connector 7"/>
          <p:cNvCxnSpPr/>
          <p:nvPr/>
        </p:nvCxnSpPr>
        <p:spPr>
          <a:xfrm>
            <a:off x="377640" y="1227600"/>
            <a:ext cx="11436840" cy="360"/>
          </a:xfrm>
          <a:prstGeom prst="straightConnector1">
            <a:avLst/>
          </a:prstGeom>
          <a:ln w="31750">
            <a:solidFill>
              <a:srgbClr val="00857C"/>
            </a:solidFill>
          </a:ln>
        </p:spPr>
      </p:cxnSp>
      <p:pic>
        <p:nvPicPr>
          <p:cNvPr id="1665" name="Picture 8"/>
          <p:cNvPicPr/>
          <p:nvPr/>
        </p:nvPicPr>
        <p:blipFill>
          <a:blip r:embed="rId5"/>
          <a:stretch/>
        </p:blipFill>
        <p:spPr>
          <a:xfrm>
            <a:off x="10821600" y="6478560"/>
            <a:ext cx="581400" cy="217080"/>
          </a:xfrm>
          <a:prstGeom prst="rect">
            <a:avLst/>
          </a:prstGeom>
          <a:ln w="0">
            <a:noFill/>
          </a:ln>
        </p:spPr>
      </p:pic>
      <p:sp>
        <p:nvSpPr>
          <p:cNvPr id="1666" name="TextBox 6" hidden="1"/>
          <p:cNvSpPr/>
          <p:nvPr/>
        </p:nvSpPr>
        <p:spPr>
          <a:xfrm>
            <a:off x="63360" y="63360"/>
            <a:ext cx="734760" cy="182520"/>
          </a:xfrm>
          <a:prstGeom prst="rect">
            <a:avLst/>
          </a:prstGeom>
          <a:noFill/>
          <a:ln w="0">
            <a:noFill/>
          </a:ln>
        </p:spPr>
        <p:style>
          <a:lnRef idx="0">
            <a:scrgbClr r="0" g="0" b="0"/>
          </a:lnRef>
          <a:fillRef idx="0">
            <a:scrgbClr r="0" g="0" b="0"/>
          </a:fillRef>
          <a:effectRef idx="0">
            <a:scrgbClr r="0" g="0" b="0"/>
          </a:effectRef>
          <a:fontRef idx="minor"/>
        </p:style>
        <p:txBody>
          <a:bodyPr horzOverflow="overflow" lIns="0" tIns="0" rIns="0" bIns="0" anchor="t">
            <a:spAutoFit/>
          </a:bodyPr>
          <a:lstStyle/>
          <a:p>
            <a:pPr defTabSz="228600">
              <a:lnSpc>
                <a:spcPct val="100000"/>
              </a:lnSpc>
            </a:pPr>
            <a:r>
              <a:rPr lang="en-US" sz="1200" b="0" strike="noStrike" spc="-1">
                <a:solidFill>
                  <a:srgbClr val="00B294"/>
                </a:solidFill>
                <a:latin typeface="Calibri"/>
                <a:ea typeface="Calibri"/>
              </a:rPr>
              <a:t>Proprietary</a:t>
            </a:r>
            <a:endParaRPr lang="en-US" sz="1200" b="0" strike="noStrike" spc="-1">
              <a:solidFill>
                <a:srgbClr val="000000"/>
              </a:solidFill>
              <a:latin typeface="Arial"/>
            </a:endParaRPr>
          </a:p>
        </p:txBody>
      </p:sp>
      <p:sp>
        <p:nvSpPr>
          <p:cNvPr id="1667" name="PlaceHolder 1"/>
          <p:cNvSpPr>
            <a:spLocks noGrp="1"/>
          </p:cNvSpPr>
          <p:nvPr>
            <p:ph type="title"/>
          </p:nvPr>
        </p:nvSpPr>
        <p:spPr>
          <a:xfrm>
            <a:off x="747720" y="1925640"/>
            <a:ext cx="2104560" cy="4455720"/>
          </a:xfrm>
          <a:prstGeom prst="rect">
            <a:avLst/>
          </a:prstGeom>
          <a:noFill/>
          <a:ln w="0">
            <a:noFill/>
          </a:ln>
        </p:spPr>
        <p:txBody>
          <a:bodyPr lIns="0" tIns="0" rIns="0" bIns="0" anchor="t">
            <a:noAutofit/>
          </a:bodyPr>
          <a:lstStyle/>
          <a:p>
            <a:pPr indent="0" defTabSz="914400">
              <a:lnSpc>
                <a:spcPct val="90000"/>
              </a:lnSpc>
              <a:buNone/>
            </a:pPr>
            <a:r>
              <a:rPr lang="en-US" sz="2750" b="0" strike="noStrike" spc="-1">
                <a:solidFill>
                  <a:schemeClr val="accent4"/>
                </a:solidFill>
                <a:latin typeface="Invention Light"/>
              </a:rPr>
              <a:t>Click to edit Master title style</a:t>
            </a:r>
            <a:endParaRPr lang="en-US" sz="2750" b="0" strike="noStrike" spc="-1">
              <a:solidFill>
                <a:schemeClr val="dk1"/>
              </a:solidFill>
              <a:latin typeface="Invention"/>
            </a:endParaRPr>
          </a:p>
        </p:txBody>
      </p:sp>
      <p:sp>
        <p:nvSpPr>
          <p:cNvPr id="1668" name="PlaceHolder 2"/>
          <p:cNvSpPr>
            <a:spLocks noGrp="1"/>
          </p:cNvSpPr>
          <p:nvPr>
            <p:ph type="body"/>
          </p:nvPr>
        </p:nvSpPr>
        <p:spPr>
          <a:xfrm>
            <a:off x="4292640" y="1925640"/>
            <a:ext cx="7521120" cy="4455720"/>
          </a:xfrm>
          <a:prstGeom prst="rect">
            <a:avLst/>
          </a:prstGeom>
          <a:noFill/>
          <a:ln w="0">
            <a:noFill/>
          </a:ln>
        </p:spPr>
        <p:txBody>
          <a:bodyPr lIns="0" tIns="0" rIns="0" bIns="0" anchor="t">
            <a:noAutofit/>
          </a:bodyPr>
          <a:lstStyle/>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Click to edit Master text styles</a:t>
            </a:r>
          </a:p>
          <a:p>
            <a:pPr marL="343080" lvl="1" indent="-343080" defTabSz="914400">
              <a:lnSpc>
                <a:spcPct val="100000"/>
              </a:lnSpc>
              <a:spcBef>
                <a:spcPts val="1599"/>
              </a:spcBef>
              <a:spcAft>
                <a:spcPts val="1599"/>
              </a:spcAft>
              <a:buClr>
                <a:srgbClr val="D9D9D9"/>
              </a:buClr>
              <a:buFont typeface="Invention Light"/>
              <a:buAutoNum type="arabicPeriod"/>
            </a:pPr>
            <a:r>
              <a:rPr lang="en-US" sz="1600" b="0" strike="noStrike" spc="-1">
                <a:solidFill>
                  <a:schemeClr val="lt1">
                    <a:lumMod val="85000"/>
                  </a:schemeClr>
                </a:solidFill>
                <a:latin typeface="Invention"/>
              </a:rPr>
              <a:t>Second level</a:t>
            </a:r>
            <a:endParaRPr lang="en-US" sz="1600" b="0" strike="noStrike" spc="-1">
              <a:solidFill>
                <a:schemeClr val="accent4"/>
              </a:solidFill>
              <a:latin typeface="Invention"/>
            </a:endParaRPr>
          </a:p>
          <a:p>
            <a:pPr marL="343080" lvl="2" indent="-343080" defTabSz="914400">
              <a:lnSpc>
                <a:spcPct val="100000"/>
              </a:lnSpc>
              <a:spcBef>
                <a:spcPts val="1599"/>
              </a:spcBef>
              <a:spcAft>
                <a:spcPts val="1599"/>
              </a:spcAft>
              <a:buClr>
                <a:srgbClr val="00857C"/>
              </a:buClr>
              <a:buFont typeface="Invention Light"/>
              <a:buAutoNum type="arabicPeriod"/>
            </a:pPr>
            <a:r>
              <a:rPr lang="en-US" sz="1600" b="1" strike="noStrike" spc="-1">
                <a:solidFill>
                  <a:schemeClr val="accent1"/>
                </a:solidFill>
                <a:latin typeface="Invention"/>
              </a:rPr>
              <a:t>Third level</a:t>
            </a:r>
            <a:endParaRPr lang="en-US" sz="1600" b="0" strike="noStrike" spc="-1">
              <a:solidFill>
                <a:schemeClr val="accent4"/>
              </a:solidFill>
              <a:latin typeface="Invention"/>
            </a:endParaRPr>
          </a:p>
        </p:txBody>
      </p:sp>
      <p:sp>
        <p:nvSpPr>
          <p:cNvPr id="1669" name="PlaceHolder 3"/>
          <p:cNvSpPr>
            <a:spLocks noGrp="1"/>
          </p:cNvSpPr>
          <p:nvPr>
            <p:ph type="dt" idx="276"/>
          </p:nvPr>
        </p:nvSpPr>
        <p:spPr>
          <a:xfrm>
            <a:off x="8217720" y="6480000"/>
            <a:ext cx="721800" cy="215640"/>
          </a:xfrm>
          <a:prstGeom prst="rect">
            <a:avLst/>
          </a:prstGeom>
          <a:noFill/>
          <a:ln w="0">
            <a:noFill/>
          </a:ln>
        </p:spPr>
        <p:txBody>
          <a:bodyPr lIns="0" tIns="0" rIns="0" bIns="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670" name="PlaceHolder 4"/>
          <p:cNvSpPr>
            <a:spLocks noGrp="1"/>
          </p:cNvSpPr>
          <p:nvPr>
            <p:ph type="ftr" idx="277"/>
          </p:nvPr>
        </p:nvSpPr>
        <p:spPr>
          <a:xfrm>
            <a:off x="378720" y="6480000"/>
            <a:ext cx="4114440" cy="213840"/>
          </a:xfrm>
          <a:prstGeom prst="rect">
            <a:avLst/>
          </a:prstGeom>
          <a:noFill/>
          <a:ln w="0">
            <a:noFill/>
          </a:ln>
        </p:spPr>
        <p:txBody>
          <a:bodyPr lIns="0" tIns="0" rIns="0" bIns="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71" name="PlaceHolder 5"/>
          <p:cNvSpPr>
            <a:spLocks noGrp="1"/>
          </p:cNvSpPr>
          <p:nvPr>
            <p:ph type="sldNum" idx="278"/>
          </p:nvPr>
        </p:nvSpPr>
        <p:spPr>
          <a:xfrm>
            <a:off x="11584800" y="6480000"/>
            <a:ext cx="228960" cy="215640"/>
          </a:xfrm>
          <a:prstGeom prst="rect">
            <a:avLst/>
          </a:prstGeom>
          <a:noFill/>
          <a:ln w="0">
            <a:noFill/>
          </a:ln>
        </p:spPr>
        <p:txBody>
          <a:bodyPr lIns="0" tIns="0" rIns="0" bIns="0" anchor="ctr">
            <a:noAutofit/>
          </a:bodyPr>
          <a:lstStyle>
            <a:lvl1pPr indent="0" algn="r" defTabSz="228600">
              <a:lnSpc>
                <a:spcPct val="100000"/>
              </a:lnSpc>
              <a:buNone/>
              <a:defRPr lang="en-GB" sz="700" b="0" strike="noStrike" spc="-1">
                <a:solidFill>
                  <a:srgbClr val="9EA7B3"/>
                </a:solidFill>
                <a:latin typeface="Invention"/>
              </a:defRPr>
            </a:lvl1pPr>
          </a:lstStyle>
          <a:p>
            <a:pPr indent="0" algn="r" defTabSz="228600">
              <a:lnSpc>
                <a:spcPct val="100000"/>
              </a:lnSpc>
              <a:buNone/>
            </a:pPr>
            <a:fld id="{0EF1349C-6587-498A-8DDF-F8A12E3B70CC}" type="slidenum">
              <a:rPr lang="en-GB" sz="700" b="0" strike="noStrike" spc="-1">
                <a:solidFill>
                  <a:srgbClr val="9EA7B3"/>
                </a:solidFill>
                <a:latin typeface="Invention"/>
              </a:rPr>
              <a:t>‹#›</a:t>
            </a:fld>
            <a:endParaRPr lang="en-US" sz="700" b="0" strike="noStrike" spc="-1">
              <a:solidFill>
                <a:srgbClr val="000000"/>
              </a:solidFill>
              <a:latin typeface="Times New Roman"/>
            </a:endParaRPr>
          </a:p>
        </p:txBody>
      </p:sp>
      <p:cxnSp>
        <p:nvCxnSpPr>
          <p:cNvPr id="1672" name="Straight Connector 6"/>
          <p:cNvCxnSpPr/>
          <p:nvPr/>
        </p:nvCxnSpPr>
        <p:spPr>
          <a:xfrm>
            <a:off x="3051000" y="516600"/>
            <a:ext cx="360" cy="5963760"/>
          </a:xfrm>
          <a:prstGeom prst="straightConnector1">
            <a:avLst/>
          </a:prstGeom>
          <a:ln w="28575">
            <a:solidFill>
              <a:srgbClr val="00857C"/>
            </a:solidFill>
          </a:ln>
        </p:spPr>
      </p:cxnSp>
      <p:pic>
        <p:nvPicPr>
          <p:cNvPr id="1673" name="Picture 8"/>
          <p:cNvPicPr/>
          <p:nvPr/>
        </p:nvPicPr>
        <p:blipFill>
          <a:blip r:embed="rId5"/>
          <a:stretch/>
        </p:blipFill>
        <p:spPr>
          <a:xfrm>
            <a:off x="10821600" y="6478560"/>
            <a:ext cx="581400" cy="217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91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9.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2" name="PlaceHolder 1"/>
          <p:cNvSpPr>
            <a:spLocks noGrp="1"/>
          </p:cNvSpPr>
          <p:nvPr>
            <p:ph type="title"/>
          </p:nvPr>
        </p:nvSpPr>
        <p:spPr>
          <a:xfrm>
            <a:off x="378000" y="1228680"/>
            <a:ext cx="6147360" cy="2199960"/>
          </a:xfrm>
          <a:prstGeom prst="rect">
            <a:avLst/>
          </a:prstGeom>
          <a:noFill/>
          <a:ln w="0">
            <a:noFill/>
          </a:ln>
        </p:spPr>
        <p:txBody>
          <a:bodyPr lIns="0" tIns="0" rIns="0" bIns="0" anchor="b">
            <a:noAutofit/>
          </a:bodyPr>
          <a:lstStyle/>
          <a:p>
            <a:pPr indent="0" defTabSz="914400">
              <a:lnSpc>
                <a:spcPct val="90000"/>
              </a:lnSpc>
              <a:buNone/>
            </a:pPr>
            <a:r>
              <a:rPr lang="en-GB" sz="4250" b="0" strike="noStrike" spc="-1">
                <a:solidFill>
                  <a:schemeClr val="dk1"/>
                </a:solidFill>
                <a:latin typeface="Invention Light"/>
              </a:rPr>
              <a:t>All PICOs Great and Small</a:t>
            </a:r>
            <a:endParaRPr lang="en-US" sz="4250" b="0" strike="noStrike" spc="-1">
              <a:solidFill>
                <a:schemeClr val="dk1"/>
              </a:solidFill>
              <a:latin typeface="Invention"/>
            </a:endParaRPr>
          </a:p>
        </p:txBody>
      </p:sp>
      <p:sp>
        <p:nvSpPr>
          <p:cNvPr id="1683" name="PlaceHolder 2"/>
          <p:cNvSpPr>
            <a:spLocks noGrp="1"/>
          </p:cNvSpPr>
          <p:nvPr>
            <p:ph/>
          </p:nvPr>
        </p:nvSpPr>
        <p:spPr>
          <a:xfrm>
            <a:off x="378000" y="5806440"/>
            <a:ext cx="6029640" cy="653400"/>
          </a:xfrm>
          <a:prstGeom prst="rect">
            <a:avLst/>
          </a:prstGeom>
          <a:noFill/>
          <a:ln w="0">
            <a:noFill/>
          </a:ln>
        </p:spPr>
        <p:txBody>
          <a:bodyPr lIns="0" tIns="0" rIns="0" bIns="0" anchor="t">
            <a:normAutofit/>
          </a:bodyPr>
          <a:lstStyle/>
          <a:p>
            <a:pPr indent="0" defTabSz="914400">
              <a:lnSpc>
                <a:spcPct val="100000"/>
              </a:lnSpc>
              <a:spcBef>
                <a:spcPts val="1199"/>
              </a:spcBef>
              <a:buNone/>
              <a:tabLst>
                <a:tab pos="0" algn="l"/>
              </a:tabLst>
            </a:pPr>
            <a:r>
              <a:rPr lang="en-GB" sz="1200" b="0" strike="noStrike" spc="-1">
                <a:solidFill>
                  <a:schemeClr val="dk1"/>
                </a:solidFill>
                <a:latin typeface="Invention"/>
              </a:rPr>
              <a:t>15</a:t>
            </a:r>
            <a:r>
              <a:rPr lang="en-GB" sz="1200" b="0" strike="noStrike" spc="-1" baseline="30000">
                <a:solidFill>
                  <a:schemeClr val="dk1"/>
                </a:solidFill>
                <a:latin typeface="Invention"/>
              </a:rPr>
              <a:t>th</a:t>
            </a:r>
            <a:r>
              <a:rPr lang="en-GB" sz="1200" b="0" strike="noStrike" spc="-1">
                <a:solidFill>
                  <a:schemeClr val="dk1"/>
                </a:solidFill>
                <a:latin typeface="Invention"/>
              </a:rPr>
              <a:t> June 2026</a:t>
            </a:r>
            <a:endParaRPr lang="en-US" sz="1200" b="0" strike="noStrike" spc="-1">
              <a:solidFill>
                <a:schemeClr val="dk1"/>
              </a:solidFill>
              <a:latin typeface="Invention"/>
            </a:endParaRPr>
          </a:p>
          <a:p>
            <a:pPr indent="0" defTabSz="914400">
              <a:lnSpc>
                <a:spcPct val="100000"/>
              </a:lnSpc>
              <a:spcBef>
                <a:spcPts val="1199"/>
              </a:spcBef>
              <a:buNone/>
              <a:tabLst>
                <a:tab pos="0" algn="l"/>
              </a:tabLst>
            </a:pPr>
            <a:r>
              <a:rPr lang="en-GB" sz="1200" b="0" strike="noStrike" spc="-1">
                <a:solidFill>
                  <a:schemeClr val="dk1"/>
                </a:solidFill>
                <a:latin typeface="Invention"/>
              </a:rPr>
              <a:t>Dave Gelb, Joel Baldwin, Ehsan Masoudi, Milana Ivkovic, Lovisa Berggren, Larry Leon</a:t>
            </a:r>
            <a:endParaRPr lang="en-US" sz="1200" b="0" strike="noStrike" spc="-1">
              <a:solidFill>
                <a:schemeClr val="dk1"/>
              </a:solidFill>
              <a:latin typeface="Invention"/>
            </a:endParaRPr>
          </a:p>
        </p:txBody>
      </p:sp>
      <p:sp>
        <p:nvSpPr>
          <p:cNvPr id="1684" name="PlaceHolder 3"/>
          <p:cNvSpPr>
            <a:spLocks noGrp="1"/>
          </p:cNvSpPr>
          <p:nvPr>
            <p:ph type="subTitle"/>
          </p:nvPr>
        </p:nvSpPr>
        <p:spPr>
          <a:xfrm>
            <a:off x="378000" y="3429000"/>
            <a:ext cx="6640200" cy="2199960"/>
          </a:xfrm>
          <a:prstGeom prst="rect">
            <a:avLst/>
          </a:prstGeom>
          <a:noFill/>
          <a:ln w="0">
            <a:noFill/>
          </a:ln>
        </p:spPr>
        <p:txBody>
          <a:bodyPr lIns="0" tIns="0" rIns="0" bIns="0" anchor="t">
            <a:noAutofit/>
          </a:bodyPr>
          <a:lstStyle/>
          <a:p>
            <a:pPr indent="0" defTabSz="914400">
              <a:lnSpc>
                <a:spcPct val="100000"/>
              </a:lnSpc>
              <a:spcBef>
                <a:spcPts val="1199"/>
              </a:spcBef>
              <a:buNone/>
              <a:tabLst>
                <a:tab pos="0" algn="l"/>
              </a:tabLst>
            </a:pPr>
            <a:r>
              <a:rPr lang="en-US" sz="2000" b="0" strike="noStrike" spc="-1">
                <a:solidFill>
                  <a:schemeClr val="dk1"/>
                </a:solidFill>
                <a:latin typeface="Invention Light"/>
              </a:rPr>
              <a:t>Dealing with small subpopulations in the EU HTA landscape</a:t>
            </a:r>
            <a:endParaRPr lang="en-US" sz="2000" b="0" strike="noStrike" spc="-1">
              <a:solidFill>
                <a:srgbClr val="000000"/>
              </a:solidFill>
              <a:latin typeface="Arial"/>
            </a:endParaRPr>
          </a:p>
        </p:txBody>
      </p:sp>
      <p:pic>
        <p:nvPicPr>
          <p:cNvPr id="1685" name="Picture Placeholder 14" descr="A close-up of a medical chart  Description automatically generated"/>
          <p:cNvPicPr/>
          <p:nvPr/>
        </p:nvPicPr>
        <p:blipFill>
          <a:blip r:embed="rId2"/>
          <a:srcRect l="21875" r="21875"/>
          <a:stretch/>
        </p:blipFill>
        <p:spPr>
          <a:xfrm>
            <a:off x="7072920" y="497160"/>
            <a:ext cx="5118840" cy="5958720"/>
          </a:xfrm>
          <a:prstGeom prst="rect">
            <a:avLst/>
          </a:prstGeom>
          <a:ln w="0">
            <a:solidFill>
              <a:srgbClr val="00857C"/>
            </a:solid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6"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Agenda</a:t>
            </a:r>
            <a:endParaRPr lang="en-US" sz="2750" b="0" strike="noStrike" spc="-1">
              <a:solidFill>
                <a:schemeClr val="dk1"/>
              </a:solidFill>
              <a:latin typeface="Invention"/>
            </a:endParaRPr>
          </a:p>
        </p:txBody>
      </p:sp>
      <p:sp>
        <p:nvSpPr>
          <p:cNvPr id="1687" name="PlaceHolder 2"/>
          <p:cNvSpPr>
            <a:spLocks noGrp="1"/>
          </p:cNvSpPr>
          <p:nvPr>
            <p:ph/>
          </p:nvPr>
        </p:nvSpPr>
        <p:spPr>
          <a:xfrm>
            <a:off x="378000" y="1925640"/>
            <a:ext cx="11436120" cy="4455720"/>
          </a:xfrm>
          <a:prstGeom prst="rect">
            <a:avLst/>
          </a:prstGeom>
          <a:noFill/>
          <a:ln w="0">
            <a:noFill/>
          </a:ln>
        </p:spPr>
        <p:txBody>
          <a:bodyPr lIns="0" tIns="0" rIns="0" bIns="0" anchor="t">
            <a:noAutofit/>
          </a:bodyPr>
          <a:lstStyle/>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Background and Context; EU HTA, subpopulations</a:t>
            </a:r>
          </a:p>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Problem statement</a:t>
            </a:r>
          </a:p>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Related guidance and literature</a:t>
            </a:r>
          </a:p>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Proposed Solution</a:t>
            </a:r>
          </a:p>
          <a:p>
            <a:pPr marL="343080" indent="-343080" defTabSz="914400">
              <a:lnSpc>
                <a:spcPct val="100000"/>
              </a:lnSpc>
              <a:spcBef>
                <a:spcPts val="1599"/>
              </a:spcBef>
              <a:spcAft>
                <a:spcPts val="1599"/>
              </a:spcAft>
              <a:buClr>
                <a:srgbClr val="0C2340"/>
              </a:buClr>
              <a:buFont typeface="Invention Light"/>
              <a:buAutoNum type="arabicPeriod"/>
            </a:pPr>
            <a:r>
              <a:rPr lang="en-US" sz="1600" b="0" strike="noStrike" spc="-1">
                <a:solidFill>
                  <a:schemeClr val="accent4"/>
                </a:solidFill>
                <a:latin typeface="Invention"/>
              </a:rPr>
              <a:t>Discussion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8"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dk1"/>
                </a:solidFill>
                <a:latin typeface="Invention Light"/>
              </a:rPr>
              <a:t>Context: The EU HTA Regulation - effective January 2025</a:t>
            </a:r>
            <a:br>
              <a:rPr sz="2800"/>
            </a:br>
            <a:r>
              <a:rPr lang="en-US" sz="2800" b="0" i="1" strike="noStrike" spc="-1">
                <a:solidFill>
                  <a:schemeClr val="dk1"/>
                </a:solidFill>
                <a:latin typeface="Invention Light"/>
              </a:rPr>
              <a:t>	</a:t>
            </a:r>
            <a:r>
              <a:rPr lang="de-DE" sz="2750" b="0" strike="noStrike" spc="-1">
                <a:solidFill>
                  <a:schemeClr val="dk1"/>
                </a:solidFill>
                <a:latin typeface="Invention Light"/>
              </a:rPr>
              <a:t>Assessment Scope for Joint Clinical Assessment</a:t>
            </a:r>
            <a:r>
              <a:rPr lang="de-DE" sz="2750" b="0" strike="noStrike" spc="-1">
                <a:solidFill>
                  <a:schemeClr val="dk1"/>
                </a:solidFill>
                <a:latin typeface="Wingdings"/>
              </a:rPr>
              <a:t></a:t>
            </a:r>
            <a:r>
              <a:rPr lang="de-DE" sz="2750" b="0" strike="noStrike" spc="-1">
                <a:solidFill>
                  <a:schemeClr val="dk1"/>
                </a:solidFill>
                <a:latin typeface="Invention Light"/>
              </a:rPr>
              <a:t> PICOs</a:t>
            </a:r>
            <a:endParaRPr lang="en-US" sz="2750" b="0" strike="noStrike" spc="-1">
              <a:solidFill>
                <a:schemeClr val="dk1"/>
              </a:solidFill>
              <a:latin typeface="Invention"/>
            </a:endParaRPr>
          </a:p>
        </p:txBody>
      </p:sp>
      <p:sp>
        <p:nvSpPr>
          <p:cNvPr id="1689" name="TextBox 10"/>
          <p:cNvSpPr/>
          <p:nvPr/>
        </p:nvSpPr>
        <p:spPr>
          <a:xfrm>
            <a:off x="5860440" y="1827360"/>
            <a:ext cx="5825520" cy="4346640"/>
          </a:xfrm>
          <a:prstGeom prst="rect">
            <a:avLst/>
          </a:prstGeom>
          <a:noFill/>
          <a:ln w="0">
            <a:noFill/>
          </a:ln>
        </p:spPr>
        <p:style>
          <a:lnRef idx="0">
            <a:scrgbClr r="0" g="0" b="0"/>
          </a:lnRef>
          <a:fillRef idx="0">
            <a:scrgbClr r="0" g="0" b="0"/>
          </a:fillRef>
          <a:effectRef idx="0">
            <a:scrgbClr r="0" g="0" b="0"/>
          </a:effectRef>
          <a:fontRef idx="minor"/>
        </p:style>
        <p:txBody>
          <a:bodyPr lIns="0" anchor="t">
            <a:spAutoFit/>
          </a:bodyPr>
          <a:lstStyle/>
          <a:p>
            <a:pPr defTabSz="914400">
              <a:lnSpc>
                <a:spcPct val="100000"/>
              </a:lnSpc>
              <a:spcAft>
                <a:spcPts val="799"/>
              </a:spcAft>
              <a:tabLst>
                <a:tab pos="0" algn="l"/>
              </a:tabLst>
            </a:pPr>
            <a:r>
              <a:rPr lang="en-US" sz="2200" b="0" strike="noStrike" spc="-1">
                <a:solidFill>
                  <a:schemeClr val="dk1"/>
                </a:solidFill>
                <a:latin typeface="Invention"/>
              </a:rPr>
              <a:t>The assessment scope should include all relevant parameters in terms of the PICO framework:</a:t>
            </a:r>
            <a:endParaRPr lang="en-US" sz="2200" b="0" strike="noStrike" spc="-1">
              <a:solidFill>
                <a:srgbClr val="000000"/>
              </a:solidFill>
              <a:latin typeface="Arial"/>
            </a:endParaRPr>
          </a:p>
          <a:p>
            <a:pPr marL="228600" indent="-228600" defTabSz="914400">
              <a:lnSpc>
                <a:spcPct val="100000"/>
              </a:lnSpc>
              <a:spcAft>
                <a:spcPts val="799"/>
              </a:spcAft>
              <a:buClr>
                <a:srgbClr val="00857C"/>
              </a:buClr>
              <a:buFont typeface="Arial"/>
              <a:buChar char="•"/>
              <a:tabLst>
                <a:tab pos="0" algn="l"/>
              </a:tabLst>
            </a:pPr>
            <a:r>
              <a:rPr lang="en-US" sz="2200" b="1" strike="noStrike" spc="-1">
                <a:solidFill>
                  <a:schemeClr val="accent1"/>
                </a:solidFill>
                <a:latin typeface="Invention"/>
              </a:rPr>
              <a:t>P</a:t>
            </a:r>
            <a:r>
              <a:rPr lang="en-US" sz="2200" b="0" strike="noStrike" spc="-1">
                <a:solidFill>
                  <a:srgbClr val="333333"/>
                </a:solidFill>
                <a:latin typeface="Invention Light"/>
              </a:rPr>
              <a:t>atient population</a:t>
            </a:r>
            <a:endParaRPr lang="en-US" sz="2200" b="0" strike="noStrike" spc="-1">
              <a:solidFill>
                <a:srgbClr val="000000"/>
              </a:solidFill>
              <a:latin typeface="Arial"/>
            </a:endParaRPr>
          </a:p>
          <a:p>
            <a:pPr marL="228600" indent="-228600" defTabSz="914400">
              <a:lnSpc>
                <a:spcPct val="100000"/>
              </a:lnSpc>
              <a:spcAft>
                <a:spcPts val="799"/>
              </a:spcAft>
              <a:buClr>
                <a:srgbClr val="00857C"/>
              </a:buClr>
              <a:buFont typeface="Arial"/>
              <a:buChar char="•"/>
              <a:tabLst>
                <a:tab pos="0" algn="l"/>
              </a:tabLst>
            </a:pPr>
            <a:r>
              <a:rPr lang="en-US" sz="2200" b="1" strike="noStrike" spc="-1">
                <a:solidFill>
                  <a:schemeClr val="accent1"/>
                </a:solidFill>
                <a:latin typeface="Invention"/>
              </a:rPr>
              <a:t>I</a:t>
            </a:r>
            <a:r>
              <a:rPr lang="en-US" sz="2200" b="0" strike="noStrike" spc="-1">
                <a:solidFill>
                  <a:srgbClr val="333333"/>
                </a:solidFill>
                <a:latin typeface="Invention Light"/>
              </a:rPr>
              <a:t>ntervention</a:t>
            </a:r>
            <a:endParaRPr lang="en-US" sz="2200" b="0" strike="noStrike" spc="-1">
              <a:solidFill>
                <a:srgbClr val="000000"/>
              </a:solidFill>
              <a:latin typeface="Arial"/>
            </a:endParaRPr>
          </a:p>
          <a:p>
            <a:pPr marL="228600" indent="-228600" defTabSz="914400">
              <a:lnSpc>
                <a:spcPct val="100000"/>
              </a:lnSpc>
              <a:spcAft>
                <a:spcPts val="799"/>
              </a:spcAft>
              <a:buClr>
                <a:srgbClr val="00857C"/>
              </a:buClr>
              <a:buFont typeface="Arial"/>
              <a:buChar char="•"/>
              <a:tabLst>
                <a:tab pos="0" algn="l"/>
              </a:tabLst>
            </a:pPr>
            <a:r>
              <a:rPr lang="en-US" sz="2200" b="1" strike="noStrike" spc="-1">
                <a:solidFill>
                  <a:schemeClr val="accent1"/>
                </a:solidFill>
                <a:latin typeface="Invention"/>
              </a:rPr>
              <a:t>C</a:t>
            </a:r>
            <a:r>
              <a:rPr lang="en-US" sz="2200" b="0" strike="noStrike" spc="-1">
                <a:solidFill>
                  <a:srgbClr val="333333"/>
                </a:solidFill>
                <a:latin typeface="Invention Light"/>
              </a:rPr>
              <a:t>omparator(s)</a:t>
            </a:r>
            <a:endParaRPr lang="en-US" sz="2200" b="0" strike="noStrike" spc="-1">
              <a:solidFill>
                <a:srgbClr val="000000"/>
              </a:solidFill>
              <a:latin typeface="Arial"/>
            </a:endParaRPr>
          </a:p>
          <a:p>
            <a:pPr marL="228600" indent="-228600" defTabSz="914400">
              <a:lnSpc>
                <a:spcPct val="100000"/>
              </a:lnSpc>
              <a:spcAft>
                <a:spcPts val="1599"/>
              </a:spcAft>
              <a:buClr>
                <a:srgbClr val="00857C"/>
              </a:buClr>
              <a:buFont typeface="Arial"/>
              <a:buChar char="•"/>
              <a:tabLst>
                <a:tab pos="0" algn="l"/>
              </a:tabLst>
            </a:pPr>
            <a:r>
              <a:rPr lang="en-US" sz="2200" b="1" strike="noStrike" spc="-1">
                <a:solidFill>
                  <a:schemeClr val="accent1"/>
                </a:solidFill>
                <a:latin typeface="Invention"/>
              </a:rPr>
              <a:t>O</a:t>
            </a:r>
            <a:r>
              <a:rPr lang="en-US" sz="2200" b="0" strike="noStrike" spc="-1">
                <a:solidFill>
                  <a:srgbClr val="333333"/>
                </a:solidFill>
                <a:latin typeface="Invention Light"/>
              </a:rPr>
              <a:t>utcomes</a:t>
            </a:r>
            <a:endParaRPr lang="en-US" sz="2200" b="0" strike="noStrike" spc="-1">
              <a:solidFill>
                <a:srgbClr val="000000"/>
              </a:solidFill>
              <a:latin typeface="Arial"/>
            </a:endParaRPr>
          </a:p>
          <a:p>
            <a:pPr defTabSz="914400">
              <a:lnSpc>
                <a:spcPct val="100000"/>
              </a:lnSpc>
              <a:spcAft>
                <a:spcPts val="1599"/>
              </a:spcAft>
              <a:tabLst>
                <a:tab pos="0" algn="l"/>
              </a:tabLst>
            </a:pPr>
            <a:r>
              <a:rPr lang="en-US" sz="1800" b="1" strike="noStrike" spc="-1">
                <a:solidFill>
                  <a:srgbClr val="333333"/>
                </a:solidFill>
                <a:latin typeface="Invention Light"/>
              </a:rPr>
              <a:t>PICO selection is policy-driven, not evidence-driven</a:t>
            </a:r>
            <a:r>
              <a:rPr lang="en-US" sz="1800" b="0" strike="noStrike" spc="-1">
                <a:solidFill>
                  <a:srgbClr val="333333"/>
                </a:solidFill>
                <a:latin typeface="Invention Light"/>
              </a:rPr>
              <a:t>.</a:t>
            </a:r>
            <a:endParaRPr lang="en-US" sz="1800" b="0" strike="noStrike" spc="-1">
              <a:solidFill>
                <a:srgbClr val="000000"/>
              </a:solidFill>
              <a:latin typeface="Arial"/>
            </a:endParaRPr>
          </a:p>
          <a:p>
            <a:pPr defTabSz="228600">
              <a:lnSpc>
                <a:spcPct val="100000"/>
              </a:lnSpc>
              <a:spcAft>
                <a:spcPts val="300"/>
              </a:spcAft>
              <a:tabLst>
                <a:tab pos="0" algn="l"/>
              </a:tabLst>
            </a:pPr>
            <a:r>
              <a:rPr lang="en-US" sz="1800" b="0" strike="noStrike" spc="-1">
                <a:solidFill>
                  <a:schemeClr val="accent4"/>
                </a:solidFill>
                <a:latin typeface="Invention Light"/>
              </a:rPr>
              <a:t>EU Member States determine their PICO needs, which is followed by a consolidation of PICOs</a:t>
            </a:r>
            <a:endParaRPr lang="en-US" sz="1800" b="0" strike="noStrike" spc="-1">
              <a:solidFill>
                <a:srgbClr val="000000"/>
              </a:solidFill>
              <a:latin typeface="Arial"/>
            </a:endParaRPr>
          </a:p>
        </p:txBody>
      </p:sp>
      <p:cxnSp>
        <p:nvCxnSpPr>
          <p:cNvPr id="1690" name="Straight Connector 11"/>
          <p:cNvCxnSpPr/>
          <p:nvPr/>
        </p:nvCxnSpPr>
        <p:spPr>
          <a:xfrm flipV="1">
            <a:off x="5560200" y="1827000"/>
            <a:ext cx="360" cy="4190040"/>
          </a:xfrm>
          <a:prstGeom prst="straightConnector1">
            <a:avLst/>
          </a:prstGeom>
          <a:ln>
            <a:solidFill>
              <a:srgbClr val="FFFFFF">
                <a:lumMod val="65000"/>
              </a:srgbClr>
            </a:solidFill>
          </a:ln>
        </p:spPr>
      </p:cxnSp>
      <p:sp>
        <p:nvSpPr>
          <p:cNvPr id="1691" name="TextBox 35"/>
          <p:cNvSpPr/>
          <p:nvPr/>
        </p:nvSpPr>
        <p:spPr>
          <a:xfrm>
            <a:off x="378000" y="6339960"/>
            <a:ext cx="1143612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spcAft>
                <a:spcPts val="300"/>
              </a:spcAft>
              <a:tabLst>
                <a:tab pos="0" algn="l"/>
              </a:tabLst>
            </a:pPr>
            <a:r>
              <a:rPr lang="en-US" sz="800" b="0" strike="noStrike" spc="-1">
                <a:solidFill>
                  <a:schemeClr val="dk1"/>
                </a:solidFill>
                <a:latin typeface="Invention Light"/>
              </a:rPr>
              <a:t>EU, European Union; JCA, Joint Clinical Assessment; MS, Member State; PICO, Population, Intervention, Comparator(s), Outcomes.</a:t>
            </a:r>
            <a:endParaRPr lang="en-US" sz="800" b="0" strike="noStrike" spc="-1">
              <a:solidFill>
                <a:srgbClr val="000000"/>
              </a:solidFill>
              <a:latin typeface="Arial"/>
            </a:endParaRPr>
          </a:p>
        </p:txBody>
      </p:sp>
      <p:sp>
        <p:nvSpPr>
          <p:cNvPr id="1692" name="TextBox 4"/>
          <p:cNvSpPr/>
          <p:nvPr/>
        </p:nvSpPr>
        <p:spPr>
          <a:xfrm>
            <a:off x="356400" y="1859400"/>
            <a:ext cx="4578120" cy="1918440"/>
          </a:xfrm>
          <a:prstGeom prst="rect">
            <a:avLst/>
          </a:prstGeom>
          <a:noFill/>
          <a:ln w="0">
            <a:solidFill>
              <a:srgbClr val="00857C"/>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228600">
              <a:lnSpc>
                <a:spcPct val="100000"/>
              </a:lnSpc>
            </a:pPr>
            <a:r>
              <a:rPr lang="en-GB" sz="2400" b="0" strike="noStrike" spc="-1">
                <a:solidFill>
                  <a:schemeClr val="dk1"/>
                </a:solidFill>
                <a:latin typeface="Invention Light"/>
              </a:rPr>
              <a:t>The</a:t>
            </a:r>
            <a:r>
              <a:rPr lang="en-GB" sz="2400" b="0" strike="noStrike" spc="-1">
                <a:solidFill>
                  <a:schemeClr val="dk1"/>
                </a:solidFill>
                <a:latin typeface="Invention"/>
              </a:rPr>
              <a:t> </a:t>
            </a:r>
            <a:r>
              <a:rPr lang="en-GB" sz="2400" b="1" strike="noStrike" spc="-1">
                <a:solidFill>
                  <a:schemeClr val="dk1"/>
                </a:solidFill>
                <a:latin typeface="Invention"/>
              </a:rPr>
              <a:t>mandatory</a:t>
            </a:r>
            <a:r>
              <a:rPr lang="en-GB" sz="2400" b="0" strike="noStrike" spc="-1">
                <a:solidFill>
                  <a:schemeClr val="dk1"/>
                </a:solidFill>
                <a:latin typeface="Invention"/>
              </a:rPr>
              <a:t> </a:t>
            </a:r>
            <a:r>
              <a:rPr lang="en-GB" sz="2400" b="0" strike="noStrike" spc="-1">
                <a:solidFill>
                  <a:schemeClr val="dk1"/>
                </a:solidFill>
                <a:latin typeface="Invention Light"/>
              </a:rPr>
              <a:t>requirement of </a:t>
            </a:r>
            <a:r>
              <a:rPr lang="en-GB" sz="2400" b="1" strike="noStrike" spc="-1">
                <a:solidFill>
                  <a:schemeClr val="dk1"/>
                </a:solidFill>
                <a:latin typeface="Invention"/>
              </a:rPr>
              <a:t>centralised clinical assessment </a:t>
            </a:r>
            <a:r>
              <a:rPr lang="en-GB" sz="2400" b="0" strike="noStrike" spc="-1">
                <a:solidFill>
                  <a:schemeClr val="dk1"/>
                </a:solidFill>
                <a:latin typeface="Invention Light"/>
              </a:rPr>
              <a:t>for patient access of new health technologies to MS of the EU</a:t>
            </a:r>
            <a:endParaRPr lang="en-US" sz="2400" b="0" strike="noStrike" spc="-1">
              <a:solidFill>
                <a:srgbClr val="000000"/>
              </a:solidFill>
              <a:latin typeface="Arial"/>
            </a:endParaRPr>
          </a:p>
        </p:txBody>
      </p:sp>
      <p:sp>
        <p:nvSpPr>
          <p:cNvPr id="3" name="PlaceHolder 2"/>
          <p:cNvSpPr>
            <a:spLocks noGrp="1"/>
          </p:cNvSpPr>
          <p:nvPr>
            <p:ph type="sldNum" idx="270"/>
          </p:nvPr>
        </p:nvSpPr>
        <p:spPr/>
        <p:txBody>
          <a:bodyPr/>
          <a:lstStyle/>
          <a:p>
            <a:fld id="{6A6620E7-06EA-477A-A570-BE30C82070F8}" type="slidenum">
              <a:t>3</a:t>
            </a:fld>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3" name="PlaceHolder 1"/>
          <p:cNvSpPr>
            <a:spLocks noGrp="1"/>
          </p:cNvSpPr>
          <p:nvPr>
            <p:ph type="title"/>
          </p:nvPr>
        </p:nvSpPr>
        <p:spPr>
          <a:xfrm>
            <a:off x="378000" y="378000"/>
            <a:ext cx="1168596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Subpopulations – the ‘P’ of the PICO</a:t>
            </a:r>
            <a:endParaRPr lang="en-US" sz="2750" b="0" strike="noStrike" spc="-1">
              <a:solidFill>
                <a:schemeClr val="dk1"/>
              </a:solidFill>
              <a:latin typeface="Invention"/>
            </a:endParaRPr>
          </a:p>
        </p:txBody>
      </p:sp>
      <p:sp>
        <p:nvSpPr>
          <p:cNvPr id="1694" name="PlaceHolder 2"/>
          <p:cNvSpPr>
            <a:spLocks noGrp="1"/>
          </p:cNvSpPr>
          <p:nvPr>
            <p:ph/>
          </p:nvPr>
        </p:nvSpPr>
        <p:spPr>
          <a:xfrm>
            <a:off x="208080" y="1600200"/>
            <a:ext cx="11256120" cy="4483080"/>
          </a:xfrm>
          <a:prstGeom prst="rect">
            <a:avLst/>
          </a:prstGeom>
          <a:noFill/>
          <a:ln w="0">
            <a:solidFill>
              <a:schemeClr val="accent1"/>
            </a:solidFill>
          </a:ln>
        </p:spPr>
        <p:txBody>
          <a:bodyPr lIns="0" tIns="0" rIns="0" bIns="0" anchor="t">
            <a:noAutofit/>
          </a:bodyPr>
          <a:lstStyle/>
          <a:p>
            <a:pPr marL="343080"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Target approval population(s)</a:t>
            </a:r>
          </a:p>
          <a:p>
            <a:pPr marL="451080" lvl="1"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May be defined by baseline characteristic(s), disease characteristic(s), biomarker(s),…</a:t>
            </a:r>
          </a:p>
          <a:p>
            <a:pPr marL="343080"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Sponsors required to provide full analysis &amp; reporting package for efficacy, PROs, safety</a:t>
            </a:r>
          </a:p>
          <a:p>
            <a:pPr marL="343080" lvl="1"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Conceptually subpopulations </a:t>
            </a:r>
            <a:r>
              <a:rPr lang="en-US" sz="2400" b="0" strike="noStrike" spc="-1">
                <a:solidFill>
                  <a:schemeClr val="accent4"/>
                </a:solidFill>
                <a:latin typeface="Times New Roman"/>
              </a:rPr>
              <a:t>≠ </a:t>
            </a:r>
            <a:r>
              <a:rPr lang="en-US" sz="2400" b="0" strike="noStrike" spc="-1">
                <a:solidFill>
                  <a:schemeClr val="accent4"/>
                </a:solidFill>
                <a:latin typeface="Invention"/>
              </a:rPr>
              <a:t>subgroups</a:t>
            </a:r>
          </a:p>
          <a:p>
            <a:pPr marL="451080" lvl="1" indent="-343080" defTabSz="914400">
              <a:lnSpc>
                <a:spcPct val="100000"/>
              </a:lnSpc>
              <a:spcAft>
                <a:spcPts val="1599"/>
              </a:spcAft>
              <a:buClr>
                <a:srgbClr val="0C2340"/>
              </a:buClr>
              <a:buFont typeface="Arial"/>
              <a:buChar char="•"/>
            </a:pPr>
            <a:r>
              <a:rPr lang="en-US" sz="2400" b="0" i="1" strike="noStrike" spc="-1">
                <a:solidFill>
                  <a:schemeClr val="accent4"/>
                </a:solidFill>
                <a:latin typeface="Invention"/>
              </a:rPr>
              <a:t>Also need to provide subgroups within sub-populations</a:t>
            </a:r>
            <a:endParaRPr lang="en-US" sz="2400" b="0" strike="noStrike" spc="-1">
              <a:solidFill>
                <a:schemeClr val="accent4"/>
              </a:solidFill>
              <a:latin typeface="Invention"/>
            </a:endParaRPr>
          </a:p>
        </p:txBody>
      </p:sp>
      <p:sp>
        <p:nvSpPr>
          <p:cNvPr id="4" name="PlaceHolder 3"/>
          <p:cNvSpPr>
            <a:spLocks noGrp="1"/>
          </p:cNvSpPr>
          <p:nvPr>
            <p:ph type="sldNum" idx="150"/>
          </p:nvPr>
        </p:nvSpPr>
        <p:spPr/>
        <p:txBody>
          <a:bodyPr/>
          <a:lstStyle/>
          <a:p>
            <a:fld id="{C658B1CF-DBF3-45DF-BE30-AD81938B71DA}" type="slidenum">
              <a:t>4</a:t>
            </a:fld>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5"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Small subpopulations - Context, Issue and Motivation</a:t>
            </a:r>
            <a:endParaRPr lang="en-US" sz="2750" b="0" strike="noStrike" spc="-1">
              <a:solidFill>
                <a:schemeClr val="dk1"/>
              </a:solidFill>
              <a:latin typeface="Invention"/>
            </a:endParaRPr>
          </a:p>
        </p:txBody>
      </p:sp>
      <p:sp>
        <p:nvSpPr>
          <p:cNvPr id="1696"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marL="343080"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What happens when we have to address a ‘small’ subpopulation?</a:t>
            </a:r>
          </a:p>
          <a:p>
            <a:pPr marL="343080"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When it comes to statistical analyses, can we ‘</a:t>
            </a:r>
            <a:r>
              <a:rPr lang="en-US" sz="2400" b="1" strike="noStrike" spc="-1">
                <a:solidFill>
                  <a:schemeClr val="accent4"/>
                </a:solidFill>
                <a:latin typeface="Invention"/>
              </a:rPr>
              <a:t>just say no</a:t>
            </a:r>
            <a:r>
              <a:rPr lang="en-US" sz="2400" b="0" strike="noStrike" spc="-1">
                <a:solidFill>
                  <a:schemeClr val="accent4"/>
                </a:solidFill>
                <a:latin typeface="Invention"/>
              </a:rPr>
              <a:t>’?</a:t>
            </a:r>
          </a:p>
          <a:p>
            <a:pPr marL="451080" lvl="1"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Do we have any statistical grounds to push back – i.e. not analyse, instead provide descriptive summaries?</a:t>
            </a:r>
          </a:p>
          <a:p>
            <a:pPr marL="343080"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Is it realistic to have a consistent, accepted approach within an organisation?</a:t>
            </a:r>
          </a:p>
          <a:p>
            <a:pPr marL="451080" lvl="1" indent="-343080" defTabSz="914400">
              <a:lnSpc>
                <a:spcPct val="100000"/>
              </a:lnSpc>
              <a:spcAft>
                <a:spcPts val="1599"/>
              </a:spcAft>
              <a:buClr>
                <a:srgbClr val="0C2340"/>
              </a:buClr>
              <a:buFont typeface="Arial"/>
              <a:buChar char="•"/>
            </a:pPr>
            <a:r>
              <a:rPr lang="en-US" sz="2400" b="0" strike="noStrike" spc="-1">
                <a:solidFill>
                  <a:schemeClr val="accent4"/>
                </a:solidFill>
                <a:latin typeface="Invention"/>
              </a:rPr>
              <a:t>Across organisations?</a:t>
            </a:r>
          </a:p>
          <a:p>
            <a:pPr indent="0" defTabSz="914400">
              <a:lnSpc>
                <a:spcPct val="100000"/>
              </a:lnSpc>
              <a:spcAft>
                <a:spcPts val="1599"/>
              </a:spcAft>
              <a:buNone/>
            </a:pPr>
            <a:endParaRPr lang="en-US" sz="2400" b="0" strike="noStrike" spc="-1">
              <a:solidFill>
                <a:schemeClr val="accent4"/>
              </a:solidFill>
              <a:latin typeface="Invention"/>
            </a:endParaRPr>
          </a:p>
        </p:txBody>
      </p:sp>
      <p:sp>
        <p:nvSpPr>
          <p:cNvPr id="4" name="PlaceHolder 3"/>
          <p:cNvSpPr>
            <a:spLocks noGrp="1"/>
          </p:cNvSpPr>
          <p:nvPr>
            <p:ph type="sldNum" idx="174"/>
          </p:nvPr>
        </p:nvSpPr>
        <p:spPr/>
        <p:txBody>
          <a:bodyPr/>
          <a:lstStyle/>
          <a:p>
            <a:fld id="{BCB230F5-3B2A-42B7-AAFB-F4FD21000FC0}" type="slidenum">
              <a:rPr/>
              <a:t>5</a:t>
            </a:fld>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7" name="PlaceHolder 1"/>
          <p:cNvSpPr>
            <a:spLocks noGrp="1"/>
          </p:cNvSpPr>
          <p:nvPr>
            <p:ph type="title"/>
          </p:nvPr>
        </p:nvSpPr>
        <p:spPr>
          <a:xfrm>
            <a:off x="378000" y="378000"/>
            <a:ext cx="114361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Little literature or guidance on small sub-populations</a:t>
            </a:r>
            <a:endParaRPr lang="en-US" sz="2750" b="0" strike="noStrike" spc="-1">
              <a:solidFill>
                <a:schemeClr val="dk1"/>
              </a:solidFill>
              <a:latin typeface="Invention"/>
            </a:endParaRPr>
          </a:p>
        </p:txBody>
      </p:sp>
      <p:sp>
        <p:nvSpPr>
          <p:cNvPr id="1698" name="PlaceHolder 2"/>
          <p:cNvSpPr>
            <a:spLocks noGrp="1"/>
          </p:cNvSpPr>
          <p:nvPr>
            <p:ph/>
          </p:nvPr>
        </p:nvSpPr>
        <p:spPr>
          <a:xfrm>
            <a:off x="378000" y="1925640"/>
            <a:ext cx="11557440" cy="1073520"/>
          </a:xfrm>
          <a:prstGeom prst="rect">
            <a:avLst/>
          </a:prstGeom>
          <a:noFill/>
          <a:ln w="0">
            <a:solidFill>
              <a:schemeClr val="accent1"/>
            </a:solidFill>
          </a:ln>
        </p:spPr>
        <p:txBody>
          <a:bodyPr lIns="0" tIns="0" rIns="0" bIns="0" anchor="t">
            <a:noAutofit/>
          </a:bodyPr>
          <a:lstStyle/>
          <a:p>
            <a:pPr marL="171360" indent="-171360" defTabSz="914400">
              <a:lnSpc>
                <a:spcPct val="100000"/>
              </a:lnSpc>
              <a:spcAft>
                <a:spcPts val="1599"/>
              </a:spcAft>
              <a:buClr>
                <a:srgbClr val="000000"/>
              </a:buClr>
              <a:buFont typeface="Arial"/>
              <a:buChar char="•"/>
            </a:pPr>
            <a:r>
              <a:rPr lang="en-US" sz="2400" b="0" strike="noStrike" spc="-1">
                <a:solidFill>
                  <a:schemeClr val="dk1"/>
                </a:solidFill>
                <a:latin typeface="Invention"/>
              </a:rPr>
              <a:t>German IQWIG ‘80% rule’</a:t>
            </a:r>
            <a:endParaRPr lang="en-US" sz="2400" b="0" strike="noStrike" spc="-1">
              <a:solidFill>
                <a:schemeClr val="accent4"/>
              </a:solidFill>
              <a:latin typeface="Invention"/>
            </a:endParaRPr>
          </a:p>
          <a:p>
            <a:pPr marL="279360" lvl="1" indent="-171360" defTabSz="914400">
              <a:lnSpc>
                <a:spcPct val="100000"/>
              </a:lnSpc>
              <a:spcAft>
                <a:spcPts val="1599"/>
              </a:spcAft>
              <a:buClr>
                <a:srgbClr val="000000"/>
              </a:buClr>
              <a:buFont typeface="Arial"/>
              <a:buChar char="•"/>
            </a:pPr>
            <a:r>
              <a:rPr lang="en-US" sz="2000" b="0" strike="noStrike" spc="-1">
                <a:solidFill>
                  <a:schemeClr val="dk1"/>
                </a:solidFill>
                <a:latin typeface="Invention"/>
              </a:rPr>
              <a:t>(If sub-population is ≥80% of whole study population, can use the latter)</a:t>
            </a:r>
            <a:endParaRPr lang="en-US" sz="2000" b="0" strike="noStrike" spc="-1">
              <a:solidFill>
                <a:schemeClr val="accent4"/>
              </a:solidFill>
              <a:latin typeface="Invention"/>
            </a:endParaRPr>
          </a:p>
        </p:txBody>
      </p:sp>
      <p:sp>
        <p:nvSpPr>
          <p:cNvPr id="1699" name="PlaceHolder 3"/>
          <p:cNvSpPr>
            <a:spLocks noGrp="1"/>
          </p:cNvSpPr>
          <p:nvPr>
            <p:ph/>
          </p:nvPr>
        </p:nvSpPr>
        <p:spPr>
          <a:xfrm>
            <a:off x="378000" y="1339560"/>
            <a:ext cx="2615760" cy="448560"/>
          </a:xfrm>
          <a:prstGeom prst="rect">
            <a:avLst/>
          </a:prstGeom>
          <a:noFill/>
          <a:ln w="0">
            <a:noFill/>
          </a:ln>
        </p:spPr>
        <p:txBody>
          <a:bodyPr lIns="0" tIns="0" rIns="0" bIns="0" anchor="t">
            <a:noAutofit/>
          </a:bodyPr>
          <a:lstStyle/>
          <a:p>
            <a:pPr indent="0" defTabSz="914400">
              <a:lnSpc>
                <a:spcPct val="100000"/>
              </a:lnSpc>
              <a:spcAft>
                <a:spcPts val="1599"/>
              </a:spcAft>
              <a:buNone/>
              <a:tabLst>
                <a:tab pos="0" algn="l"/>
              </a:tabLst>
            </a:pPr>
            <a:r>
              <a:rPr lang="en-US" sz="2750" b="0" strike="noStrike" spc="-1">
                <a:solidFill>
                  <a:schemeClr val="accent4"/>
                </a:solidFill>
                <a:latin typeface="Invention Light"/>
              </a:rPr>
              <a:t>Guidelines</a:t>
            </a:r>
            <a:endParaRPr lang="en-US" sz="2750" b="0" strike="noStrike" spc="-1">
              <a:solidFill>
                <a:schemeClr val="accent4"/>
              </a:solidFill>
              <a:latin typeface="Invention"/>
            </a:endParaRPr>
          </a:p>
        </p:txBody>
      </p:sp>
      <p:sp>
        <p:nvSpPr>
          <p:cNvPr id="1700" name="TextBox 1"/>
          <p:cNvSpPr/>
          <p:nvPr/>
        </p:nvSpPr>
        <p:spPr>
          <a:xfrm>
            <a:off x="378000" y="3585240"/>
            <a:ext cx="11557440" cy="3110760"/>
          </a:xfrm>
          <a:prstGeom prst="rect">
            <a:avLst/>
          </a:prstGeom>
          <a:noFill/>
          <a:ln w="0">
            <a:solidFill>
              <a:srgbClr val="00857C"/>
            </a:solidFill>
          </a:ln>
        </p:spPr>
        <p:style>
          <a:lnRef idx="0">
            <a:scrgbClr r="0" g="0" b="0"/>
          </a:lnRef>
          <a:fillRef idx="0">
            <a:scrgbClr r="0" g="0" b="0"/>
          </a:fillRef>
          <a:effectRef idx="0">
            <a:scrgbClr r="0" g="0" b="0"/>
          </a:effectRef>
          <a:fontRef idx="minor"/>
        </p:style>
        <p:txBody>
          <a:bodyPr lIns="0" tIns="0" rIns="0" bIns="0" anchor="t">
            <a:noAutofit/>
          </a:bodyPr>
          <a:lstStyle/>
          <a:p>
            <a:pPr defTabSz="228600">
              <a:lnSpc>
                <a:spcPct val="100000"/>
              </a:lnSpc>
            </a:pPr>
            <a:r>
              <a:rPr lang="en-US" sz="1200" b="1" strike="noStrike" spc="-1">
                <a:solidFill>
                  <a:schemeClr val="dk1"/>
                </a:solidFill>
                <a:latin typeface="Invention"/>
              </a:rPr>
              <a:t>Citation:</a:t>
            </a:r>
            <a:r>
              <a:rPr lang="en-US" sz="1200" b="0" strike="noStrike" spc="-1">
                <a:solidFill>
                  <a:schemeClr val="dk1"/>
                </a:solidFill>
                <a:latin typeface="Invention"/>
              </a:rPr>
              <a:t> </a:t>
            </a:r>
            <a:r>
              <a:rPr lang="en-US" sz="1200" b="0" i="1" strike="noStrike" spc="-1">
                <a:solidFill>
                  <a:schemeClr val="dk1"/>
                </a:solidFill>
                <a:latin typeface="Invention"/>
              </a:rPr>
              <a:t>Brookes, S.T., Whitley, E., Peters, T.J., Mulheran, P.A., Egger, M., &amp; Davey Smith, G. (2001). Subgroup analyses in randomised controlled trials: quantifying the risks of false-positives and false-negatives. Health Technology Assessment, 5(33), 1–56. </a:t>
            </a:r>
            <a:endParaRPr lang="en-US" sz="1200" b="0" strike="noStrike" spc="-1">
              <a:solidFill>
                <a:srgbClr val="000000"/>
              </a:solidFill>
              <a:latin typeface="Arial"/>
            </a:endParaRPr>
          </a:p>
          <a:p>
            <a:pPr defTabSz="228600">
              <a:lnSpc>
                <a:spcPct val="100000"/>
              </a:lnSpc>
            </a:pPr>
            <a:r>
              <a:rPr lang="en-US" sz="1200" b="1" strike="noStrike" spc="-1">
                <a:solidFill>
                  <a:schemeClr val="dk1"/>
                </a:solidFill>
                <a:latin typeface="Invention"/>
              </a:rPr>
              <a:t>Key Findings:</a:t>
            </a:r>
            <a:r>
              <a:rPr lang="en-US" sz="1200" b="0" strike="noStrike" spc="-1">
                <a:solidFill>
                  <a:schemeClr val="dk1"/>
                </a:solidFill>
                <a:latin typeface="Invention"/>
              </a:rPr>
              <a:t> This foundational HTA-focused paper demonstrated through simulation that subgroup analyses in RCTs carry a high risk of false-positives when sample sizes are small, especially when multiple subgroups are examined. The authors showed that underpowered subgroup analyses can produce spurious treatment heterogeneity and that the risks increase sharply as subgroup sample size decreases. The paper called for pre-specification and formal interaction testing as minimum standards.</a:t>
            </a:r>
            <a:endParaRPr lang="en-US" sz="1200" b="0" strike="noStrike" spc="-1">
              <a:solidFill>
                <a:srgbClr val="000000"/>
              </a:solidFill>
              <a:latin typeface="Arial"/>
            </a:endParaRPr>
          </a:p>
          <a:p>
            <a:pPr defTabSz="228600">
              <a:lnSpc>
                <a:spcPct val="100000"/>
              </a:lnSpc>
            </a:pPr>
            <a:r>
              <a:rPr lang="en-US" sz="1200" b="0" strike="noStrike" spc="-1">
                <a:solidFill>
                  <a:schemeClr val="dk1"/>
                </a:solidFill>
                <a:latin typeface="Invention"/>
              </a:rPr>
              <a:t> </a:t>
            </a:r>
            <a:endParaRPr lang="en-US" sz="1200" b="0" strike="noStrike" spc="-1">
              <a:solidFill>
                <a:srgbClr val="000000"/>
              </a:solidFill>
              <a:latin typeface="Arial"/>
            </a:endParaRPr>
          </a:p>
          <a:p>
            <a:pPr defTabSz="228600">
              <a:lnSpc>
                <a:spcPct val="100000"/>
              </a:lnSpc>
            </a:pPr>
            <a:r>
              <a:rPr lang="en-US" sz="1200" b="1" strike="noStrike" spc="-1">
                <a:solidFill>
                  <a:schemeClr val="dk1"/>
                </a:solidFill>
                <a:latin typeface="Invention"/>
              </a:rPr>
              <a:t>Citation:</a:t>
            </a:r>
            <a:r>
              <a:rPr lang="en-US" sz="1200" b="0" strike="noStrike" spc="-1">
                <a:solidFill>
                  <a:schemeClr val="dk1"/>
                </a:solidFill>
                <a:latin typeface="Invention"/>
              </a:rPr>
              <a:t> </a:t>
            </a:r>
            <a:r>
              <a:rPr lang="en-US" sz="1200" b="0" i="1" strike="noStrike" spc="-1">
                <a:solidFill>
                  <a:schemeClr val="dk1"/>
                </a:solidFill>
                <a:latin typeface="Invention"/>
              </a:rPr>
              <a:t>Beca, J., Perampaladas, K., Goeree, R., &amp; Xie, F. (2021). Impact of limited sample size and follow-up on single event survival extrapolation for health technology assessment: a simulation study. BMC Medical Research Methodology, 21, 282.  </a:t>
            </a:r>
            <a:endParaRPr lang="en-US" sz="1200" b="0" strike="noStrike" spc="-1">
              <a:solidFill>
                <a:srgbClr val="000000"/>
              </a:solidFill>
              <a:latin typeface="Arial"/>
            </a:endParaRPr>
          </a:p>
          <a:p>
            <a:pPr defTabSz="228600">
              <a:lnSpc>
                <a:spcPct val="100000"/>
              </a:lnSpc>
            </a:pPr>
            <a:r>
              <a:rPr lang="en-US" sz="1200" b="1" strike="noStrike" spc="-1">
                <a:solidFill>
                  <a:schemeClr val="dk1"/>
                </a:solidFill>
                <a:latin typeface="Invention"/>
              </a:rPr>
              <a:t>Key Findings:</a:t>
            </a:r>
            <a:r>
              <a:rPr lang="en-US" sz="1200" b="0" strike="noStrike" spc="-1">
                <a:solidFill>
                  <a:schemeClr val="dk1"/>
                </a:solidFill>
                <a:latin typeface="Invention"/>
              </a:rPr>
              <a:t> Simulation study directly addressing HTA survival analysis in small samples. Simulated populations of 50,000 with exponential hazard rates; drew samples of 30–500 patients across 5,000 repetitions and fitted six parametric distributions. Demonstrated that small samples produce large estimation errors and that CI uncertainty may be severely underestimated, with significant implications for HTA decision modelling. CI coverage was poor when sample sizes were small.</a:t>
            </a:r>
            <a:endParaRPr lang="en-US" sz="1200" b="0" strike="noStrike" spc="-1">
              <a:solidFill>
                <a:srgbClr val="000000"/>
              </a:solidFill>
              <a:latin typeface="Arial"/>
            </a:endParaRPr>
          </a:p>
          <a:p>
            <a:pPr defTabSz="228600">
              <a:lnSpc>
                <a:spcPct val="100000"/>
              </a:lnSpc>
            </a:pPr>
            <a:endParaRPr lang="en-US" sz="1200" b="0" strike="noStrike" spc="-1">
              <a:solidFill>
                <a:srgbClr val="000000"/>
              </a:solidFill>
              <a:latin typeface="Arial"/>
            </a:endParaRPr>
          </a:p>
          <a:p>
            <a:pPr defTabSz="228600">
              <a:lnSpc>
                <a:spcPct val="100000"/>
              </a:lnSpc>
            </a:pPr>
            <a:r>
              <a:rPr lang="en-US" sz="1200" b="1" strike="noStrike" spc="-1">
                <a:solidFill>
                  <a:schemeClr val="dk1"/>
                </a:solidFill>
                <a:latin typeface="Invention"/>
              </a:rPr>
              <a:t>Citation:</a:t>
            </a:r>
            <a:r>
              <a:rPr lang="en-US" sz="1200" b="0" strike="noStrike" spc="-1">
                <a:solidFill>
                  <a:schemeClr val="dk1"/>
                </a:solidFill>
                <a:latin typeface="Invention"/>
              </a:rPr>
              <a:t> </a:t>
            </a:r>
            <a:r>
              <a:rPr lang="en-US" sz="1200" b="0" i="1" strike="noStrike" spc="-1">
                <a:solidFill>
                  <a:schemeClr val="dk1"/>
                </a:solidFill>
                <a:latin typeface="Invention"/>
              </a:rPr>
              <a:t>Murray, T.A., Thall, P.F., Yuan, Y., McAvoy, S., &amp; Gomez, D.R. (2017). Robust treatment comparison based on utilities of semi-competing risks in non-small-cell lung cancer. Journal of the American Statistical Association, 112(517), 11–23. </a:t>
            </a:r>
            <a:endParaRPr lang="en-US" sz="1200" b="0" strike="noStrike" spc="-1">
              <a:solidFill>
                <a:srgbClr val="000000"/>
              </a:solidFill>
              <a:latin typeface="Arial"/>
            </a:endParaRPr>
          </a:p>
          <a:p>
            <a:pPr defTabSz="228600">
              <a:lnSpc>
                <a:spcPct val="100000"/>
              </a:lnSpc>
            </a:pPr>
            <a:r>
              <a:rPr lang="en-US" sz="1200" b="1" strike="noStrike" spc="-1">
                <a:solidFill>
                  <a:schemeClr val="dk1"/>
                </a:solidFill>
                <a:latin typeface="Invention"/>
              </a:rPr>
              <a:t>Key Findings:</a:t>
            </a:r>
            <a:r>
              <a:rPr lang="en-US" sz="1200" b="0" strike="noStrike" spc="-1">
                <a:solidFill>
                  <a:schemeClr val="dk1"/>
                </a:solidFill>
                <a:latin typeface="Invention"/>
              </a:rPr>
              <a:t> Simulation-based evaluation of estimation variability in small oncology trial samples, demonstrating that point estimates and CI limits are highly unstable when N is small in survival endpoints. Highlights the importance of quantifying this instability through Monte Carlo methods.</a:t>
            </a:r>
            <a:endParaRPr lang="en-US" sz="1200" b="0" strike="noStrike" spc="-1">
              <a:solidFill>
                <a:srgbClr val="000000"/>
              </a:solidFill>
              <a:latin typeface="Arial"/>
            </a:endParaRPr>
          </a:p>
        </p:txBody>
      </p:sp>
      <p:sp>
        <p:nvSpPr>
          <p:cNvPr id="1701" name="Content Placeholder 11"/>
          <p:cNvSpPr/>
          <p:nvPr/>
        </p:nvSpPr>
        <p:spPr>
          <a:xfrm>
            <a:off x="378000" y="3178440"/>
            <a:ext cx="4678560" cy="44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1599"/>
              </a:spcAft>
              <a:tabLst>
                <a:tab pos="0" algn="l"/>
              </a:tabLst>
            </a:pPr>
            <a:r>
              <a:rPr lang="en-US" sz="2750" b="0" strike="noStrike" spc="-1">
                <a:solidFill>
                  <a:schemeClr val="accent4"/>
                </a:solidFill>
                <a:latin typeface="Invention Light"/>
              </a:rPr>
              <a:t>Literature Review Results</a:t>
            </a:r>
            <a:endParaRPr lang="en-US" sz="2750" b="0" strike="noStrike" spc="-1">
              <a:solidFill>
                <a:srgbClr val="000000"/>
              </a:solidFill>
              <a:latin typeface="Arial"/>
            </a:endParaRPr>
          </a:p>
        </p:txBody>
      </p:sp>
      <p:sp>
        <p:nvSpPr>
          <p:cNvPr id="5" name="PlaceHolder 4"/>
          <p:cNvSpPr>
            <a:spLocks noGrp="1"/>
          </p:cNvSpPr>
          <p:nvPr>
            <p:ph type="sldNum" idx="150"/>
          </p:nvPr>
        </p:nvSpPr>
        <p:spPr/>
        <p:txBody>
          <a:bodyPr/>
          <a:lstStyle/>
          <a:p>
            <a:fld id="{EDF4459B-8D3C-48F1-BBB9-F3A6B5A53FA3}" type="slidenum">
              <a:rPr/>
              <a:t>6</a:t>
            </a:fld>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So what?</a:t>
            </a:r>
            <a:endParaRPr lang="en-US" sz="2750" b="0" strike="noStrike" spc="-1">
              <a:solidFill>
                <a:schemeClr val="dk1"/>
              </a:solidFill>
              <a:latin typeface="Invention"/>
            </a:endParaRPr>
          </a:p>
        </p:txBody>
      </p:sp>
      <p:sp>
        <p:nvSpPr>
          <p:cNvPr id="1715" name="PlaceHolder 2"/>
          <p:cNvSpPr>
            <a:spLocks noGrp="1"/>
          </p:cNvSpPr>
          <p:nvPr>
            <p:ph/>
          </p:nvPr>
        </p:nvSpPr>
        <p:spPr>
          <a:xfrm>
            <a:off x="374760" y="1371600"/>
            <a:ext cx="11438640" cy="4452840"/>
          </a:xfrm>
          <a:prstGeom prst="rect">
            <a:avLst/>
          </a:prstGeom>
          <a:noFill/>
          <a:ln w="0">
            <a:noFill/>
          </a:ln>
        </p:spPr>
        <p:txBody>
          <a:bodyPr lIns="0" tIns="45720" rIns="0" bIns="0" anchor="t">
            <a:noAutofit/>
          </a:bodyPr>
          <a:lstStyle/>
          <a:p>
            <a:pPr marL="285840" indent="-285840" defTabSz="914400">
              <a:lnSpc>
                <a:spcPct val="95000"/>
              </a:lnSpc>
              <a:spcAft>
                <a:spcPts val="601"/>
              </a:spcAft>
              <a:buClr>
                <a:srgbClr val="0C2340"/>
              </a:buClr>
              <a:buFont typeface="Arial"/>
              <a:buChar char="•"/>
            </a:pPr>
            <a:r>
              <a:rPr lang="en-US" sz="1800" b="0" strike="noStrike" spc="-1">
                <a:solidFill>
                  <a:schemeClr val="accent4"/>
                </a:solidFill>
                <a:latin typeface="Invention"/>
              </a:rPr>
              <a:t>Well Dave… </a:t>
            </a:r>
          </a:p>
        </p:txBody>
      </p:sp>
      <p:sp>
        <p:nvSpPr>
          <p:cNvPr id="4" name="PlaceHolder 3"/>
          <p:cNvSpPr>
            <a:spLocks noGrp="1"/>
          </p:cNvSpPr>
          <p:nvPr>
            <p:ph type="sldNum" idx="267"/>
          </p:nvPr>
        </p:nvSpPr>
        <p:spPr/>
        <p:txBody>
          <a:bodyPr/>
          <a:lstStyle/>
          <a:p>
            <a:fld id="{00059388-D25D-4F8D-AEC9-9850C1CB778B}" type="slidenum">
              <a:t>13</a:t>
            </a:fld>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6"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Some considerations and limitations of our work on handling small PICOs</a:t>
            </a:r>
            <a:endParaRPr lang="en-US" sz="2750" b="0" strike="noStrike" spc="-1">
              <a:solidFill>
                <a:schemeClr val="dk1"/>
              </a:solidFill>
              <a:latin typeface="Invention"/>
            </a:endParaRPr>
          </a:p>
        </p:txBody>
      </p:sp>
      <p:sp>
        <p:nvSpPr>
          <p:cNvPr id="1717" name="PlaceHolder 2"/>
          <p:cNvSpPr>
            <a:spLocks noGrp="1"/>
          </p:cNvSpPr>
          <p:nvPr>
            <p:ph/>
          </p:nvPr>
        </p:nvSpPr>
        <p:spPr>
          <a:xfrm>
            <a:off x="374760" y="1371600"/>
            <a:ext cx="11438640" cy="5108040"/>
          </a:xfrm>
          <a:prstGeom prst="rect">
            <a:avLst/>
          </a:prstGeom>
          <a:noFill/>
          <a:ln w="0">
            <a:noFill/>
          </a:ln>
        </p:spPr>
        <p:txBody>
          <a:bodyPr lIns="0" tIns="45720" rIns="0" bIns="0" anchor="t">
            <a:noAutofit/>
          </a:bodyPr>
          <a:lstStyle/>
          <a:p>
            <a:pPr marL="285840" indent="-285840" defTabSz="914400">
              <a:lnSpc>
                <a:spcPct val="95000"/>
              </a:lnSpc>
              <a:spcAft>
                <a:spcPts val="601"/>
              </a:spcAft>
              <a:buClr>
                <a:srgbClr val="0C2340"/>
              </a:buClr>
              <a:buFont typeface="Arial"/>
              <a:buChar char="•"/>
            </a:pPr>
            <a:r>
              <a:rPr lang="en-US" sz="2400" b="0" strike="noStrike" spc="-1">
                <a:solidFill>
                  <a:schemeClr val="accent4"/>
                </a:solidFill>
                <a:latin typeface="Invention"/>
              </a:rPr>
              <a:t>Any guidance around ‘how small is too small to analyse?’ is inherently arbitrary</a:t>
            </a:r>
          </a:p>
          <a:p>
            <a:pPr marL="285840" indent="-285840" defTabSz="914400">
              <a:lnSpc>
                <a:spcPct val="95000"/>
              </a:lnSpc>
              <a:spcAft>
                <a:spcPts val="601"/>
              </a:spcAft>
              <a:buClr>
                <a:srgbClr val="0C2340"/>
              </a:buClr>
              <a:buFont typeface="Arial"/>
              <a:buChar char="•"/>
            </a:pPr>
            <a:r>
              <a:rPr lang="en-US" sz="2400" b="0" i="1" strike="noStrike" spc="-1">
                <a:solidFill>
                  <a:schemeClr val="accent4"/>
                </a:solidFill>
                <a:latin typeface="Invention"/>
              </a:rPr>
              <a:t>We chose a particular approach &amp; provide some statistical justification</a:t>
            </a:r>
            <a:endParaRPr lang="en-US" sz="2400" b="0" strike="noStrike" spc="-1">
              <a:solidFill>
                <a:schemeClr val="accent4"/>
              </a:solidFill>
              <a:latin typeface="Invention"/>
            </a:endParaRPr>
          </a:p>
          <a:p>
            <a:pPr marL="285840" indent="-285840" defTabSz="914400">
              <a:lnSpc>
                <a:spcPct val="95000"/>
              </a:lnSpc>
              <a:spcAft>
                <a:spcPts val="601"/>
              </a:spcAft>
              <a:buClr>
                <a:srgbClr val="0C2340"/>
              </a:buClr>
              <a:buFont typeface="Arial"/>
              <a:buChar char="•"/>
            </a:pPr>
            <a:r>
              <a:rPr lang="en-US" sz="2400" b="0" strike="noStrike" spc="-1">
                <a:solidFill>
                  <a:schemeClr val="accent4"/>
                </a:solidFill>
                <a:latin typeface="Invention"/>
              </a:rPr>
              <a:t>We focus on upper bounds of 95% Cis</a:t>
            </a:r>
          </a:p>
          <a:p>
            <a:pPr marL="393840" lvl="1" indent="-285840" defTabSz="914400">
              <a:lnSpc>
                <a:spcPct val="95000"/>
              </a:lnSpc>
              <a:spcAft>
                <a:spcPts val="601"/>
              </a:spcAft>
              <a:buClr>
                <a:srgbClr val="0C2340"/>
              </a:buClr>
              <a:buFont typeface="Arial"/>
              <a:buChar char="•"/>
            </a:pPr>
            <a:r>
              <a:rPr lang="en-US" sz="2200" b="0" strike="noStrike" spc="-1">
                <a:solidFill>
                  <a:schemeClr val="accent4"/>
                </a:solidFill>
                <a:latin typeface="Invention"/>
              </a:rPr>
              <a:t>Quantify risk of large upper bounds suggesting concern, despite real benefit </a:t>
            </a:r>
          </a:p>
          <a:p>
            <a:pPr marL="343080" indent="-343080" defTabSz="914400">
              <a:lnSpc>
                <a:spcPct val="95000"/>
              </a:lnSpc>
              <a:spcAft>
                <a:spcPts val="601"/>
              </a:spcAft>
              <a:buClr>
                <a:srgbClr val="0C2340"/>
              </a:buClr>
              <a:buFont typeface="Arial"/>
              <a:buChar char="•"/>
            </a:pPr>
            <a:r>
              <a:rPr lang="en-US" sz="2400" b="0" i="1" strike="noStrike" spc="-1">
                <a:solidFill>
                  <a:schemeClr val="accent4"/>
                </a:solidFill>
                <a:latin typeface="Invention"/>
              </a:rPr>
              <a:t>Simulation code (created by Larry Leon) available on GitHub</a:t>
            </a:r>
            <a:endParaRPr lang="en-US" sz="2400" b="0" strike="noStrike" spc="-1">
              <a:solidFill>
                <a:schemeClr val="accent4"/>
              </a:solidFill>
              <a:latin typeface="Invention"/>
            </a:endParaRPr>
          </a:p>
          <a:p>
            <a:pPr marL="343080" indent="-343080" defTabSz="914400">
              <a:lnSpc>
                <a:spcPct val="95000"/>
              </a:lnSpc>
              <a:spcAft>
                <a:spcPts val="601"/>
              </a:spcAft>
              <a:buClr>
                <a:srgbClr val="0C2340"/>
              </a:buClr>
              <a:buFont typeface="Arial"/>
              <a:buChar char="•"/>
            </a:pPr>
            <a:r>
              <a:rPr lang="en-US" sz="2400" b="0" strike="noStrike" spc="-1">
                <a:solidFill>
                  <a:schemeClr val="accent4"/>
                </a:solidFill>
                <a:latin typeface="Invention"/>
              </a:rPr>
              <a:t>Balance statistical rigour vs. being competitive</a:t>
            </a:r>
          </a:p>
          <a:p>
            <a:pPr marL="451080" lvl="1" indent="-343080" defTabSz="914400">
              <a:lnSpc>
                <a:spcPct val="95000"/>
              </a:lnSpc>
              <a:spcAft>
                <a:spcPts val="601"/>
              </a:spcAft>
              <a:buClr>
                <a:srgbClr val="0C2340"/>
              </a:buClr>
              <a:buFont typeface="Arial"/>
              <a:buChar char="•"/>
            </a:pPr>
            <a:r>
              <a:rPr lang="en-US" sz="2200" b="0" strike="noStrike" spc="-1">
                <a:solidFill>
                  <a:schemeClr val="accent4"/>
                </a:solidFill>
                <a:latin typeface="Invention"/>
              </a:rPr>
              <a:t>We still want to seek approvals, what are other sponsors doing?</a:t>
            </a:r>
          </a:p>
          <a:p>
            <a:pPr marL="343080" indent="-343080" defTabSz="914400">
              <a:lnSpc>
                <a:spcPct val="95000"/>
              </a:lnSpc>
              <a:spcAft>
                <a:spcPts val="601"/>
              </a:spcAft>
              <a:buClr>
                <a:srgbClr val="0C2340"/>
              </a:buClr>
              <a:buFont typeface="Arial"/>
              <a:buChar char="•"/>
            </a:pPr>
            <a:r>
              <a:rPr lang="en-US" sz="2400" b="0" i="1" strike="noStrike" spc="-1">
                <a:solidFill>
                  <a:schemeClr val="accent4"/>
                </a:solidFill>
                <a:latin typeface="Invention"/>
              </a:rPr>
              <a:t>Future work includes:</a:t>
            </a:r>
            <a:endParaRPr lang="en-US" sz="2400" b="0" strike="noStrike" spc="-1">
              <a:solidFill>
                <a:schemeClr val="accent4"/>
              </a:solidFill>
              <a:latin typeface="Invention"/>
            </a:endParaRPr>
          </a:p>
          <a:p>
            <a:pPr marL="451080" lvl="1" indent="-343080" defTabSz="914400">
              <a:lnSpc>
                <a:spcPct val="95000"/>
              </a:lnSpc>
              <a:spcAft>
                <a:spcPts val="601"/>
              </a:spcAft>
              <a:buClr>
                <a:srgbClr val="0C2340"/>
              </a:buClr>
              <a:buFont typeface="Arial"/>
              <a:buChar char="•"/>
            </a:pPr>
            <a:r>
              <a:rPr lang="en-US" sz="2200" b="0" i="1" strike="noStrike" spc="-1">
                <a:solidFill>
                  <a:schemeClr val="accent4"/>
                </a:solidFill>
                <a:latin typeface="Invention"/>
              </a:rPr>
              <a:t>How to handle AE SOCs and PTs</a:t>
            </a:r>
            <a:endParaRPr lang="en-US" sz="2200" b="0" strike="noStrike" spc="-1">
              <a:solidFill>
                <a:schemeClr val="accent4"/>
              </a:solidFill>
              <a:latin typeface="Invention"/>
            </a:endParaRPr>
          </a:p>
          <a:p>
            <a:pPr marL="451080" lvl="1" indent="-343080" defTabSz="914400">
              <a:lnSpc>
                <a:spcPct val="95000"/>
              </a:lnSpc>
              <a:spcAft>
                <a:spcPts val="601"/>
              </a:spcAft>
              <a:buClr>
                <a:srgbClr val="0C2340"/>
              </a:buClr>
              <a:buFont typeface="Arial"/>
              <a:buChar char="•"/>
            </a:pPr>
            <a:r>
              <a:rPr lang="en-US" sz="2200" b="0" i="1" strike="noStrike" spc="-1">
                <a:solidFill>
                  <a:schemeClr val="accent4"/>
                </a:solidFill>
                <a:latin typeface="Invention"/>
              </a:rPr>
              <a:t>Guidance for small indirect treatment comparisons PICOs</a:t>
            </a:r>
            <a:endParaRPr lang="en-US" sz="2200" b="0" strike="noStrike" spc="-1">
              <a:solidFill>
                <a:schemeClr val="accent4"/>
              </a:solidFill>
              <a:latin typeface="Invention"/>
            </a:endParaRPr>
          </a:p>
        </p:txBody>
      </p:sp>
      <p:sp>
        <p:nvSpPr>
          <p:cNvPr id="4" name="PlaceHolder 3"/>
          <p:cNvSpPr>
            <a:spLocks noGrp="1"/>
          </p:cNvSpPr>
          <p:nvPr>
            <p:ph type="sldNum" idx="267"/>
          </p:nvPr>
        </p:nvSpPr>
        <p:spPr/>
        <p:txBody>
          <a:bodyPr/>
          <a:lstStyle/>
          <a:p>
            <a:fld id="{6BD28A5B-2F60-4CFB-946A-995784AF7400}" type="slidenum">
              <a:t>14</a:t>
            </a:fld>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8" name="PlaceHolder 1"/>
          <p:cNvSpPr>
            <a:spLocks noGrp="1"/>
          </p:cNvSpPr>
          <p:nvPr>
            <p:ph type="title"/>
          </p:nvPr>
        </p:nvSpPr>
        <p:spPr>
          <a:xfrm>
            <a:off x="378000" y="1227960"/>
            <a:ext cx="4589640" cy="2152080"/>
          </a:xfrm>
          <a:prstGeom prst="rect">
            <a:avLst/>
          </a:prstGeom>
          <a:noFill/>
          <a:ln w="0">
            <a:noFill/>
          </a:ln>
        </p:spPr>
        <p:txBody>
          <a:bodyPr lIns="0" tIns="0" rIns="0" bIns="0" anchor="b">
            <a:noAutofit/>
          </a:bodyPr>
          <a:lstStyle/>
          <a:p>
            <a:pPr indent="0" defTabSz="914400">
              <a:lnSpc>
                <a:spcPct val="90000"/>
              </a:lnSpc>
              <a:buNone/>
            </a:pPr>
            <a:r>
              <a:rPr lang="en-US" sz="5750" b="0" strike="noStrike" spc="-1">
                <a:solidFill>
                  <a:schemeClr val="accent4"/>
                </a:solidFill>
                <a:latin typeface="Invention Light"/>
              </a:rPr>
              <a:t>Appendix</a:t>
            </a:r>
            <a:endParaRPr lang="en-US" sz="5750" b="0" strike="noStrike" spc="-1">
              <a:solidFill>
                <a:schemeClr val="dk1"/>
              </a:solidFill>
              <a:latin typeface="Invention"/>
            </a:endParaRPr>
          </a:p>
        </p:txBody>
      </p:sp>
      <p:sp>
        <p:nvSpPr>
          <p:cNvPr id="1719" name="PlaceHolder 2"/>
          <p:cNvSpPr>
            <a:spLocks noGrp="1"/>
          </p:cNvSpPr>
          <p:nvPr>
            <p:ph/>
          </p:nvPr>
        </p:nvSpPr>
        <p:spPr>
          <a:xfrm>
            <a:off x="378000" y="3465000"/>
            <a:ext cx="3607920" cy="1499760"/>
          </a:xfrm>
          <a:prstGeom prst="rect">
            <a:avLst/>
          </a:prstGeom>
          <a:noFill/>
          <a:ln w="0">
            <a:noFill/>
          </a:ln>
        </p:spPr>
        <p:txBody>
          <a:bodyPr lIns="0" tIns="0" rIns="0" bIns="0" anchor="t">
            <a:noAutofit/>
          </a:bodyPr>
          <a:lstStyle/>
          <a:p>
            <a:pPr indent="0">
              <a:spcBef>
                <a:spcPts val="1417"/>
              </a:spcBef>
              <a:buNone/>
            </a:pPr>
            <a:endParaRPr lang="en-US" sz="1600" b="0" strike="noStrike" spc="-1">
              <a:solidFill>
                <a:schemeClr val="accent4"/>
              </a:solidFill>
              <a:latin typeface="Invention Light"/>
            </a:endParaRPr>
          </a:p>
        </p:txBody>
      </p:sp>
      <p:sp>
        <p:nvSpPr>
          <p:cNvPr id="4" name="PlaceHolder 3"/>
          <p:cNvSpPr>
            <a:spLocks noGrp="1"/>
          </p:cNvSpPr>
          <p:nvPr>
            <p:ph type="sldNum" idx="229"/>
          </p:nvPr>
        </p:nvSpPr>
        <p:spPr/>
        <p:txBody>
          <a:bodyPr/>
          <a:lstStyle/>
          <a:p>
            <a:fld id="{3AAA8BC5-4643-4E2F-AB88-95292B85D3B4}" type="slidenum">
              <a:t>15</a:t>
            </a:fld>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 name="PlaceHolder 1"/>
          <p:cNvSpPr>
            <a:spLocks noGrp="1"/>
          </p:cNvSpPr>
          <p:nvPr>
            <p:ph type="title"/>
          </p:nvPr>
        </p:nvSpPr>
        <p:spPr>
          <a:xfrm>
            <a:off x="378000" y="378000"/>
            <a:ext cx="114361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Terminology examples</a:t>
            </a:r>
            <a:endParaRPr lang="en-US" sz="2750" b="0" strike="noStrike" spc="-1">
              <a:solidFill>
                <a:schemeClr val="dk1"/>
              </a:solidFill>
              <a:latin typeface="Invention"/>
            </a:endParaRPr>
          </a:p>
        </p:txBody>
      </p:sp>
      <p:sp>
        <p:nvSpPr>
          <p:cNvPr id="1721" name="PlaceHolder 2"/>
          <p:cNvSpPr>
            <a:spLocks noGrp="1"/>
          </p:cNvSpPr>
          <p:nvPr>
            <p:ph/>
          </p:nvPr>
        </p:nvSpPr>
        <p:spPr>
          <a:xfrm>
            <a:off x="378000" y="1890000"/>
            <a:ext cx="11436120" cy="4455720"/>
          </a:xfrm>
          <a:prstGeom prst="rect">
            <a:avLst/>
          </a:prstGeom>
          <a:noFill/>
          <a:ln w="0">
            <a:noFill/>
          </a:ln>
        </p:spPr>
        <p:txBody>
          <a:bodyPr lIns="0" tIns="0" rIns="0" bIns="0" anchor="t">
            <a:noAutofit/>
          </a:bodyPr>
          <a:lstStyle/>
          <a:p>
            <a:pPr marL="171360" indent="-171360" defTabSz="914400">
              <a:lnSpc>
                <a:spcPct val="100000"/>
              </a:lnSpc>
              <a:spcAft>
                <a:spcPts val="1599"/>
              </a:spcAft>
              <a:buClr>
                <a:srgbClr val="0C2340"/>
              </a:buClr>
              <a:buFont typeface="Arial"/>
              <a:buChar char="•"/>
            </a:pPr>
            <a:r>
              <a:rPr lang="en-US" sz="1800" b="1" strike="noStrike" spc="-1">
                <a:solidFill>
                  <a:schemeClr val="accent4"/>
                </a:solidFill>
                <a:latin typeface="Invention"/>
              </a:rPr>
              <a:t>Sub-populations</a:t>
            </a:r>
            <a:endParaRPr lang="en-US" sz="1800" b="0" strike="noStrike" spc="-1">
              <a:solidFill>
                <a:schemeClr val="accent4"/>
              </a:solidFill>
              <a:latin typeface="Invention"/>
            </a:endParaRPr>
          </a:p>
          <a:p>
            <a:pPr marL="279360" lvl="1"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For a Keytruda study =&gt; patients with PD-L1 &gt; 50, when study inclusion criteria may be PD-L1 &gt;1</a:t>
            </a:r>
          </a:p>
          <a:p>
            <a:pPr marL="279360" lvl="1"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For a study with standard of care arm of investigator’s choice of treatment =&gt; patients pre-assigned by investigator prior to randomization, to one particular treatment, should they be randomized to the SoC arm</a:t>
            </a:r>
          </a:p>
          <a:p>
            <a:pPr marL="171360" indent="-171360" defTabSz="914400">
              <a:lnSpc>
                <a:spcPct val="100000"/>
              </a:lnSpc>
              <a:spcAft>
                <a:spcPts val="1599"/>
              </a:spcAft>
              <a:buClr>
                <a:srgbClr val="0C2340"/>
              </a:buClr>
              <a:buFont typeface="Arial"/>
              <a:buChar char="•"/>
            </a:pPr>
            <a:r>
              <a:rPr lang="en-US" sz="1800" b="1" strike="noStrike" spc="-1">
                <a:solidFill>
                  <a:schemeClr val="accent4"/>
                </a:solidFill>
                <a:latin typeface="Invention"/>
              </a:rPr>
              <a:t>Subgroups</a:t>
            </a:r>
            <a:endParaRPr lang="en-US" sz="1800" b="0" strike="noStrike" spc="-1">
              <a:solidFill>
                <a:schemeClr val="accent4"/>
              </a:solidFill>
              <a:latin typeface="Invention"/>
            </a:endParaRPr>
          </a:p>
          <a:p>
            <a:pPr marL="279360" lvl="1"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Age (&lt;65 vs. </a:t>
            </a:r>
            <a:r>
              <a:rPr lang="en-US" sz="1800" b="0" strike="noStrike" spc="-1">
                <a:solidFill>
                  <a:schemeClr val="accent4"/>
                </a:solidFill>
                <a:latin typeface="Times New Roman"/>
              </a:rPr>
              <a:t>≥ </a:t>
            </a:r>
            <a:r>
              <a:rPr lang="en-US" sz="1800" b="0" strike="noStrike" spc="-1">
                <a:solidFill>
                  <a:schemeClr val="accent4"/>
                </a:solidFill>
                <a:latin typeface="Invention"/>
              </a:rPr>
              <a:t>65), sex (female vs. male), baseline disease severity (moderate vs. severe),…</a:t>
            </a:r>
          </a:p>
          <a:p>
            <a:pPr marL="171360" indent="-171360" defTabSz="914400">
              <a:lnSpc>
                <a:spcPct val="100000"/>
              </a:lnSpc>
              <a:spcAft>
                <a:spcPts val="1599"/>
              </a:spcAft>
              <a:buClr>
                <a:srgbClr val="0C2340"/>
              </a:buClr>
              <a:buFont typeface="Arial"/>
              <a:buChar char="•"/>
            </a:pPr>
            <a:r>
              <a:rPr lang="en-US" sz="1800" b="1" strike="noStrike" spc="-1">
                <a:solidFill>
                  <a:schemeClr val="accent4"/>
                </a:solidFill>
                <a:latin typeface="Invention"/>
              </a:rPr>
              <a:t>Restricted label population</a:t>
            </a:r>
            <a:endParaRPr lang="en-US" sz="1800" b="0" strike="noStrike" spc="-1">
              <a:solidFill>
                <a:schemeClr val="accent4"/>
              </a:solidFill>
              <a:latin typeface="Invention"/>
            </a:endParaRPr>
          </a:p>
          <a:p>
            <a:pPr marL="279360" lvl="1"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Patients with unresectable or metastatic cancer; pivotal trial included patients with locally advanced disease (typically may be based on subgroup results).</a:t>
            </a:r>
          </a:p>
        </p:txBody>
      </p:sp>
      <p:sp>
        <p:nvSpPr>
          <p:cNvPr id="4" name="PlaceHolder 3"/>
          <p:cNvSpPr>
            <a:spLocks noGrp="1"/>
          </p:cNvSpPr>
          <p:nvPr>
            <p:ph type="sldNum" idx="174"/>
          </p:nvPr>
        </p:nvSpPr>
        <p:spPr/>
        <p:txBody>
          <a:bodyPr/>
          <a:lstStyle/>
          <a:p>
            <a:fld id="{199B7A6B-6BCC-446C-A9F4-2B69E8E51B75}" type="slidenum">
              <a:t>16</a:t>
            </a:f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 name="PlaceHolder 1"/>
          <p:cNvSpPr>
            <a:spLocks noGrp="1"/>
          </p:cNvSpPr>
          <p:nvPr>
            <p:ph type="title"/>
          </p:nvPr>
        </p:nvSpPr>
        <p:spPr>
          <a:xfrm>
            <a:off x="378000" y="378000"/>
            <a:ext cx="752292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Inadvertent subgroup unblinding</a:t>
            </a:r>
            <a:endParaRPr lang="en-US" sz="2750" b="0" strike="noStrike" spc="-1">
              <a:solidFill>
                <a:schemeClr val="dk1"/>
              </a:solidFill>
              <a:latin typeface="Invention"/>
            </a:endParaRPr>
          </a:p>
        </p:txBody>
      </p:sp>
      <p:sp>
        <p:nvSpPr>
          <p:cNvPr id="1723" name="PlaceHolder 2"/>
          <p:cNvSpPr>
            <a:spLocks noGrp="1"/>
          </p:cNvSpPr>
          <p:nvPr>
            <p:ph/>
          </p:nvPr>
        </p:nvSpPr>
        <p:spPr>
          <a:xfrm>
            <a:off x="378000" y="1925640"/>
            <a:ext cx="11436120" cy="4455720"/>
          </a:xfrm>
          <a:prstGeom prst="rect">
            <a:avLst/>
          </a:prstGeom>
          <a:noFill/>
          <a:ln w="0">
            <a:noFill/>
          </a:ln>
        </p:spPr>
        <p:txBody>
          <a:bodyPr lIns="0" tIns="0" rIns="0" bIns="0" anchor="t">
            <a:noAutofit/>
          </a:bodyPr>
          <a:lstStyle/>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Example:</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Country A requested primary endpoint results split by age ≥65 and age &lt;65</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Country B requested primary endpoint results split by age ≥75 and age &lt;75</a:t>
            </a:r>
          </a:p>
          <a:p>
            <a:pPr marL="279360" lvl="1"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Results for participants aged 65 – 75 could be inferred</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Cannot expect individual countries to submit such information pro-actively</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Within BARDS HTA Statistics we could say to an individual country affiliate that  we will provide them with the complementary sub-population. It is their decision on how to handle.</a:t>
            </a:r>
          </a:p>
          <a:p>
            <a:pPr marL="171360" indent="-171360" defTabSz="914400">
              <a:lnSpc>
                <a:spcPct val="100000"/>
              </a:lnSpc>
              <a:spcAft>
                <a:spcPts val="1599"/>
              </a:spcAft>
              <a:buClr>
                <a:srgbClr val="0C2340"/>
              </a:buClr>
              <a:buFont typeface="Arial"/>
              <a:buChar char="•"/>
            </a:pPr>
            <a:r>
              <a:rPr lang="en-US" sz="1800" b="0" strike="noStrike" spc="-1">
                <a:solidFill>
                  <a:schemeClr val="accent4"/>
                </a:solidFill>
                <a:latin typeface="Invention"/>
              </a:rPr>
              <a:t>Need to consider which analyses should be pro-active vs. reactive</a:t>
            </a:r>
          </a:p>
          <a:p>
            <a:pPr indent="0" defTabSz="914400">
              <a:lnSpc>
                <a:spcPct val="100000"/>
              </a:lnSpc>
              <a:spcAft>
                <a:spcPts val="1599"/>
              </a:spcAft>
              <a:buNone/>
            </a:pPr>
            <a:endParaRPr lang="en-US" sz="1800" b="0" strike="noStrike" spc="-1">
              <a:solidFill>
                <a:schemeClr val="accent4"/>
              </a:solidFill>
              <a:latin typeface="Invention"/>
            </a:endParaRPr>
          </a:p>
        </p:txBody>
      </p:sp>
      <p:sp>
        <p:nvSpPr>
          <p:cNvPr id="4" name="PlaceHolder 3"/>
          <p:cNvSpPr>
            <a:spLocks noGrp="1"/>
          </p:cNvSpPr>
          <p:nvPr>
            <p:ph type="sldNum" idx="174"/>
          </p:nvPr>
        </p:nvSpPr>
        <p:spPr/>
        <p:txBody>
          <a:bodyPr/>
          <a:lstStyle/>
          <a:p>
            <a:fld id="{52F44631-24B5-4E48-906E-30D9AF31EAC4}" type="slidenum">
              <a:t>17</a:t>
            </a:fld>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4" name="PlaceHolder 1"/>
          <p:cNvSpPr>
            <a:spLocks noGrp="1"/>
          </p:cNvSpPr>
          <p:nvPr>
            <p:ph type="title"/>
          </p:nvPr>
        </p:nvSpPr>
        <p:spPr>
          <a:xfrm>
            <a:off x="378000" y="378000"/>
            <a:ext cx="1143864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Acknowledgements</a:t>
            </a:r>
            <a:endParaRPr lang="en-US" sz="2750" b="0" strike="noStrike" spc="-1">
              <a:solidFill>
                <a:schemeClr val="dk1"/>
              </a:solidFill>
              <a:latin typeface="Invention"/>
            </a:endParaRPr>
          </a:p>
        </p:txBody>
      </p:sp>
      <p:sp>
        <p:nvSpPr>
          <p:cNvPr id="1725" name="PlaceHolder 2"/>
          <p:cNvSpPr>
            <a:spLocks noGrp="1"/>
          </p:cNvSpPr>
          <p:nvPr>
            <p:ph/>
          </p:nvPr>
        </p:nvSpPr>
        <p:spPr>
          <a:xfrm>
            <a:off x="374760" y="1371600"/>
            <a:ext cx="11438640" cy="4452840"/>
          </a:xfrm>
          <a:prstGeom prst="rect">
            <a:avLst/>
          </a:prstGeom>
          <a:noFill/>
          <a:ln w="0">
            <a:noFill/>
          </a:ln>
        </p:spPr>
        <p:txBody>
          <a:bodyPr lIns="0" tIns="45720" rIns="0" bIns="0" anchor="t">
            <a:noAutofit/>
          </a:bodyPr>
          <a:lstStyle/>
          <a:p>
            <a:pPr marL="285840" indent="-285840" defTabSz="914400">
              <a:lnSpc>
                <a:spcPct val="95000"/>
              </a:lnSpc>
              <a:spcAft>
                <a:spcPts val="601"/>
              </a:spcAft>
              <a:buClr>
                <a:srgbClr val="0C2340"/>
              </a:buClr>
              <a:buFont typeface="Arial"/>
              <a:buChar char="•"/>
            </a:pPr>
            <a:r>
              <a:rPr lang="en-US" sz="2400" b="0" strike="noStrike" spc="-1">
                <a:solidFill>
                  <a:schemeClr val="accent4"/>
                </a:solidFill>
                <a:latin typeface="Invention"/>
              </a:rPr>
              <a:t>Dom Muston, Jon Hartzel, Justin Chumbley, Kristel Vandormael, Lara Wolfson, Lidia Mukina, Mayur Amonkar, Patrick Moneuse, Ruixuan Jiang, Sabrina Wan, Shahrul Mt-Isa </a:t>
            </a:r>
          </a:p>
        </p:txBody>
      </p:sp>
      <p:sp>
        <p:nvSpPr>
          <p:cNvPr id="4" name="PlaceHolder 3"/>
          <p:cNvSpPr>
            <a:spLocks noGrp="1"/>
          </p:cNvSpPr>
          <p:nvPr>
            <p:ph type="sldNum" idx="267"/>
          </p:nvPr>
        </p:nvSpPr>
        <p:spPr/>
        <p:txBody>
          <a:bodyPr/>
          <a:lstStyle/>
          <a:p>
            <a:fld id="{8122799E-BCAB-4353-B167-E7315EA6653D}" type="slidenum">
              <a:t>18</a:t>
            </a:fld>
            <a:endParaRPr/>
          </a:p>
        </p:txBody>
      </p:sp>
    </p:spTree>
  </p:cSld>
  <p:clrMapOvr>
    <a:masterClrMapping/>
  </p:clrMapOvr>
  <p:transition>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The Central Question</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A central question in any trial with subgroup analyses is whether an apparent finding reflects genuine heterogeneity or is noise amplified by small sample size.</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Key challenge: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Small subgroups can produce dramatic-looking hazard ratio estimates purely by chance. A reviewer seeing UB(HR) = 3.5 in a 15-patient subgroup cannot distinguish this from a genuine safety signal without calibration.</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Core insight:</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Clinical subgroups of a given N are statistically indistinguishable from meaningless random groupings of the same size. Clinical rationale provides no statistical protection against sampling noise.</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Strategy: Simulation-Based Calibration</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This paradigm uses the trial data itself — observed outcomes, censoring process, and individual covariates — to construct a realistic simulation framework.</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Pipeline: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Fit a Weibull AFT model to observed trial data to build a data-generating mechanism (DGM)</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Calibrate the censoring distribution to match the observed censoring rate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Generate thousands of synthetic trials under a uniform (null) treatment effect</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Analyse each synthetic trial across dozens of pre-specified subgroups via Cox regression</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Characterise the distribution of chance findings: HR point estimates, upper confidence bounds</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The DGM preserves the trial’s covariate distributions, correlation structure, and censoring patterns.</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Source Data: GBSG Breast Cancer Trial</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The German Breast Cancer Study Group (GBSG) dataset provides the foundation for the simulation.</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N = 686 patients with primary node-positive breast cancer</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Endpoint: recurrence-free survival time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Treatment: hormonal therapy vs. control</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Covariates for subgroup definitions:</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Age, menopausal status, tumour size, number of positive nodes, tumour grade, progesterone receptor (PGR), estrogen receptor (ER)</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56 subgroups evaluated per trial: ITT (1), clinical (4), continuous cut-points (13), two-way interactions (29), three-way (5), and 4 random benchmarks (N ≈ 15, 20, 40, 60).</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The Uniform Treatment Effect DGM</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The DGM enforces a perfectly uniform treatment benefit:</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True HR = 0.70 for every patient, regardless of covariate profile.</a:t>
            </a:r>
          </a:p>
          <a:p>
            <a:pPr indent="0" defTabSz="914400">
              <a:lnSpc>
                <a:spcPct val="100000"/>
              </a:lnSpc>
              <a:spcAft>
                <a:spcPts val="1199"/>
              </a:spcAft>
              <a:buNone/>
              <a:tabLst>
                <a:tab pos="0" algn="l"/>
              </a:tabLst>
            </a:pPr>
            <a:r>
              <a:rPr lang="en-US" sz="1500" b="0" strike="noStrike" spc="-1" dirty="0">
                <a:solidFill>
                  <a:schemeClr val="accent4"/>
                </a:solidFill>
                <a:latin typeface="Invention"/>
              </a:rPr>
              <a:t>Any apparent subgroup heterogeneity is a false positive by construction.</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Random benchmark subgroups (random60, random40, random20, random15) are created by randomly sampling subjects each simulation. These have no clinical meaning — their true HR is exactly 0.70 — and serve as size-matched null controls.</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Each simulation generates a synthetic RCT (N = 686), fits a stratified Cox model in all 56 subgroups, and records the HR point estimate and the upper bound of the 95% CI.</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What Chance Alone Produces</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1" strike="noStrike" spc="-1" dirty="0">
                <a:solidFill>
                  <a:schemeClr val="accent4"/>
                </a:solidFill>
                <a:latin typeface="Invention"/>
              </a:rPr>
              <a:t>99th percentile of UB(HR) under uniform benefit (HR = 0.70):</a:t>
            </a:r>
          </a:p>
          <a:p>
            <a:pPr indent="0" defTabSz="914400">
              <a:lnSpc>
                <a:spcPct val="100000"/>
              </a:lnSpc>
              <a:spcAft>
                <a:spcPts val="1199"/>
              </a:spcAft>
              <a:buNone/>
              <a:tabLst>
                <a:tab pos="0" algn="l"/>
              </a:tabLst>
            </a:pPr>
            <a:endParaRPr lang="en-US" sz="600"/>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ITT (N ≈ 686):                  UB(HR) &lt; 1.1</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Medium (N ≈ 200):              UB(HR) ≈ 1.5</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Small-medium (N ≈ 60):        UB(HR) ≈ 2.5</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random40 (N ≈ 40):             UB(HR) ≈ 3.5</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random20 (N ≈ 20):             UB(HR) ≈ 5.0</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random15 (N ≈ 15):             UB(HR) &gt; 5.0</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The Cox model is unbiased (median HR ≈ 0.70 everywhere) with correct CI coverage. Wide intervals in small subgroups accurately reflect genuine statistical uncertainty.</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Interpreting Subgroup Findings Against Chance</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These benchmarks directly inform interpretation: before concluding that a finding is real, compare it against what chance alone produces for a subgroup of the same size.</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Practical calibration question:</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“Is this subgroup result more extreme than what I would expect from a random grouping of the same size?”  If not, the result is fully consistent with chance.</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For random subgroups of N ≈ 15–20, UB(HR) routinely exceeds 3.0–5.0 in the worst 1% of trials — despite a true HR of 0.70 (substantial benefit).</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Clinically motivated subgroups of the same size show identical variability. Simulation-based calibration is essential for honest, transparent assessment.</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02" name="PlaceHolder 1"/>
          <p:cNvSpPr>
            <a:spLocks noGrp="1"/>
          </p:cNvSpPr>
          <p:nvPr>
            <p:ph type="title"/>
          </p:nvPr>
        </p:nvSpPr>
        <p:spPr>
          <a:xfrm>
            <a:off x="378000" y="378000"/>
            <a:ext cx="10728000" cy="849600"/>
          </a:xfrm>
          <a:prstGeom prst="rect">
            <a:avLst/>
          </a:prstGeom>
          <a:noFill/>
          <a:ln w="0">
            <a:noFill/>
          </a:ln>
        </p:spPr>
        <p:txBody>
          <a:bodyPr lIns="0" tIns="0" rIns="0" bIns="0" anchor="ctr">
            <a:noAutofit/>
          </a:bodyPr>
          <a:lstStyle/>
          <a:p>
            <a:pPr indent="0" defTabSz="914400">
              <a:lnSpc>
                <a:spcPct val="90000"/>
              </a:lnSpc>
              <a:buNone/>
            </a:pPr>
            <a:r>
              <a:rPr lang="en-US" sz="2750" b="0" strike="noStrike" spc="-1">
                <a:solidFill>
                  <a:schemeClr val="accent4"/>
                </a:solidFill>
                <a:latin typeface="Invention Light"/>
              </a:rPr>
              <a:t>Conclusion &amp; Resources</a:t>
            </a:r>
            <a:endParaRPr lang="en-US" sz="2750" b="0" strike="noStrike" spc="-1">
              <a:solidFill>
                <a:schemeClr val="dk1"/>
              </a:solidFill>
              <a:latin typeface="Invention"/>
            </a:endParaRPr>
          </a:p>
        </p:txBody>
      </p:sp>
      <p:sp>
        <p:nvSpPr>
          <p:cNvPr id="1703" name="PlaceHolder 2"/>
          <p:cNvSpPr>
            <a:spLocks noGrp="1"/>
          </p:cNvSpPr>
          <p:nvPr>
            <p:ph/>
          </p:nvPr>
        </p:nvSpPr>
        <p:spPr>
          <a:xfrm>
            <a:off x="378000" y="1565640"/>
            <a:ext cx="11436120" cy="4815720"/>
          </a:xfrm>
          <a:prstGeom prst="rect">
            <a:avLst/>
          </a:prstGeom>
          <a:noFill/>
          <a:ln w="0">
            <a:noFill/>
          </a:ln>
        </p:spPr>
        <p:txBody>
          <a:bodyPr lIns="0" tIns="0" rIns="0" bIns="0" anchor="t">
            <a:noAutofit/>
          </a:bodyPr>
          <a:lstStyle/>
          <a:p>
            <a:pPr indent="0" defTabSz="914400">
              <a:lnSpc>
                <a:spcPct val="100000"/>
              </a:lnSpc>
              <a:spcAft>
                <a:spcPts val="1199"/>
              </a:spcAft>
              <a:buNone/>
              <a:tabLst>
                <a:tab pos="0" algn="l"/>
              </a:tabLst>
            </a:pPr>
            <a:r>
              <a:rPr lang="en-US" sz="1500" b="0" strike="noStrike" spc="-1" dirty="0">
                <a:solidFill>
                  <a:schemeClr val="accent4"/>
                </a:solidFill>
                <a:latin typeface="Invention"/>
              </a:rPr>
              <a:t>The framework is designed so analysts can swap in their own trial data for the GBSG example. The pipeline — DGM construction, censoring calibration, trial generation, subgroup analysis — is fully general.</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Key takeaways:</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Small subgroups produce extreme results by chance alone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Clinical rationale does not protect against sampling noise</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Simulation-based calibration quantifies how “extreme” a result truly is</a:t>
            </a:r>
          </a:p>
          <a:p>
            <a:pPr indent="-228600" defTabSz="914400" marL="457200">
              <a:lnSpc>
                <a:spcPct val="100000"/>
              </a:lnSpc>
              <a:spcAft>
                <a:spcPts val="1199"/>
              </a:spcAft>
              <a:tabLst>
                <a:tab pos="0" algn="l"/>
              </a:tabLst>
              <a:buChar char="•"/>
            </a:pPr>
            <a:r>
              <a:rPr lang="en-US" sz="1500" b="0" strike="noStrike" spc="-1" dirty="0">
                <a:solidFill>
                  <a:schemeClr val="accent4"/>
                </a:solidFill>
                <a:latin typeface="Invention"/>
              </a:rPr>
              <a:t>The forestsearch R package provides a complete, reproducible workflow</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1" strike="noStrike" spc="-1" dirty="0">
                <a:solidFill>
                  <a:schemeClr val="accent4"/>
                </a:solidFill>
                <a:latin typeface="Invention"/>
              </a:rPr>
              <a:t>Extreme Subgroups vignette and full documentation:</a:t>
            </a:r>
          </a:p>
          <a:p>
            <a:pPr indent="0" defTabSz="914400">
              <a:lnSpc>
                <a:spcPct val="100000"/>
              </a:lnSpc>
              <a:spcAft>
                <a:spcPts val="1199"/>
              </a:spcAft>
              <a:buNone/>
              <a:tabLst>
                <a:tab pos="0" algn="l"/>
              </a:tabLst>
            </a:pPr>
            <a:r>
              <a:rPr lang="en-US" sz="1500" b="0" strike="noStrike" spc="-1" dirty="0">
                <a:solidFill>
                  <a:schemeClr val="accent4"/>
                </a:solidFill>
                <a:latin typeface="Invention"/>
              </a:rPr>
              <a:t>https://larry-leon.github.io/forestsearch/</a:t>
            </a:r>
          </a:p>
          <a:p>
            <a:pPr indent="0" defTabSz="914400">
              <a:lnSpc>
                <a:spcPct val="100000"/>
              </a:lnSpc>
              <a:spcAft>
                <a:spcPts val="1199"/>
              </a:spcAft>
              <a:buNone/>
              <a:tabLst>
                <a:tab pos="0" algn="l"/>
              </a:tabLst>
            </a:pPr>
            <a:endParaRPr lang="en-US" sz="600"/>
          </a:p>
          <a:p>
            <a:pPr indent="0" defTabSz="914400">
              <a:lnSpc>
                <a:spcPct val="100000"/>
              </a:lnSpc>
              <a:spcAft>
                <a:spcPts val="1199"/>
              </a:spcAft>
              <a:buNone/>
              <a:tabLst>
                <a:tab pos="0" algn="l"/>
              </a:tabLst>
            </a:pPr>
            <a:r>
              <a:rPr lang="en-US" sz="1500" b="0" strike="noStrike" spc="-1" dirty="0">
                <a:solidFill>
                  <a:schemeClr val="accent4"/>
                </a:solidFill>
                <a:latin typeface="Invention"/>
              </a:rPr>
              <a:t>Install:  pak::pak("larry-leon/forestsearch")</a:t>
            </a:r>
          </a:p>
        </p:txBody>
      </p:sp>
      <p:sp>
        <p:nvSpPr>
          <p:cNvPr id="4" name="PlaceHolder 3"/>
          <p:cNvSpPr>
            <a:spLocks noGrp="1"/>
          </p:cNvSpPr>
          <p:nvPr>
            <p:ph type="sldNum" idx="174"/>
          </p:nvPr>
        </p:nvSpPr>
        <p:spPr/>
        <p:txBody>
          <a:bodyPr/>
          <a:lstStyle/>
          <a:p>
            <a:fld id="{4116B0CD-4EEC-4CF6-B450-31218AFB8840}" type="slidenum">
              <a:rPr/>
              <a:t>7</a:t>
            </a:fld>
            <a:endParaRPr/>
          </a:p>
        </p:txBody>
      </p:sp>
    </p:spTree>
  </p:cSld>
  <p:clrMapOvr>
    <a:masterClrMapping/>
  </p:clrMapOvr>
  <p:transition>
    <p:fade/>
  </p:transition>
</p:sld>
</file>

<file path=ppt/theme/theme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0.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1.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2.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3.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4.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5.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6.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7.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8.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9.xml><?xml version="1.0" encoding="utf-8"?>
<a:theme xmlns:a="http://schemas.openxmlformats.org/drawingml/2006/main" name="Merck 16:9 PPT Theme">
  <a:themeElements>
    <a:clrScheme name="Custom 30">
      <a:dk1>
        <a:srgbClr val="0C2340"/>
      </a:dk1>
      <a:lt1>
        <a:srgbClr val="FFFFFF"/>
      </a:lt1>
      <a:dk2>
        <a:srgbClr val="688CE8"/>
      </a:dk2>
      <a:lt2>
        <a:srgbClr val="69B8F7"/>
      </a:lt2>
      <a:accent1>
        <a:srgbClr val="00857C"/>
      </a:accent1>
      <a:accent2>
        <a:srgbClr val="6ECEB2"/>
      </a:accent2>
      <a:accent3>
        <a:srgbClr val="BFED33"/>
      </a:accent3>
      <a:accent4>
        <a:srgbClr val="0C2340"/>
      </a:accent4>
      <a:accent5>
        <a:srgbClr val="FFF063"/>
      </a:accent5>
      <a:accent6>
        <a:srgbClr val="5350E4"/>
      </a:accent6>
      <a:hlink>
        <a:srgbClr val="11867B"/>
      </a:hlink>
      <a:folHlink>
        <a:srgbClr val="90C4D8"/>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4.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5.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6.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7.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8.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9.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4.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5.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6.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7.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8.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9.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4.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5.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6.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7.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8.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9.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4.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5.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6.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7.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8.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9.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4.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5.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6.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7.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8.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9.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0.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1.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2.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3.xml><?xml version="1.0" encoding="utf-8"?>
<a:theme xmlns:a="http://schemas.openxmlformats.org/drawingml/2006/main" name="MSD 16:9 PPT Theme">
  <a:themeElements>
    <a:clrScheme name="Merck colour theme">
      <a:dk1>
        <a:srgbClr val="000000"/>
      </a:dk1>
      <a:lt1>
        <a:srgbClr val="FFFFFF"/>
      </a:lt1>
      <a:dk2>
        <a:srgbClr val="44546A"/>
      </a:dk2>
      <a:lt2>
        <a:srgbClr val="9EA7B3"/>
      </a:lt2>
      <a:accent1>
        <a:srgbClr val="00857C"/>
      </a:accent1>
      <a:accent2>
        <a:srgbClr val="6ECEB2"/>
      </a:accent2>
      <a:accent3>
        <a:srgbClr val="FFF063"/>
      </a:accent3>
      <a:accent4>
        <a:srgbClr val="0C2340"/>
      </a:accent4>
      <a:accent5>
        <a:srgbClr val="5450E4"/>
      </a:accent5>
      <a:accent6>
        <a:srgbClr val="688CE8"/>
      </a:accent6>
      <a:hlink>
        <a:srgbClr val="0563C1"/>
      </a:hlink>
      <a:folHlink>
        <a:srgbClr val="954F72"/>
      </a:folHlink>
    </a:clrScheme>
    <a:fontScheme name="Merck font theme">
      <a:majorFont>
        <a:latin typeface="Invention Light"/>
        <a:ea typeface=""/>
        <a:cs typeface=""/>
      </a:majorFont>
      <a:minorFont>
        <a:latin typeface="Invention"/>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MSD_16x9-PowerPoint-template.v240213</Template>
  <TotalTime>2</TotalTime>
  <Words>1402</Words>
  <Application>Microsoft Macintosh PowerPoint</Application>
  <PresentationFormat>Widescreen</PresentationFormat>
  <Paragraphs>119</Paragraphs>
  <Slides>18</Slides>
  <Notes>3</Notes>
  <HiddenSlides>0</HiddenSlides>
  <MMClips>0</MMClips>
  <ScaleCrop>false</ScaleCrop>
  <HeadingPairs>
    <vt:vector size="8" baseType="variant">
      <vt:variant>
        <vt:lpstr>Fonts Used</vt:lpstr>
      </vt:variant>
      <vt:variant>
        <vt:i4>7</vt:i4>
      </vt:variant>
      <vt:variant>
        <vt:lpstr>Theme</vt:lpstr>
      </vt:variant>
      <vt:variant>
        <vt:i4>133</vt:i4>
      </vt:variant>
      <vt:variant>
        <vt:lpstr>Embedded OLE Servers</vt:lpstr>
      </vt:variant>
      <vt:variant>
        <vt:i4>1</vt:i4>
      </vt:variant>
      <vt:variant>
        <vt:lpstr>Slide Titles</vt:lpstr>
      </vt:variant>
      <vt:variant>
        <vt:i4>18</vt:i4>
      </vt:variant>
    </vt:vector>
  </HeadingPairs>
  <TitlesOfParts>
    <vt:vector size="159" baseType="lpstr">
      <vt:lpstr>Arial</vt:lpstr>
      <vt:lpstr>Calibri</vt:lpstr>
      <vt:lpstr>Invention</vt:lpstr>
      <vt:lpstr>Invention Light</vt:lpstr>
      <vt:lpstr>Symbol</vt:lpstr>
      <vt:lpstr>Times New Roman</vt:lpstr>
      <vt:lpstr>Wingdings</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Merck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MSD 16:9 PPT Theme</vt:lpstr>
      <vt:lpstr>TCLayout.ActiveDocument.1</vt:lpstr>
      <vt:lpstr>All PICOs Great and Small</vt:lpstr>
      <vt:lpstr>Agenda</vt:lpstr>
      <vt:lpstr>Context: The EU HTA Regulation - effective January 2025  Assessment Scope for Joint Clinical Assessment PICOs</vt:lpstr>
      <vt:lpstr>Subpopulations – the ‘P’ of the PICO</vt:lpstr>
      <vt:lpstr>Small subpopulations - Context, Issue and Motivation</vt:lpstr>
      <vt:lpstr>Little literature or guidance on small sub-populations</vt:lpstr>
      <vt:lpstr>Calibrating Subgroup Findings Against Chance</vt:lpstr>
      <vt:lpstr>Calibrating Subgroup Findings Against Chance</vt:lpstr>
      <vt:lpstr>Subpopulation estimation properties </vt:lpstr>
      <vt:lpstr>Subpopulation estimation properties (design/analysis) </vt:lpstr>
      <vt:lpstr>PowerPoint Presentation</vt:lpstr>
      <vt:lpstr>PowerPoint Presentation</vt:lpstr>
      <vt:lpstr>So what?</vt:lpstr>
      <vt:lpstr>Some considerations and limitations of our work on handling small PICOs</vt:lpstr>
      <vt:lpstr>Appendix</vt:lpstr>
      <vt:lpstr>Terminology examples</vt:lpstr>
      <vt:lpstr>Inadvertent subgroup unblinding</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2022 presentation</dc:subject>
  <dc:creator>Wolfson, Lara</dc:creator>
  <dc:description>For external audiences in the US and Canada</dc:description>
  <cp:lastModifiedBy>León, Larry</cp:lastModifiedBy>
  <cp:revision>15</cp:revision>
  <cp:lastPrinted>2024-05-30T09:12:24Z</cp:lastPrinted>
  <dcterms:created xsi:type="dcterms:W3CDTF">2024-04-10T09:13:24Z</dcterms:created>
  <dcterms:modified xsi:type="dcterms:W3CDTF">2026-04-14T03:50:22Z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Merck 16\:9 PPT Theme:10\MSD 16\:9 PPT Theme:7</vt:lpwstr>
  </property>
  <property fmtid="{D5CDD505-2E9C-101B-9397-08002B2CF9AE}" pid="3" name="ClassificationContentMarkingHeaderText">
    <vt:lpwstr>Proprietary</vt:lpwstr>
  </property>
  <property fmtid="{D5CDD505-2E9C-101B-9397-08002B2CF9AE}" pid="4" name="MSIP_Label_927fd646-07cb-4c4e-a107-4e4d6b30ba1b_ActionId">
    <vt:lpwstr>6191114d-55fb-4714-907d-8da95e931486</vt:lpwstr>
  </property>
  <property fmtid="{D5CDD505-2E9C-101B-9397-08002B2CF9AE}" pid="5" name="MSIP_Label_927fd646-07cb-4c4e-a107-4e4d6b30ba1b_ContentBits">
    <vt:lpwstr>1</vt:lpwstr>
  </property>
  <property fmtid="{D5CDD505-2E9C-101B-9397-08002B2CF9AE}" pid="6" name="MSIP_Label_927fd646-07cb-4c4e-a107-4e4d6b30ba1b_Enabled">
    <vt:lpwstr>true</vt:lpwstr>
  </property>
  <property fmtid="{D5CDD505-2E9C-101B-9397-08002B2CF9AE}" pid="7" name="MSIP_Label_927fd646-07cb-4c4e-a107-4e4d6b30ba1b_Method">
    <vt:lpwstr>Privileged</vt:lpwstr>
  </property>
  <property fmtid="{D5CDD505-2E9C-101B-9397-08002B2CF9AE}" pid="8" name="MSIP_Label_927fd646-07cb-4c4e-a107-4e4d6b30ba1b_Name">
    <vt:lpwstr>927fd646-07cb-4c4e-a107-4e4d6b30ba1b</vt:lpwstr>
  </property>
  <property fmtid="{D5CDD505-2E9C-101B-9397-08002B2CF9AE}" pid="9" name="MSIP_Label_927fd646-07cb-4c4e-a107-4e4d6b30ba1b_SetDate">
    <vt:lpwstr>2025-04-09T06:31:16Z</vt:lpwstr>
  </property>
  <property fmtid="{D5CDD505-2E9C-101B-9397-08002B2CF9AE}" pid="10" name="MSIP_Label_927fd646-07cb-4c4e-a107-4e4d6b30ba1b_SiteId">
    <vt:lpwstr>a00de4ec-48a8-43a6-be74-e31274e2060d</vt:lpwstr>
  </property>
  <property fmtid="{D5CDD505-2E9C-101B-9397-08002B2CF9AE}" pid="11" name="Notes">
    <vt:i4>3</vt:i4>
  </property>
  <property fmtid="{D5CDD505-2E9C-101B-9397-08002B2CF9AE}" pid="12" name="PresentationFormat">
    <vt:lpwstr>Widescreen</vt:lpwstr>
  </property>
  <property fmtid="{D5CDD505-2E9C-101B-9397-08002B2CF9AE}" pid="13" name="Slides">
    <vt:i4>16</vt:i4>
  </property>
  <property fmtid="{D5CDD505-2E9C-101B-9397-08002B2CF9AE}" pid="14" name="_AdHocReviewCycleID">
    <vt:i4>-1191401592</vt:i4>
  </property>
  <property fmtid="{D5CDD505-2E9C-101B-9397-08002B2CF9AE}" pid="15" name="_AuthorEmail">
    <vt:lpwstr>larry.leon2@merck.com</vt:lpwstr>
  </property>
  <property fmtid="{D5CDD505-2E9C-101B-9397-08002B2CF9AE}" pid="16" name="_AuthorEmailDisplayName">
    <vt:lpwstr>León, Larry</vt:lpwstr>
  </property>
  <property fmtid="{D5CDD505-2E9C-101B-9397-08002B2CF9AE}" pid="17" name="_EmailSubject">
    <vt:lpwstr>Small PICOs</vt:lpwstr>
  </property>
  <property fmtid="{D5CDD505-2E9C-101B-9397-08002B2CF9AE}" pid="18" name="_NewReviewCycle">
    <vt:lpwstr/>
  </property>
  <property fmtid="{D5CDD505-2E9C-101B-9397-08002B2CF9AE}" pid="19" name="_PreviousAdHocReviewCycleID">
    <vt:i4>-111030843</vt:i4>
  </property>
</Properties>
</file>