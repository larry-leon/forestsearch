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 id="2147483812" r:id="rId3"/>
    <p:sldMasterId id="2147483828" r:id="rId4"/>
    <p:sldMasterId id="2147483866" r:id="rId5"/>
    <p:sldMasterId id="2147483902" r:id="rId6"/>
    <p:sldMasterId id="2147483904" r:id="rId7"/>
    <p:sldMasterId id="2147483910" r:id="rId8"/>
  </p:sldMasterIdLst>
  <p:notesMasterIdLst>
    <p:notesMasterId r:id="rId28"/>
  </p:notesMasterIdLst>
  <p:sldIdLst>
    <p:sldId id="256" r:id="rId9"/>
    <p:sldId id="257" r:id="rId10"/>
    <p:sldId id="258" r:id="rId11"/>
    <p:sldId id="259" r:id="rId12"/>
    <p:sldId id="260" r:id="rId13"/>
    <p:sldId id="261" r:id="rId14"/>
    <p:sldId id="274" r:id="rId15"/>
    <p:sldId id="275" r:id="rId16"/>
    <p:sldId id="276" r:id="rId17"/>
    <p:sldId id="277" r:id="rId18"/>
    <p:sldId id="278" r:id="rId19"/>
    <p:sldId id="279" r:id="rId20"/>
    <p:sldId id="280" r:id="rId21"/>
    <p:sldId id="267" r:id="rId22"/>
    <p:sldId id="268" r:id="rId23"/>
    <p:sldId id="269" r:id="rId24"/>
    <p:sldId id="270" r:id="rId25"/>
    <p:sldId id="271" r:id="rId26"/>
    <p:sldId id="272" r:id="rId27"/>
  </p:sldIdLst>
  <p:sldSz cx="12192000" cy="6858000"/>
  <p:notesSz cx="6797675" cy="992822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15B139-D40C-B545-AE7B-DCDE41AFFE58}" v="2" dt="2026-04-14T21:54:23.4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slideMaster" Target="slideMasters/slideMaster3.xml"/><Relationship Id="rId21" Type="http://schemas.openxmlformats.org/officeDocument/2006/relationships/slide" Target="slides/slide13.xml"/><Relationship Id="rId34" Type="http://schemas.microsoft.com/office/2015/10/relationships/revisionInfo" Target="revisionInfo.xml"/><Relationship Id="rId7" Type="http://schemas.openxmlformats.org/officeDocument/2006/relationships/slideMaster" Target="slideMasters/slideMaster7.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tableStyles" Target="tableStyles.xml"/><Relationship Id="rId5" Type="http://schemas.openxmlformats.org/officeDocument/2006/relationships/slideMaster" Target="slideMasters/slideMaster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notesMaster" Target="notesMasters/notesMaster1.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viewProps" Target="viewProps.xml"/><Relationship Id="rId8" Type="http://schemas.openxmlformats.org/officeDocument/2006/relationships/slideMaster" Target="slideMasters/slideMaster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ón, Larry" userId="2e9991a6-6e88-4fea-b9aa-4ecc8f539ce5" providerId="ADAL" clId="{0AC41C4A-71B2-54FE-9CA7-12CE1E3CA3F4}"/>
    <pc:docChg chg="custSel modSld delMainMaster">
      <pc:chgData name="León, Larry" userId="2e9991a6-6e88-4fea-b9aa-4ecc8f539ce5" providerId="ADAL" clId="{0AC41C4A-71B2-54FE-9CA7-12CE1E3CA3F4}" dt="2026-04-14T21:54:40.158" v="22" actId="20577"/>
      <pc:docMkLst>
        <pc:docMk/>
      </pc:docMkLst>
      <pc:sldChg chg="modSp mod">
        <pc:chgData name="León, Larry" userId="2e9991a6-6e88-4fea-b9aa-4ecc8f539ce5" providerId="ADAL" clId="{0AC41C4A-71B2-54FE-9CA7-12CE1E3CA3F4}" dt="2026-04-14T21:53:42.357" v="14" actId="27636"/>
        <pc:sldMkLst>
          <pc:docMk/>
          <pc:sldMk cId="0" sldId="256"/>
        </pc:sldMkLst>
        <pc:spChg chg="mod">
          <ac:chgData name="León, Larry" userId="2e9991a6-6e88-4fea-b9aa-4ecc8f539ce5" providerId="ADAL" clId="{0AC41C4A-71B2-54FE-9CA7-12CE1E3CA3F4}" dt="2026-04-14T21:53:42.357" v="14" actId="27636"/>
          <ac:spMkLst>
            <pc:docMk/>
            <pc:sldMk cId="0" sldId="256"/>
            <ac:spMk id="1683" creationId="{00000000-0000-0000-0000-000000000000}"/>
          </ac:spMkLst>
        </pc:spChg>
      </pc:sldChg>
      <pc:sldChg chg="addSp modSp mod">
        <pc:chgData name="León, Larry" userId="2e9991a6-6e88-4fea-b9aa-4ecc8f539ce5" providerId="ADAL" clId="{0AC41C4A-71B2-54FE-9CA7-12CE1E3CA3F4}" dt="2026-04-14T21:53:48.545" v="17" actId="20577"/>
        <pc:sldMkLst>
          <pc:docMk/>
          <pc:sldMk cId="0" sldId="278"/>
        </pc:sldMkLst>
        <pc:spChg chg="mod">
          <ac:chgData name="León, Larry" userId="2e9991a6-6e88-4fea-b9aa-4ecc8f539ce5" providerId="ADAL" clId="{0AC41C4A-71B2-54FE-9CA7-12CE1E3CA3F4}" dt="2026-04-14T21:53:48.545" v="17" actId="20577"/>
          <ac:spMkLst>
            <pc:docMk/>
            <pc:sldMk cId="0" sldId="278"/>
            <ac:spMk id="1703" creationId="{00000000-0000-0000-0000-000000000000}"/>
          </ac:spMkLst>
        </pc:spChg>
        <pc:picChg chg="add mod">
          <ac:chgData name="León, Larry" userId="2e9991a6-6e88-4fea-b9aa-4ecc8f539ce5" providerId="ADAL" clId="{0AC41C4A-71B2-54FE-9CA7-12CE1E3CA3F4}" dt="2026-04-14T21:53:42.290" v="13"/>
          <ac:picMkLst>
            <pc:docMk/>
            <pc:sldMk cId="0" sldId="278"/>
            <ac:picMk id="2" creationId="{701DB965-FD11-4EC6-D46A-02EE779BA7A0}"/>
          </ac:picMkLst>
        </pc:picChg>
      </pc:sldChg>
      <pc:sldChg chg="modSp mod">
        <pc:chgData name="León, Larry" userId="2e9991a6-6e88-4fea-b9aa-4ecc8f539ce5" providerId="ADAL" clId="{0AC41C4A-71B2-54FE-9CA7-12CE1E3CA3F4}" dt="2026-04-14T21:54:40.158" v="22" actId="20577"/>
        <pc:sldMkLst>
          <pc:docMk/>
          <pc:sldMk cId="0" sldId="279"/>
        </pc:sldMkLst>
        <pc:spChg chg="mod">
          <ac:chgData name="León, Larry" userId="2e9991a6-6e88-4fea-b9aa-4ecc8f539ce5" providerId="ADAL" clId="{0AC41C4A-71B2-54FE-9CA7-12CE1E3CA3F4}" dt="2026-04-14T21:54:40.158" v="22" actId="20577"/>
          <ac:spMkLst>
            <pc:docMk/>
            <pc:sldMk cId="0" sldId="279"/>
            <ac:spMk id="1703" creationId="{00000000-0000-0000-0000-000000000000}"/>
          </ac:spMkLst>
        </pc:spChg>
      </pc:sldChg>
      <pc:sldChg chg="modSp mod">
        <pc:chgData name="León, Larry" userId="2e9991a6-6e88-4fea-b9aa-4ecc8f539ce5" providerId="ADAL" clId="{0AC41C4A-71B2-54FE-9CA7-12CE1E3CA3F4}" dt="2026-04-14T21:54:16.492" v="18" actId="21"/>
        <pc:sldMkLst>
          <pc:docMk/>
          <pc:sldMk cId="0" sldId="280"/>
        </pc:sldMkLst>
        <pc:spChg chg="mod">
          <ac:chgData name="León, Larry" userId="2e9991a6-6e88-4fea-b9aa-4ecc8f539ce5" providerId="ADAL" clId="{0AC41C4A-71B2-54FE-9CA7-12CE1E3CA3F4}" dt="2026-04-14T21:54:16.492" v="18" actId="21"/>
          <ac:spMkLst>
            <pc:docMk/>
            <pc:sldMk cId="0" sldId="280"/>
            <ac:spMk id="1703" creationId="{00000000-0000-0000-0000-000000000000}"/>
          </ac:spMkLst>
        </pc:spChg>
      </pc:sldChg>
      <pc:sldMasterChg chg="del delSldLayout">
        <pc:chgData name="León, Larry" userId="2e9991a6-6e88-4fea-b9aa-4ecc8f539ce5" providerId="ADAL" clId="{0AC41C4A-71B2-54FE-9CA7-12CE1E3CA3F4}" dt="2026-04-14T21:53:45.400" v="15"/>
        <pc:sldMasterMkLst>
          <pc:docMk/>
          <pc:sldMasterMk cId="0" sldId="2147483650"/>
        </pc:sldMasterMkLst>
        <pc:sldLayoutChg chg="del">
          <pc:chgData name="León, Larry" userId="2e9991a6-6e88-4fea-b9aa-4ecc8f539ce5" providerId="ADAL" clId="{0AC41C4A-71B2-54FE-9CA7-12CE1E3CA3F4}" dt="2026-04-14T21:53:45.400" v="15"/>
          <pc:sldLayoutMkLst>
            <pc:docMk/>
            <pc:sldMasterMk cId="0" sldId="2147483650"/>
            <pc:sldLayoutMk cId="0" sldId="214748365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52"/>
        </pc:sldMasterMkLst>
        <pc:sldLayoutChg chg="del">
          <pc:chgData name="León, Larry" userId="2e9991a6-6e88-4fea-b9aa-4ecc8f539ce5" providerId="ADAL" clId="{0AC41C4A-71B2-54FE-9CA7-12CE1E3CA3F4}" dt="2026-04-14T21:53:45.400" v="15"/>
          <pc:sldLayoutMkLst>
            <pc:docMk/>
            <pc:sldMasterMk cId="0" sldId="2147483652"/>
            <pc:sldLayoutMk cId="0" sldId="214748365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54"/>
        </pc:sldMasterMkLst>
        <pc:sldLayoutChg chg="del">
          <pc:chgData name="León, Larry" userId="2e9991a6-6e88-4fea-b9aa-4ecc8f539ce5" providerId="ADAL" clId="{0AC41C4A-71B2-54FE-9CA7-12CE1E3CA3F4}" dt="2026-04-14T21:53:45.400" v="15"/>
          <pc:sldLayoutMkLst>
            <pc:docMk/>
            <pc:sldMasterMk cId="0" sldId="2147483654"/>
            <pc:sldLayoutMk cId="0" sldId="214748365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56"/>
        </pc:sldMasterMkLst>
        <pc:sldLayoutChg chg="del">
          <pc:chgData name="León, Larry" userId="2e9991a6-6e88-4fea-b9aa-4ecc8f539ce5" providerId="ADAL" clId="{0AC41C4A-71B2-54FE-9CA7-12CE1E3CA3F4}" dt="2026-04-14T21:53:45.400" v="15"/>
          <pc:sldLayoutMkLst>
            <pc:docMk/>
            <pc:sldMasterMk cId="0" sldId="2147483656"/>
            <pc:sldLayoutMk cId="0" sldId="214748365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60"/>
        </pc:sldMasterMkLst>
        <pc:sldLayoutChg chg="del">
          <pc:chgData name="León, Larry" userId="2e9991a6-6e88-4fea-b9aa-4ecc8f539ce5" providerId="ADAL" clId="{0AC41C4A-71B2-54FE-9CA7-12CE1E3CA3F4}" dt="2026-04-14T21:53:45.400" v="15"/>
          <pc:sldLayoutMkLst>
            <pc:docMk/>
            <pc:sldMasterMk cId="0" sldId="2147483660"/>
            <pc:sldLayoutMk cId="0" sldId="214748366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62"/>
        </pc:sldMasterMkLst>
        <pc:sldLayoutChg chg="del">
          <pc:chgData name="León, Larry" userId="2e9991a6-6e88-4fea-b9aa-4ecc8f539ce5" providerId="ADAL" clId="{0AC41C4A-71B2-54FE-9CA7-12CE1E3CA3F4}" dt="2026-04-14T21:53:45.400" v="15"/>
          <pc:sldLayoutMkLst>
            <pc:docMk/>
            <pc:sldMasterMk cId="0" sldId="2147483662"/>
            <pc:sldLayoutMk cId="0" sldId="214748366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64"/>
        </pc:sldMasterMkLst>
        <pc:sldLayoutChg chg="del">
          <pc:chgData name="León, Larry" userId="2e9991a6-6e88-4fea-b9aa-4ecc8f539ce5" providerId="ADAL" clId="{0AC41C4A-71B2-54FE-9CA7-12CE1E3CA3F4}" dt="2026-04-14T21:53:45.400" v="15"/>
          <pc:sldLayoutMkLst>
            <pc:docMk/>
            <pc:sldMasterMk cId="0" sldId="2147483664"/>
            <pc:sldLayoutMk cId="0" sldId="214748366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66"/>
        </pc:sldMasterMkLst>
        <pc:sldLayoutChg chg="del">
          <pc:chgData name="León, Larry" userId="2e9991a6-6e88-4fea-b9aa-4ecc8f539ce5" providerId="ADAL" clId="{0AC41C4A-71B2-54FE-9CA7-12CE1E3CA3F4}" dt="2026-04-14T21:53:45.400" v="15"/>
          <pc:sldLayoutMkLst>
            <pc:docMk/>
            <pc:sldMasterMk cId="0" sldId="2147483666"/>
            <pc:sldLayoutMk cId="0" sldId="214748366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68"/>
        </pc:sldMasterMkLst>
        <pc:sldLayoutChg chg="del">
          <pc:chgData name="León, Larry" userId="2e9991a6-6e88-4fea-b9aa-4ecc8f539ce5" providerId="ADAL" clId="{0AC41C4A-71B2-54FE-9CA7-12CE1E3CA3F4}" dt="2026-04-14T21:53:45.400" v="15"/>
          <pc:sldLayoutMkLst>
            <pc:docMk/>
            <pc:sldMasterMk cId="0" sldId="2147483668"/>
            <pc:sldLayoutMk cId="0" sldId="214748366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70"/>
        </pc:sldMasterMkLst>
        <pc:sldLayoutChg chg="del">
          <pc:chgData name="León, Larry" userId="2e9991a6-6e88-4fea-b9aa-4ecc8f539ce5" providerId="ADAL" clId="{0AC41C4A-71B2-54FE-9CA7-12CE1E3CA3F4}" dt="2026-04-14T21:53:45.400" v="15"/>
          <pc:sldLayoutMkLst>
            <pc:docMk/>
            <pc:sldMasterMk cId="0" sldId="2147483670"/>
            <pc:sldLayoutMk cId="0" sldId="214748367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72"/>
        </pc:sldMasterMkLst>
        <pc:sldLayoutChg chg="del">
          <pc:chgData name="León, Larry" userId="2e9991a6-6e88-4fea-b9aa-4ecc8f539ce5" providerId="ADAL" clId="{0AC41C4A-71B2-54FE-9CA7-12CE1E3CA3F4}" dt="2026-04-14T21:53:45.400" v="15"/>
          <pc:sldLayoutMkLst>
            <pc:docMk/>
            <pc:sldMasterMk cId="0" sldId="2147483672"/>
            <pc:sldLayoutMk cId="0" sldId="214748367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74"/>
        </pc:sldMasterMkLst>
        <pc:sldLayoutChg chg="del">
          <pc:chgData name="León, Larry" userId="2e9991a6-6e88-4fea-b9aa-4ecc8f539ce5" providerId="ADAL" clId="{0AC41C4A-71B2-54FE-9CA7-12CE1E3CA3F4}" dt="2026-04-14T21:53:45.400" v="15"/>
          <pc:sldLayoutMkLst>
            <pc:docMk/>
            <pc:sldMasterMk cId="0" sldId="2147483674"/>
            <pc:sldLayoutMk cId="0" sldId="214748367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76"/>
        </pc:sldMasterMkLst>
        <pc:sldLayoutChg chg="del">
          <pc:chgData name="León, Larry" userId="2e9991a6-6e88-4fea-b9aa-4ecc8f539ce5" providerId="ADAL" clId="{0AC41C4A-71B2-54FE-9CA7-12CE1E3CA3F4}" dt="2026-04-14T21:53:45.400" v="15"/>
          <pc:sldLayoutMkLst>
            <pc:docMk/>
            <pc:sldMasterMk cId="0" sldId="2147483676"/>
            <pc:sldLayoutMk cId="0" sldId="214748367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78"/>
        </pc:sldMasterMkLst>
        <pc:sldLayoutChg chg="del">
          <pc:chgData name="León, Larry" userId="2e9991a6-6e88-4fea-b9aa-4ecc8f539ce5" providerId="ADAL" clId="{0AC41C4A-71B2-54FE-9CA7-12CE1E3CA3F4}" dt="2026-04-14T21:53:45.400" v="15"/>
          <pc:sldLayoutMkLst>
            <pc:docMk/>
            <pc:sldMasterMk cId="0" sldId="2147483678"/>
            <pc:sldLayoutMk cId="0" sldId="214748367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80"/>
        </pc:sldMasterMkLst>
        <pc:sldLayoutChg chg="del">
          <pc:chgData name="León, Larry" userId="2e9991a6-6e88-4fea-b9aa-4ecc8f539ce5" providerId="ADAL" clId="{0AC41C4A-71B2-54FE-9CA7-12CE1E3CA3F4}" dt="2026-04-14T21:53:45.400" v="15"/>
          <pc:sldLayoutMkLst>
            <pc:docMk/>
            <pc:sldMasterMk cId="0" sldId="2147483680"/>
            <pc:sldLayoutMk cId="0" sldId="214748368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82"/>
        </pc:sldMasterMkLst>
        <pc:sldLayoutChg chg="del">
          <pc:chgData name="León, Larry" userId="2e9991a6-6e88-4fea-b9aa-4ecc8f539ce5" providerId="ADAL" clId="{0AC41C4A-71B2-54FE-9CA7-12CE1E3CA3F4}" dt="2026-04-14T21:53:45.400" v="15"/>
          <pc:sldLayoutMkLst>
            <pc:docMk/>
            <pc:sldMasterMk cId="0" sldId="2147483682"/>
            <pc:sldLayoutMk cId="0" sldId="214748368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84"/>
        </pc:sldMasterMkLst>
        <pc:sldLayoutChg chg="del">
          <pc:chgData name="León, Larry" userId="2e9991a6-6e88-4fea-b9aa-4ecc8f539ce5" providerId="ADAL" clId="{0AC41C4A-71B2-54FE-9CA7-12CE1E3CA3F4}" dt="2026-04-14T21:53:45.400" v="15"/>
          <pc:sldLayoutMkLst>
            <pc:docMk/>
            <pc:sldMasterMk cId="0" sldId="2147483684"/>
            <pc:sldLayoutMk cId="0" sldId="214748368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86"/>
        </pc:sldMasterMkLst>
        <pc:sldLayoutChg chg="del">
          <pc:chgData name="León, Larry" userId="2e9991a6-6e88-4fea-b9aa-4ecc8f539ce5" providerId="ADAL" clId="{0AC41C4A-71B2-54FE-9CA7-12CE1E3CA3F4}" dt="2026-04-14T21:53:45.400" v="15"/>
          <pc:sldLayoutMkLst>
            <pc:docMk/>
            <pc:sldMasterMk cId="0" sldId="2147483686"/>
            <pc:sldLayoutMk cId="0" sldId="214748368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88"/>
        </pc:sldMasterMkLst>
        <pc:sldLayoutChg chg="del">
          <pc:chgData name="León, Larry" userId="2e9991a6-6e88-4fea-b9aa-4ecc8f539ce5" providerId="ADAL" clId="{0AC41C4A-71B2-54FE-9CA7-12CE1E3CA3F4}" dt="2026-04-14T21:53:45.400" v="15"/>
          <pc:sldLayoutMkLst>
            <pc:docMk/>
            <pc:sldMasterMk cId="0" sldId="2147483688"/>
            <pc:sldLayoutMk cId="0" sldId="214748368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90"/>
        </pc:sldMasterMkLst>
        <pc:sldLayoutChg chg="del">
          <pc:chgData name="León, Larry" userId="2e9991a6-6e88-4fea-b9aa-4ecc8f539ce5" providerId="ADAL" clId="{0AC41C4A-71B2-54FE-9CA7-12CE1E3CA3F4}" dt="2026-04-14T21:53:45.400" v="15"/>
          <pc:sldLayoutMkLst>
            <pc:docMk/>
            <pc:sldMasterMk cId="0" sldId="2147483690"/>
            <pc:sldLayoutMk cId="0" sldId="214748369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92"/>
        </pc:sldMasterMkLst>
        <pc:sldLayoutChg chg="del">
          <pc:chgData name="León, Larry" userId="2e9991a6-6e88-4fea-b9aa-4ecc8f539ce5" providerId="ADAL" clId="{0AC41C4A-71B2-54FE-9CA7-12CE1E3CA3F4}" dt="2026-04-14T21:53:45.400" v="15"/>
          <pc:sldLayoutMkLst>
            <pc:docMk/>
            <pc:sldMasterMk cId="0" sldId="2147483692"/>
            <pc:sldLayoutMk cId="0" sldId="214748369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94"/>
        </pc:sldMasterMkLst>
        <pc:sldLayoutChg chg="del">
          <pc:chgData name="León, Larry" userId="2e9991a6-6e88-4fea-b9aa-4ecc8f539ce5" providerId="ADAL" clId="{0AC41C4A-71B2-54FE-9CA7-12CE1E3CA3F4}" dt="2026-04-14T21:53:45.400" v="15"/>
          <pc:sldLayoutMkLst>
            <pc:docMk/>
            <pc:sldMasterMk cId="0" sldId="2147483694"/>
            <pc:sldLayoutMk cId="0" sldId="214748369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96"/>
        </pc:sldMasterMkLst>
        <pc:sldLayoutChg chg="del">
          <pc:chgData name="León, Larry" userId="2e9991a6-6e88-4fea-b9aa-4ecc8f539ce5" providerId="ADAL" clId="{0AC41C4A-71B2-54FE-9CA7-12CE1E3CA3F4}" dt="2026-04-14T21:53:45.400" v="15"/>
          <pc:sldLayoutMkLst>
            <pc:docMk/>
            <pc:sldMasterMk cId="0" sldId="2147483696"/>
            <pc:sldLayoutMk cId="0" sldId="214748369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698"/>
        </pc:sldMasterMkLst>
        <pc:sldLayoutChg chg="del">
          <pc:chgData name="León, Larry" userId="2e9991a6-6e88-4fea-b9aa-4ecc8f539ce5" providerId="ADAL" clId="{0AC41C4A-71B2-54FE-9CA7-12CE1E3CA3F4}" dt="2026-04-14T21:53:45.400" v="15"/>
          <pc:sldLayoutMkLst>
            <pc:docMk/>
            <pc:sldMasterMk cId="0" sldId="2147483698"/>
            <pc:sldLayoutMk cId="0" sldId="214748369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00"/>
        </pc:sldMasterMkLst>
        <pc:sldLayoutChg chg="del">
          <pc:chgData name="León, Larry" userId="2e9991a6-6e88-4fea-b9aa-4ecc8f539ce5" providerId="ADAL" clId="{0AC41C4A-71B2-54FE-9CA7-12CE1E3CA3F4}" dt="2026-04-14T21:53:45.400" v="15"/>
          <pc:sldLayoutMkLst>
            <pc:docMk/>
            <pc:sldMasterMk cId="0" sldId="2147483700"/>
            <pc:sldLayoutMk cId="0" sldId="214748370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02"/>
        </pc:sldMasterMkLst>
        <pc:sldLayoutChg chg="del">
          <pc:chgData name="León, Larry" userId="2e9991a6-6e88-4fea-b9aa-4ecc8f539ce5" providerId="ADAL" clId="{0AC41C4A-71B2-54FE-9CA7-12CE1E3CA3F4}" dt="2026-04-14T21:53:45.400" v="15"/>
          <pc:sldLayoutMkLst>
            <pc:docMk/>
            <pc:sldMasterMk cId="0" sldId="2147483702"/>
            <pc:sldLayoutMk cId="0" sldId="214748370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04"/>
        </pc:sldMasterMkLst>
        <pc:sldLayoutChg chg="del">
          <pc:chgData name="León, Larry" userId="2e9991a6-6e88-4fea-b9aa-4ecc8f539ce5" providerId="ADAL" clId="{0AC41C4A-71B2-54FE-9CA7-12CE1E3CA3F4}" dt="2026-04-14T21:53:45.400" v="15"/>
          <pc:sldLayoutMkLst>
            <pc:docMk/>
            <pc:sldMasterMk cId="0" sldId="2147483704"/>
            <pc:sldLayoutMk cId="0" sldId="214748370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06"/>
        </pc:sldMasterMkLst>
        <pc:sldLayoutChg chg="del">
          <pc:chgData name="León, Larry" userId="2e9991a6-6e88-4fea-b9aa-4ecc8f539ce5" providerId="ADAL" clId="{0AC41C4A-71B2-54FE-9CA7-12CE1E3CA3F4}" dt="2026-04-14T21:53:45.400" v="15"/>
          <pc:sldLayoutMkLst>
            <pc:docMk/>
            <pc:sldMasterMk cId="0" sldId="2147483706"/>
            <pc:sldLayoutMk cId="0" sldId="214748370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08"/>
        </pc:sldMasterMkLst>
        <pc:sldLayoutChg chg="del">
          <pc:chgData name="León, Larry" userId="2e9991a6-6e88-4fea-b9aa-4ecc8f539ce5" providerId="ADAL" clId="{0AC41C4A-71B2-54FE-9CA7-12CE1E3CA3F4}" dt="2026-04-14T21:53:45.400" v="15"/>
          <pc:sldLayoutMkLst>
            <pc:docMk/>
            <pc:sldMasterMk cId="0" sldId="2147483708"/>
            <pc:sldLayoutMk cId="0" sldId="214748370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10"/>
        </pc:sldMasterMkLst>
        <pc:sldLayoutChg chg="del">
          <pc:chgData name="León, Larry" userId="2e9991a6-6e88-4fea-b9aa-4ecc8f539ce5" providerId="ADAL" clId="{0AC41C4A-71B2-54FE-9CA7-12CE1E3CA3F4}" dt="2026-04-14T21:53:45.400" v="15"/>
          <pc:sldLayoutMkLst>
            <pc:docMk/>
            <pc:sldMasterMk cId="0" sldId="2147483710"/>
            <pc:sldLayoutMk cId="0" sldId="214748371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12"/>
        </pc:sldMasterMkLst>
        <pc:sldLayoutChg chg="del">
          <pc:chgData name="León, Larry" userId="2e9991a6-6e88-4fea-b9aa-4ecc8f539ce5" providerId="ADAL" clId="{0AC41C4A-71B2-54FE-9CA7-12CE1E3CA3F4}" dt="2026-04-14T21:53:45.400" v="15"/>
          <pc:sldLayoutMkLst>
            <pc:docMk/>
            <pc:sldMasterMk cId="0" sldId="2147483712"/>
            <pc:sldLayoutMk cId="0" sldId="214748371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14"/>
        </pc:sldMasterMkLst>
        <pc:sldLayoutChg chg="del">
          <pc:chgData name="León, Larry" userId="2e9991a6-6e88-4fea-b9aa-4ecc8f539ce5" providerId="ADAL" clId="{0AC41C4A-71B2-54FE-9CA7-12CE1E3CA3F4}" dt="2026-04-14T21:53:45.400" v="15"/>
          <pc:sldLayoutMkLst>
            <pc:docMk/>
            <pc:sldMasterMk cId="0" sldId="2147483714"/>
            <pc:sldLayoutMk cId="0" sldId="214748371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16"/>
        </pc:sldMasterMkLst>
        <pc:sldLayoutChg chg="del">
          <pc:chgData name="León, Larry" userId="2e9991a6-6e88-4fea-b9aa-4ecc8f539ce5" providerId="ADAL" clId="{0AC41C4A-71B2-54FE-9CA7-12CE1E3CA3F4}" dt="2026-04-14T21:53:45.400" v="15"/>
          <pc:sldLayoutMkLst>
            <pc:docMk/>
            <pc:sldMasterMk cId="0" sldId="2147483716"/>
            <pc:sldLayoutMk cId="0" sldId="214748371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18"/>
        </pc:sldMasterMkLst>
        <pc:sldLayoutChg chg="del">
          <pc:chgData name="León, Larry" userId="2e9991a6-6e88-4fea-b9aa-4ecc8f539ce5" providerId="ADAL" clId="{0AC41C4A-71B2-54FE-9CA7-12CE1E3CA3F4}" dt="2026-04-14T21:53:45.400" v="15"/>
          <pc:sldLayoutMkLst>
            <pc:docMk/>
            <pc:sldMasterMk cId="0" sldId="2147483718"/>
            <pc:sldLayoutMk cId="0" sldId="214748371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20"/>
        </pc:sldMasterMkLst>
        <pc:sldLayoutChg chg="del">
          <pc:chgData name="León, Larry" userId="2e9991a6-6e88-4fea-b9aa-4ecc8f539ce5" providerId="ADAL" clId="{0AC41C4A-71B2-54FE-9CA7-12CE1E3CA3F4}" dt="2026-04-14T21:53:45.400" v="15"/>
          <pc:sldLayoutMkLst>
            <pc:docMk/>
            <pc:sldMasterMk cId="0" sldId="2147483720"/>
            <pc:sldLayoutMk cId="0" sldId="214748372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22"/>
        </pc:sldMasterMkLst>
        <pc:sldLayoutChg chg="del">
          <pc:chgData name="León, Larry" userId="2e9991a6-6e88-4fea-b9aa-4ecc8f539ce5" providerId="ADAL" clId="{0AC41C4A-71B2-54FE-9CA7-12CE1E3CA3F4}" dt="2026-04-14T21:53:45.400" v="15"/>
          <pc:sldLayoutMkLst>
            <pc:docMk/>
            <pc:sldMasterMk cId="0" sldId="2147483722"/>
            <pc:sldLayoutMk cId="0" sldId="214748372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24"/>
        </pc:sldMasterMkLst>
        <pc:sldLayoutChg chg="del">
          <pc:chgData name="León, Larry" userId="2e9991a6-6e88-4fea-b9aa-4ecc8f539ce5" providerId="ADAL" clId="{0AC41C4A-71B2-54FE-9CA7-12CE1E3CA3F4}" dt="2026-04-14T21:53:45.400" v="15"/>
          <pc:sldLayoutMkLst>
            <pc:docMk/>
            <pc:sldMasterMk cId="0" sldId="2147483724"/>
            <pc:sldLayoutMk cId="0" sldId="214748372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26"/>
        </pc:sldMasterMkLst>
        <pc:sldLayoutChg chg="del">
          <pc:chgData name="León, Larry" userId="2e9991a6-6e88-4fea-b9aa-4ecc8f539ce5" providerId="ADAL" clId="{0AC41C4A-71B2-54FE-9CA7-12CE1E3CA3F4}" dt="2026-04-14T21:53:45.400" v="15"/>
          <pc:sldLayoutMkLst>
            <pc:docMk/>
            <pc:sldMasterMk cId="0" sldId="2147483726"/>
            <pc:sldLayoutMk cId="0" sldId="214748372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28"/>
        </pc:sldMasterMkLst>
        <pc:sldLayoutChg chg="del">
          <pc:chgData name="León, Larry" userId="2e9991a6-6e88-4fea-b9aa-4ecc8f539ce5" providerId="ADAL" clId="{0AC41C4A-71B2-54FE-9CA7-12CE1E3CA3F4}" dt="2026-04-14T21:53:45.400" v="15"/>
          <pc:sldLayoutMkLst>
            <pc:docMk/>
            <pc:sldMasterMk cId="0" sldId="2147483728"/>
            <pc:sldLayoutMk cId="0" sldId="214748372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30"/>
        </pc:sldMasterMkLst>
        <pc:sldLayoutChg chg="del">
          <pc:chgData name="León, Larry" userId="2e9991a6-6e88-4fea-b9aa-4ecc8f539ce5" providerId="ADAL" clId="{0AC41C4A-71B2-54FE-9CA7-12CE1E3CA3F4}" dt="2026-04-14T21:53:45.400" v="15"/>
          <pc:sldLayoutMkLst>
            <pc:docMk/>
            <pc:sldMasterMk cId="0" sldId="2147483730"/>
            <pc:sldLayoutMk cId="0" sldId="214748373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32"/>
        </pc:sldMasterMkLst>
        <pc:sldLayoutChg chg="del">
          <pc:chgData name="León, Larry" userId="2e9991a6-6e88-4fea-b9aa-4ecc8f539ce5" providerId="ADAL" clId="{0AC41C4A-71B2-54FE-9CA7-12CE1E3CA3F4}" dt="2026-04-14T21:53:45.400" v="15"/>
          <pc:sldLayoutMkLst>
            <pc:docMk/>
            <pc:sldMasterMk cId="0" sldId="2147483732"/>
            <pc:sldLayoutMk cId="0" sldId="214748373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34"/>
        </pc:sldMasterMkLst>
        <pc:sldLayoutChg chg="del">
          <pc:chgData name="León, Larry" userId="2e9991a6-6e88-4fea-b9aa-4ecc8f539ce5" providerId="ADAL" clId="{0AC41C4A-71B2-54FE-9CA7-12CE1E3CA3F4}" dt="2026-04-14T21:53:45.400" v="15"/>
          <pc:sldLayoutMkLst>
            <pc:docMk/>
            <pc:sldMasterMk cId="0" sldId="2147483734"/>
            <pc:sldLayoutMk cId="0" sldId="214748373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36"/>
        </pc:sldMasterMkLst>
        <pc:sldLayoutChg chg="del">
          <pc:chgData name="León, Larry" userId="2e9991a6-6e88-4fea-b9aa-4ecc8f539ce5" providerId="ADAL" clId="{0AC41C4A-71B2-54FE-9CA7-12CE1E3CA3F4}" dt="2026-04-14T21:53:45.400" v="15"/>
          <pc:sldLayoutMkLst>
            <pc:docMk/>
            <pc:sldMasterMk cId="0" sldId="2147483736"/>
            <pc:sldLayoutMk cId="0" sldId="214748373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38"/>
        </pc:sldMasterMkLst>
        <pc:sldLayoutChg chg="del">
          <pc:chgData name="León, Larry" userId="2e9991a6-6e88-4fea-b9aa-4ecc8f539ce5" providerId="ADAL" clId="{0AC41C4A-71B2-54FE-9CA7-12CE1E3CA3F4}" dt="2026-04-14T21:53:45.400" v="15"/>
          <pc:sldLayoutMkLst>
            <pc:docMk/>
            <pc:sldMasterMk cId="0" sldId="2147483738"/>
            <pc:sldLayoutMk cId="0" sldId="214748373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40"/>
        </pc:sldMasterMkLst>
        <pc:sldLayoutChg chg="del">
          <pc:chgData name="León, Larry" userId="2e9991a6-6e88-4fea-b9aa-4ecc8f539ce5" providerId="ADAL" clId="{0AC41C4A-71B2-54FE-9CA7-12CE1E3CA3F4}" dt="2026-04-14T21:53:45.400" v="15"/>
          <pc:sldLayoutMkLst>
            <pc:docMk/>
            <pc:sldMasterMk cId="0" sldId="2147483740"/>
            <pc:sldLayoutMk cId="0" sldId="214748374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42"/>
        </pc:sldMasterMkLst>
        <pc:sldLayoutChg chg="del">
          <pc:chgData name="León, Larry" userId="2e9991a6-6e88-4fea-b9aa-4ecc8f539ce5" providerId="ADAL" clId="{0AC41C4A-71B2-54FE-9CA7-12CE1E3CA3F4}" dt="2026-04-14T21:53:45.400" v="15"/>
          <pc:sldLayoutMkLst>
            <pc:docMk/>
            <pc:sldMasterMk cId="0" sldId="2147483742"/>
            <pc:sldLayoutMk cId="0" sldId="214748374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44"/>
        </pc:sldMasterMkLst>
        <pc:sldLayoutChg chg="del">
          <pc:chgData name="León, Larry" userId="2e9991a6-6e88-4fea-b9aa-4ecc8f539ce5" providerId="ADAL" clId="{0AC41C4A-71B2-54FE-9CA7-12CE1E3CA3F4}" dt="2026-04-14T21:53:45.400" v="15"/>
          <pc:sldLayoutMkLst>
            <pc:docMk/>
            <pc:sldMasterMk cId="0" sldId="2147483744"/>
            <pc:sldLayoutMk cId="0" sldId="214748374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46"/>
        </pc:sldMasterMkLst>
        <pc:sldLayoutChg chg="del">
          <pc:chgData name="León, Larry" userId="2e9991a6-6e88-4fea-b9aa-4ecc8f539ce5" providerId="ADAL" clId="{0AC41C4A-71B2-54FE-9CA7-12CE1E3CA3F4}" dt="2026-04-14T21:53:45.400" v="15"/>
          <pc:sldLayoutMkLst>
            <pc:docMk/>
            <pc:sldMasterMk cId="0" sldId="2147483746"/>
            <pc:sldLayoutMk cId="0" sldId="214748374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48"/>
        </pc:sldMasterMkLst>
        <pc:sldLayoutChg chg="del">
          <pc:chgData name="León, Larry" userId="2e9991a6-6e88-4fea-b9aa-4ecc8f539ce5" providerId="ADAL" clId="{0AC41C4A-71B2-54FE-9CA7-12CE1E3CA3F4}" dt="2026-04-14T21:53:45.400" v="15"/>
          <pc:sldLayoutMkLst>
            <pc:docMk/>
            <pc:sldMasterMk cId="0" sldId="2147483748"/>
            <pc:sldLayoutMk cId="0" sldId="214748374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50"/>
        </pc:sldMasterMkLst>
        <pc:sldLayoutChg chg="del">
          <pc:chgData name="León, Larry" userId="2e9991a6-6e88-4fea-b9aa-4ecc8f539ce5" providerId="ADAL" clId="{0AC41C4A-71B2-54FE-9CA7-12CE1E3CA3F4}" dt="2026-04-14T21:53:45.400" v="15"/>
          <pc:sldLayoutMkLst>
            <pc:docMk/>
            <pc:sldMasterMk cId="0" sldId="2147483750"/>
            <pc:sldLayoutMk cId="0" sldId="214748375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52"/>
        </pc:sldMasterMkLst>
        <pc:sldLayoutChg chg="del">
          <pc:chgData name="León, Larry" userId="2e9991a6-6e88-4fea-b9aa-4ecc8f539ce5" providerId="ADAL" clId="{0AC41C4A-71B2-54FE-9CA7-12CE1E3CA3F4}" dt="2026-04-14T21:53:45.400" v="15"/>
          <pc:sldLayoutMkLst>
            <pc:docMk/>
            <pc:sldMasterMk cId="0" sldId="2147483752"/>
            <pc:sldLayoutMk cId="0" sldId="214748375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54"/>
        </pc:sldMasterMkLst>
        <pc:sldLayoutChg chg="del">
          <pc:chgData name="León, Larry" userId="2e9991a6-6e88-4fea-b9aa-4ecc8f539ce5" providerId="ADAL" clId="{0AC41C4A-71B2-54FE-9CA7-12CE1E3CA3F4}" dt="2026-04-14T21:53:45.400" v="15"/>
          <pc:sldLayoutMkLst>
            <pc:docMk/>
            <pc:sldMasterMk cId="0" sldId="2147483754"/>
            <pc:sldLayoutMk cId="0" sldId="214748375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56"/>
        </pc:sldMasterMkLst>
        <pc:sldLayoutChg chg="del">
          <pc:chgData name="León, Larry" userId="2e9991a6-6e88-4fea-b9aa-4ecc8f539ce5" providerId="ADAL" clId="{0AC41C4A-71B2-54FE-9CA7-12CE1E3CA3F4}" dt="2026-04-14T21:53:45.400" v="15"/>
          <pc:sldLayoutMkLst>
            <pc:docMk/>
            <pc:sldMasterMk cId="0" sldId="2147483756"/>
            <pc:sldLayoutMk cId="0" sldId="214748375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58"/>
        </pc:sldMasterMkLst>
        <pc:sldLayoutChg chg="del">
          <pc:chgData name="León, Larry" userId="2e9991a6-6e88-4fea-b9aa-4ecc8f539ce5" providerId="ADAL" clId="{0AC41C4A-71B2-54FE-9CA7-12CE1E3CA3F4}" dt="2026-04-14T21:53:45.400" v="15"/>
          <pc:sldLayoutMkLst>
            <pc:docMk/>
            <pc:sldMasterMk cId="0" sldId="2147483758"/>
            <pc:sldLayoutMk cId="0" sldId="214748375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60"/>
        </pc:sldMasterMkLst>
        <pc:sldLayoutChg chg="del">
          <pc:chgData name="León, Larry" userId="2e9991a6-6e88-4fea-b9aa-4ecc8f539ce5" providerId="ADAL" clId="{0AC41C4A-71B2-54FE-9CA7-12CE1E3CA3F4}" dt="2026-04-14T21:53:45.400" v="15"/>
          <pc:sldLayoutMkLst>
            <pc:docMk/>
            <pc:sldMasterMk cId="0" sldId="2147483760"/>
            <pc:sldLayoutMk cId="0" sldId="214748376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62"/>
        </pc:sldMasterMkLst>
        <pc:sldLayoutChg chg="del">
          <pc:chgData name="León, Larry" userId="2e9991a6-6e88-4fea-b9aa-4ecc8f539ce5" providerId="ADAL" clId="{0AC41C4A-71B2-54FE-9CA7-12CE1E3CA3F4}" dt="2026-04-14T21:53:45.400" v="15"/>
          <pc:sldLayoutMkLst>
            <pc:docMk/>
            <pc:sldMasterMk cId="0" sldId="2147483762"/>
            <pc:sldLayoutMk cId="0" sldId="214748376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64"/>
        </pc:sldMasterMkLst>
        <pc:sldLayoutChg chg="del">
          <pc:chgData name="León, Larry" userId="2e9991a6-6e88-4fea-b9aa-4ecc8f539ce5" providerId="ADAL" clId="{0AC41C4A-71B2-54FE-9CA7-12CE1E3CA3F4}" dt="2026-04-14T21:53:45.400" v="15"/>
          <pc:sldLayoutMkLst>
            <pc:docMk/>
            <pc:sldMasterMk cId="0" sldId="2147483764"/>
            <pc:sldLayoutMk cId="0" sldId="214748376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66"/>
        </pc:sldMasterMkLst>
        <pc:sldLayoutChg chg="del">
          <pc:chgData name="León, Larry" userId="2e9991a6-6e88-4fea-b9aa-4ecc8f539ce5" providerId="ADAL" clId="{0AC41C4A-71B2-54FE-9CA7-12CE1E3CA3F4}" dt="2026-04-14T21:53:45.400" v="15"/>
          <pc:sldLayoutMkLst>
            <pc:docMk/>
            <pc:sldMasterMk cId="0" sldId="2147483766"/>
            <pc:sldLayoutMk cId="0" sldId="214748376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68"/>
        </pc:sldMasterMkLst>
        <pc:sldLayoutChg chg="del">
          <pc:chgData name="León, Larry" userId="2e9991a6-6e88-4fea-b9aa-4ecc8f539ce5" providerId="ADAL" clId="{0AC41C4A-71B2-54FE-9CA7-12CE1E3CA3F4}" dt="2026-04-14T21:53:45.400" v="15"/>
          <pc:sldLayoutMkLst>
            <pc:docMk/>
            <pc:sldMasterMk cId="0" sldId="2147483768"/>
            <pc:sldLayoutMk cId="0" sldId="214748376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70"/>
        </pc:sldMasterMkLst>
        <pc:sldLayoutChg chg="del">
          <pc:chgData name="León, Larry" userId="2e9991a6-6e88-4fea-b9aa-4ecc8f539ce5" providerId="ADAL" clId="{0AC41C4A-71B2-54FE-9CA7-12CE1E3CA3F4}" dt="2026-04-14T21:53:45.400" v="15"/>
          <pc:sldLayoutMkLst>
            <pc:docMk/>
            <pc:sldMasterMk cId="0" sldId="2147483770"/>
            <pc:sldLayoutMk cId="0" sldId="214748377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72"/>
        </pc:sldMasterMkLst>
        <pc:sldLayoutChg chg="del">
          <pc:chgData name="León, Larry" userId="2e9991a6-6e88-4fea-b9aa-4ecc8f539ce5" providerId="ADAL" clId="{0AC41C4A-71B2-54FE-9CA7-12CE1E3CA3F4}" dt="2026-04-14T21:53:45.400" v="15"/>
          <pc:sldLayoutMkLst>
            <pc:docMk/>
            <pc:sldMasterMk cId="0" sldId="2147483772"/>
            <pc:sldLayoutMk cId="0" sldId="214748377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74"/>
        </pc:sldMasterMkLst>
        <pc:sldLayoutChg chg="del">
          <pc:chgData name="León, Larry" userId="2e9991a6-6e88-4fea-b9aa-4ecc8f539ce5" providerId="ADAL" clId="{0AC41C4A-71B2-54FE-9CA7-12CE1E3CA3F4}" dt="2026-04-14T21:53:45.400" v="15"/>
          <pc:sldLayoutMkLst>
            <pc:docMk/>
            <pc:sldMasterMk cId="0" sldId="2147483774"/>
            <pc:sldLayoutMk cId="0" sldId="214748377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76"/>
        </pc:sldMasterMkLst>
        <pc:sldLayoutChg chg="del">
          <pc:chgData name="León, Larry" userId="2e9991a6-6e88-4fea-b9aa-4ecc8f539ce5" providerId="ADAL" clId="{0AC41C4A-71B2-54FE-9CA7-12CE1E3CA3F4}" dt="2026-04-14T21:53:45.400" v="15"/>
          <pc:sldLayoutMkLst>
            <pc:docMk/>
            <pc:sldMasterMk cId="0" sldId="2147483776"/>
            <pc:sldLayoutMk cId="0" sldId="214748377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78"/>
        </pc:sldMasterMkLst>
        <pc:sldLayoutChg chg="del">
          <pc:chgData name="León, Larry" userId="2e9991a6-6e88-4fea-b9aa-4ecc8f539ce5" providerId="ADAL" clId="{0AC41C4A-71B2-54FE-9CA7-12CE1E3CA3F4}" dt="2026-04-14T21:53:45.400" v="15"/>
          <pc:sldLayoutMkLst>
            <pc:docMk/>
            <pc:sldMasterMk cId="0" sldId="2147483778"/>
            <pc:sldLayoutMk cId="0" sldId="214748377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80"/>
        </pc:sldMasterMkLst>
        <pc:sldLayoutChg chg="del">
          <pc:chgData name="León, Larry" userId="2e9991a6-6e88-4fea-b9aa-4ecc8f539ce5" providerId="ADAL" clId="{0AC41C4A-71B2-54FE-9CA7-12CE1E3CA3F4}" dt="2026-04-14T21:53:45.400" v="15"/>
          <pc:sldLayoutMkLst>
            <pc:docMk/>
            <pc:sldMasterMk cId="0" sldId="2147483780"/>
            <pc:sldLayoutMk cId="0" sldId="214748378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82"/>
        </pc:sldMasterMkLst>
        <pc:sldLayoutChg chg="del">
          <pc:chgData name="León, Larry" userId="2e9991a6-6e88-4fea-b9aa-4ecc8f539ce5" providerId="ADAL" clId="{0AC41C4A-71B2-54FE-9CA7-12CE1E3CA3F4}" dt="2026-04-14T21:53:45.400" v="15"/>
          <pc:sldLayoutMkLst>
            <pc:docMk/>
            <pc:sldMasterMk cId="0" sldId="2147483782"/>
            <pc:sldLayoutMk cId="0" sldId="214748378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84"/>
        </pc:sldMasterMkLst>
        <pc:sldLayoutChg chg="del">
          <pc:chgData name="León, Larry" userId="2e9991a6-6e88-4fea-b9aa-4ecc8f539ce5" providerId="ADAL" clId="{0AC41C4A-71B2-54FE-9CA7-12CE1E3CA3F4}" dt="2026-04-14T21:53:45.400" v="15"/>
          <pc:sldLayoutMkLst>
            <pc:docMk/>
            <pc:sldMasterMk cId="0" sldId="2147483784"/>
            <pc:sldLayoutMk cId="0" sldId="214748378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86"/>
        </pc:sldMasterMkLst>
        <pc:sldLayoutChg chg="del">
          <pc:chgData name="León, Larry" userId="2e9991a6-6e88-4fea-b9aa-4ecc8f539ce5" providerId="ADAL" clId="{0AC41C4A-71B2-54FE-9CA7-12CE1E3CA3F4}" dt="2026-04-14T21:53:45.400" v="15"/>
          <pc:sldLayoutMkLst>
            <pc:docMk/>
            <pc:sldMasterMk cId="0" sldId="2147483786"/>
            <pc:sldLayoutMk cId="0" sldId="214748378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88"/>
        </pc:sldMasterMkLst>
        <pc:sldLayoutChg chg="del">
          <pc:chgData name="León, Larry" userId="2e9991a6-6e88-4fea-b9aa-4ecc8f539ce5" providerId="ADAL" clId="{0AC41C4A-71B2-54FE-9CA7-12CE1E3CA3F4}" dt="2026-04-14T21:53:45.400" v="15"/>
          <pc:sldLayoutMkLst>
            <pc:docMk/>
            <pc:sldMasterMk cId="0" sldId="2147483788"/>
            <pc:sldLayoutMk cId="0" sldId="214748378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90"/>
        </pc:sldMasterMkLst>
        <pc:sldLayoutChg chg="del">
          <pc:chgData name="León, Larry" userId="2e9991a6-6e88-4fea-b9aa-4ecc8f539ce5" providerId="ADAL" clId="{0AC41C4A-71B2-54FE-9CA7-12CE1E3CA3F4}" dt="2026-04-14T21:53:45.400" v="15"/>
          <pc:sldLayoutMkLst>
            <pc:docMk/>
            <pc:sldMasterMk cId="0" sldId="2147483790"/>
            <pc:sldLayoutMk cId="0" sldId="214748379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92"/>
        </pc:sldMasterMkLst>
        <pc:sldLayoutChg chg="del">
          <pc:chgData name="León, Larry" userId="2e9991a6-6e88-4fea-b9aa-4ecc8f539ce5" providerId="ADAL" clId="{0AC41C4A-71B2-54FE-9CA7-12CE1E3CA3F4}" dt="2026-04-14T21:53:45.400" v="15"/>
          <pc:sldLayoutMkLst>
            <pc:docMk/>
            <pc:sldMasterMk cId="0" sldId="2147483792"/>
            <pc:sldLayoutMk cId="0" sldId="214748379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94"/>
        </pc:sldMasterMkLst>
        <pc:sldLayoutChg chg="del">
          <pc:chgData name="León, Larry" userId="2e9991a6-6e88-4fea-b9aa-4ecc8f539ce5" providerId="ADAL" clId="{0AC41C4A-71B2-54FE-9CA7-12CE1E3CA3F4}" dt="2026-04-14T21:53:45.400" v="15"/>
          <pc:sldLayoutMkLst>
            <pc:docMk/>
            <pc:sldMasterMk cId="0" sldId="2147483794"/>
            <pc:sldLayoutMk cId="0" sldId="214748379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96"/>
        </pc:sldMasterMkLst>
        <pc:sldLayoutChg chg="del">
          <pc:chgData name="León, Larry" userId="2e9991a6-6e88-4fea-b9aa-4ecc8f539ce5" providerId="ADAL" clId="{0AC41C4A-71B2-54FE-9CA7-12CE1E3CA3F4}" dt="2026-04-14T21:53:45.400" v="15"/>
          <pc:sldLayoutMkLst>
            <pc:docMk/>
            <pc:sldMasterMk cId="0" sldId="2147483796"/>
            <pc:sldLayoutMk cId="0" sldId="214748379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798"/>
        </pc:sldMasterMkLst>
        <pc:sldLayoutChg chg="del">
          <pc:chgData name="León, Larry" userId="2e9991a6-6e88-4fea-b9aa-4ecc8f539ce5" providerId="ADAL" clId="{0AC41C4A-71B2-54FE-9CA7-12CE1E3CA3F4}" dt="2026-04-14T21:53:45.400" v="15"/>
          <pc:sldLayoutMkLst>
            <pc:docMk/>
            <pc:sldMasterMk cId="0" sldId="2147483798"/>
            <pc:sldLayoutMk cId="0" sldId="214748379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00"/>
        </pc:sldMasterMkLst>
        <pc:sldLayoutChg chg="del">
          <pc:chgData name="León, Larry" userId="2e9991a6-6e88-4fea-b9aa-4ecc8f539ce5" providerId="ADAL" clId="{0AC41C4A-71B2-54FE-9CA7-12CE1E3CA3F4}" dt="2026-04-14T21:53:45.400" v="15"/>
          <pc:sldLayoutMkLst>
            <pc:docMk/>
            <pc:sldMasterMk cId="0" sldId="2147483800"/>
            <pc:sldLayoutMk cId="0" sldId="214748380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02"/>
        </pc:sldMasterMkLst>
        <pc:sldLayoutChg chg="del">
          <pc:chgData name="León, Larry" userId="2e9991a6-6e88-4fea-b9aa-4ecc8f539ce5" providerId="ADAL" clId="{0AC41C4A-71B2-54FE-9CA7-12CE1E3CA3F4}" dt="2026-04-14T21:53:45.400" v="15"/>
          <pc:sldLayoutMkLst>
            <pc:docMk/>
            <pc:sldMasterMk cId="0" sldId="2147483802"/>
            <pc:sldLayoutMk cId="0" sldId="214748380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04"/>
        </pc:sldMasterMkLst>
        <pc:sldLayoutChg chg="del">
          <pc:chgData name="León, Larry" userId="2e9991a6-6e88-4fea-b9aa-4ecc8f539ce5" providerId="ADAL" clId="{0AC41C4A-71B2-54FE-9CA7-12CE1E3CA3F4}" dt="2026-04-14T21:53:45.400" v="15"/>
          <pc:sldLayoutMkLst>
            <pc:docMk/>
            <pc:sldMasterMk cId="0" sldId="2147483804"/>
            <pc:sldLayoutMk cId="0" sldId="214748380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06"/>
        </pc:sldMasterMkLst>
        <pc:sldLayoutChg chg="del">
          <pc:chgData name="León, Larry" userId="2e9991a6-6e88-4fea-b9aa-4ecc8f539ce5" providerId="ADAL" clId="{0AC41C4A-71B2-54FE-9CA7-12CE1E3CA3F4}" dt="2026-04-14T21:53:45.400" v="15"/>
          <pc:sldLayoutMkLst>
            <pc:docMk/>
            <pc:sldMasterMk cId="0" sldId="2147483806"/>
            <pc:sldLayoutMk cId="0" sldId="214748380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08"/>
        </pc:sldMasterMkLst>
        <pc:sldLayoutChg chg="del">
          <pc:chgData name="León, Larry" userId="2e9991a6-6e88-4fea-b9aa-4ecc8f539ce5" providerId="ADAL" clId="{0AC41C4A-71B2-54FE-9CA7-12CE1E3CA3F4}" dt="2026-04-14T21:53:45.400" v="15"/>
          <pc:sldLayoutMkLst>
            <pc:docMk/>
            <pc:sldMasterMk cId="0" sldId="2147483808"/>
            <pc:sldLayoutMk cId="0" sldId="214748380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10"/>
        </pc:sldMasterMkLst>
        <pc:sldLayoutChg chg="del">
          <pc:chgData name="León, Larry" userId="2e9991a6-6e88-4fea-b9aa-4ecc8f539ce5" providerId="ADAL" clId="{0AC41C4A-71B2-54FE-9CA7-12CE1E3CA3F4}" dt="2026-04-14T21:53:45.400" v="15"/>
          <pc:sldLayoutMkLst>
            <pc:docMk/>
            <pc:sldMasterMk cId="0" sldId="2147483810"/>
            <pc:sldLayoutMk cId="0" sldId="214748381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14"/>
        </pc:sldMasterMkLst>
        <pc:sldLayoutChg chg="del">
          <pc:chgData name="León, Larry" userId="2e9991a6-6e88-4fea-b9aa-4ecc8f539ce5" providerId="ADAL" clId="{0AC41C4A-71B2-54FE-9CA7-12CE1E3CA3F4}" dt="2026-04-14T21:53:45.400" v="15"/>
          <pc:sldLayoutMkLst>
            <pc:docMk/>
            <pc:sldMasterMk cId="0" sldId="2147483814"/>
            <pc:sldLayoutMk cId="0" sldId="214748381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16"/>
        </pc:sldMasterMkLst>
        <pc:sldLayoutChg chg="del">
          <pc:chgData name="León, Larry" userId="2e9991a6-6e88-4fea-b9aa-4ecc8f539ce5" providerId="ADAL" clId="{0AC41C4A-71B2-54FE-9CA7-12CE1E3CA3F4}" dt="2026-04-14T21:53:45.400" v="15"/>
          <pc:sldLayoutMkLst>
            <pc:docMk/>
            <pc:sldMasterMk cId="0" sldId="2147483816"/>
            <pc:sldLayoutMk cId="0" sldId="214748381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18"/>
        </pc:sldMasterMkLst>
        <pc:sldLayoutChg chg="del">
          <pc:chgData name="León, Larry" userId="2e9991a6-6e88-4fea-b9aa-4ecc8f539ce5" providerId="ADAL" clId="{0AC41C4A-71B2-54FE-9CA7-12CE1E3CA3F4}" dt="2026-04-14T21:53:45.400" v="15"/>
          <pc:sldLayoutMkLst>
            <pc:docMk/>
            <pc:sldMasterMk cId="0" sldId="2147483818"/>
            <pc:sldLayoutMk cId="0" sldId="214748381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20"/>
        </pc:sldMasterMkLst>
        <pc:sldLayoutChg chg="del">
          <pc:chgData name="León, Larry" userId="2e9991a6-6e88-4fea-b9aa-4ecc8f539ce5" providerId="ADAL" clId="{0AC41C4A-71B2-54FE-9CA7-12CE1E3CA3F4}" dt="2026-04-14T21:53:45.400" v="15"/>
          <pc:sldLayoutMkLst>
            <pc:docMk/>
            <pc:sldMasterMk cId="0" sldId="2147483820"/>
            <pc:sldLayoutMk cId="0" sldId="214748382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22"/>
        </pc:sldMasterMkLst>
        <pc:sldLayoutChg chg="del">
          <pc:chgData name="León, Larry" userId="2e9991a6-6e88-4fea-b9aa-4ecc8f539ce5" providerId="ADAL" clId="{0AC41C4A-71B2-54FE-9CA7-12CE1E3CA3F4}" dt="2026-04-14T21:53:45.400" v="15"/>
          <pc:sldLayoutMkLst>
            <pc:docMk/>
            <pc:sldMasterMk cId="0" sldId="2147483822"/>
            <pc:sldLayoutMk cId="0" sldId="214748382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24"/>
        </pc:sldMasterMkLst>
        <pc:sldLayoutChg chg="del">
          <pc:chgData name="León, Larry" userId="2e9991a6-6e88-4fea-b9aa-4ecc8f539ce5" providerId="ADAL" clId="{0AC41C4A-71B2-54FE-9CA7-12CE1E3CA3F4}" dt="2026-04-14T21:53:45.400" v="15"/>
          <pc:sldLayoutMkLst>
            <pc:docMk/>
            <pc:sldMasterMk cId="0" sldId="2147483824"/>
            <pc:sldLayoutMk cId="0" sldId="214748382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26"/>
        </pc:sldMasterMkLst>
        <pc:sldLayoutChg chg="del">
          <pc:chgData name="León, Larry" userId="2e9991a6-6e88-4fea-b9aa-4ecc8f539ce5" providerId="ADAL" clId="{0AC41C4A-71B2-54FE-9CA7-12CE1E3CA3F4}" dt="2026-04-14T21:53:45.400" v="15"/>
          <pc:sldLayoutMkLst>
            <pc:docMk/>
            <pc:sldMasterMk cId="0" sldId="2147483826"/>
            <pc:sldLayoutMk cId="0" sldId="214748382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30"/>
        </pc:sldMasterMkLst>
        <pc:sldLayoutChg chg="del">
          <pc:chgData name="León, Larry" userId="2e9991a6-6e88-4fea-b9aa-4ecc8f539ce5" providerId="ADAL" clId="{0AC41C4A-71B2-54FE-9CA7-12CE1E3CA3F4}" dt="2026-04-14T21:53:45.400" v="15"/>
          <pc:sldLayoutMkLst>
            <pc:docMk/>
            <pc:sldMasterMk cId="0" sldId="2147483830"/>
            <pc:sldLayoutMk cId="0" sldId="214748383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32"/>
        </pc:sldMasterMkLst>
        <pc:sldLayoutChg chg="del">
          <pc:chgData name="León, Larry" userId="2e9991a6-6e88-4fea-b9aa-4ecc8f539ce5" providerId="ADAL" clId="{0AC41C4A-71B2-54FE-9CA7-12CE1E3CA3F4}" dt="2026-04-14T21:53:45.400" v="15"/>
          <pc:sldLayoutMkLst>
            <pc:docMk/>
            <pc:sldMasterMk cId="0" sldId="2147483832"/>
            <pc:sldLayoutMk cId="0" sldId="214748383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34"/>
        </pc:sldMasterMkLst>
        <pc:sldLayoutChg chg="del">
          <pc:chgData name="León, Larry" userId="2e9991a6-6e88-4fea-b9aa-4ecc8f539ce5" providerId="ADAL" clId="{0AC41C4A-71B2-54FE-9CA7-12CE1E3CA3F4}" dt="2026-04-14T21:53:45.400" v="15"/>
          <pc:sldLayoutMkLst>
            <pc:docMk/>
            <pc:sldMasterMk cId="0" sldId="2147483834"/>
            <pc:sldLayoutMk cId="0" sldId="214748383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36"/>
        </pc:sldMasterMkLst>
        <pc:sldLayoutChg chg="del">
          <pc:chgData name="León, Larry" userId="2e9991a6-6e88-4fea-b9aa-4ecc8f539ce5" providerId="ADAL" clId="{0AC41C4A-71B2-54FE-9CA7-12CE1E3CA3F4}" dt="2026-04-14T21:53:45.400" v="15"/>
          <pc:sldLayoutMkLst>
            <pc:docMk/>
            <pc:sldMasterMk cId="0" sldId="2147483836"/>
            <pc:sldLayoutMk cId="0" sldId="214748383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38"/>
        </pc:sldMasterMkLst>
        <pc:sldLayoutChg chg="del">
          <pc:chgData name="León, Larry" userId="2e9991a6-6e88-4fea-b9aa-4ecc8f539ce5" providerId="ADAL" clId="{0AC41C4A-71B2-54FE-9CA7-12CE1E3CA3F4}" dt="2026-04-14T21:53:45.400" v="15"/>
          <pc:sldLayoutMkLst>
            <pc:docMk/>
            <pc:sldMasterMk cId="0" sldId="2147483838"/>
            <pc:sldLayoutMk cId="0" sldId="214748383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40"/>
        </pc:sldMasterMkLst>
        <pc:sldLayoutChg chg="del">
          <pc:chgData name="León, Larry" userId="2e9991a6-6e88-4fea-b9aa-4ecc8f539ce5" providerId="ADAL" clId="{0AC41C4A-71B2-54FE-9CA7-12CE1E3CA3F4}" dt="2026-04-14T21:53:45.400" v="15"/>
          <pc:sldLayoutMkLst>
            <pc:docMk/>
            <pc:sldMasterMk cId="0" sldId="2147483840"/>
            <pc:sldLayoutMk cId="0" sldId="214748384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42"/>
        </pc:sldMasterMkLst>
        <pc:sldLayoutChg chg="del">
          <pc:chgData name="León, Larry" userId="2e9991a6-6e88-4fea-b9aa-4ecc8f539ce5" providerId="ADAL" clId="{0AC41C4A-71B2-54FE-9CA7-12CE1E3CA3F4}" dt="2026-04-14T21:53:45.400" v="15"/>
          <pc:sldLayoutMkLst>
            <pc:docMk/>
            <pc:sldMasterMk cId="0" sldId="2147483842"/>
            <pc:sldLayoutMk cId="0" sldId="214748384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44"/>
        </pc:sldMasterMkLst>
        <pc:sldLayoutChg chg="del">
          <pc:chgData name="León, Larry" userId="2e9991a6-6e88-4fea-b9aa-4ecc8f539ce5" providerId="ADAL" clId="{0AC41C4A-71B2-54FE-9CA7-12CE1E3CA3F4}" dt="2026-04-14T21:53:45.400" v="15"/>
          <pc:sldLayoutMkLst>
            <pc:docMk/>
            <pc:sldMasterMk cId="0" sldId="2147483844"/>
            <pc:sldLayoutMk cId="0" sldId="214748384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46"/>
        </pc:sldMasterMkLst>
        <pc:sldLayoutChg chg="del">
          <pc:chgData name="León, Larry" userId="2e9991a6-6e88-4fea-b9aa-4ecc8f539ce5" providerId="ADAL" clId="{0AC41C4A-71B2-54FE-9CA7-12CE1E3CA3F4}" dt="2026-04-14T21:53:45.400" v="15"/>
          <pc:sldLayoutMkLst>
            <pc:docMk/>
            <pc:sldMasterMk cId="0" sldId="2147483846"/>
            <pc:sldLayoutMk cId="0" sldId="214748384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48"/>
        </pc:sldMasterMkLst>
        <pc:sldLayoutChg chg="del">
          <pc:chgData name="León, Larry" userId="2e9991a6-6e88-4fea-b9aa-4ecc8f539ce5" providerId="ADAL" clId="{0AC41C4A-71B2-54FE-9CA7-12CE1E3CA3F4}" dt="2026-04-14T21:53:45.400" v="15"/>
          <pc:sldLayoutMkLst>
            <pc:docMk/>
            <pc:sldMasterMk cId="0" sldId="2147483848"/>
            <pc:sldLayoutMk cId="0" sldId="214748384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50"/>
        </pc:sldMasterMkLst>
        <pc:sldLayoutChg chg="del">
          <pc:chgData name="León, Larry" userId="2e9991a6-6e88-4fea-b9aa-4ecc8f539ce5" providerId="ADAL" clId="{0AC41C4A-71B2-54FE-9CA7-12CE1E3CA3F4}" dt="2026-04-14T21:53:45.400" v="15"/>
          <pc:sldLayoutMkLst>
            <pc:docMk/>
            <pc:sldMasterMk cId="0" sldId="2147483850"/>
            <pc:sldLayoutMk cId="0" sldId="214748385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52"/>
        </pc:sldMasterMkLst>
        <pc:sldLayoutChg chg="del">
          <pc:chgData name="León, Larry" userId="2e9991a6-6e88-4fea-b9aa-4ecc8f539ce5" providerId="ADAL" clId="{0AC41C4A-71B2-54FE-9CA7-12CE1E3CA3F4}" dt="2026-04-14T21:53:45.400" v="15"/>
          <pc:sldLayoutMkLst>
            <pc:docMk/>
            <pc:sldMasterMk cId="0" sldId="2147483852"/>
            <pc:sldLayoutMk cId="0" sldId="214748385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54"/>
        </pc:sldMasterMkLst>
        <pc:sldLayoutChg chg="del">
          <pc:chgData name="León, Larry" userId="2e9991a6-6e88-4fea-b9aa-4ecc8f539ce5" providerId="ADAL" clId="{0AC41C4A-71B2-54FE-9CA7-12CE1E3CA3F4}" dt="2026-04-14T21:53:45.400" v="15"/>
          <pc:sldLayoutMkLst>
            <pc:docMk/>
            <pc:sldMasterMk cId="0" sldId="2147483854"/>
            <pc:sldLayoutMk cId="0" sldId="214748385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56"/>
        </pc:sldMasterMkLst>
        <pc:sldLayoutChg chg="del">
          <pc:chgData name="León, Larry" userId="2e9991a6-6e88-4fea-b9aa-4ecc8f539ce5" providerId="ADAL" clId="{0AC41C4A-71B2-54FE-9CA7-12CE1E3CA3F4}" dt="2026-04-14T21:53:45.400" v="15"/>
          <pc:sldLayoutMkLst>
            <pc:docMk/>
            <pc:sldMasterMk cId="0" sldId="2147483856"/>
            <pc:sldLayoutMk cId="0" sldId="214748385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58"/>
        </pc:sldMasterMkLst>
        <pc:sldLayoutChg chg="del">
          <pc:chgData name="León, Larry" userId="2e9991a6-6e88-4fea-b9aa-4ecc8f539ce5" providerId="ADAL" clId="{0AC41C4A-71B2-54FE-9CA7-12CE1E3CA3F4}" dt="2026-04-14T21:53:45.400" v="15"/>
          <pc:sldLayoutMkLst>
            <pc:docMk/>
            <pc:sldMasterMk cId="0" sldId="2147483858"/>
            <pc:sldLayoutMk cId="0" sldId="214748385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60"/>
        </pc:sldMasterMkLst>
        <pc:sldLayoutChg chg="del">
          <pc:chgData name="León, Larry" userId="2e9991a6-6e88-4fea-b9aa-4ecc8f539ce5" providerId="ADAL" clId="{0AC41C4A-71B2-54FE-9CA7-12CE1E3CA3F4}" dt="2026-04-14T21:53:45.400" v="15"/>
          <pc:sldLayoutMkLst>
            <pc:docMk/>
            <pc:sldMasterMk cId="0" sldId="2147483860"/>
            <pc:sldLayoutMk cId="0" sldId="214748386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62"/>
        </pc:sldMasterMkLst>
        <pc:sldLayoutChg chg="del">
          <pc:chgData name="León, Larry" userId="2e9991a6-6e88-4fea-b9aa-4ecc8f539ce5" providerId="ADAL" clId="{0AC41C4A-71B2-54FE-9CA7-12CE1E3CA3F4}" dt="2026-04-14T21:53:45.400" v="15"/>
          <pc:sldLayoutMkLst>
            <pc:docMk/>
            <pc:sldMasterMk cId="0" sldId="2147483862"/>
            <pc:sldLayoutMk cId="0" sldId="214748386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64"/>
        </pc:sldMasterMkLst>
        <pc:sldLayoutChg chg="del">
          <pc:chgData name="León, Larry" userId="2e9991a6-6e88-4fea-b9aa-4ecc8f539ce5" providerId="ADAL" clId="{0AC41C4A-71B2-54FE-9CA7-12CE1E3CA3F4}" dt="2026-04-14T21:53:45.400" v="15"/>
          <pc:sldLayoutMkLst>
            <pc:docMk/>
            <pc:sldMasterMk cId="0" sldId="2147483864"/>
            <pc:sldLayoutMk cId="0" sldId="214748386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68"/>
        </pc:sldMasterMkLst>
        <pc:sldLayoutChg chg="del">
          <pc:chgData name="León, Larry" userId="2e9991a6-6e88-4fea-b9aa-4ecc8f539ce5" providerId="ADAL" clId="{0AC41C4A-71B2-54FE-9CA7-12CE1E3CA3F4}" dt="2026-04-14T21:53:45.400" v="15"/>
          <pc:sldLayoutMkLst>
            <pc:docMk/>
            <pc:sldMasterMk cId="0" sldId="2147483868"/>
            <pc:sldLayoutMk cId="0" sldId="214748386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70"/>
        </pc:sldMasterMkLst>
        <pc:sldLayoutChg chg="del">
          <pc:chgData name="León, Larry" userId="2e9991a6-6e88-4fea-b9aa-4ecc8f539ce5" providerId="ADAL" clId="{0AC41C4A-71B2-54FE-9CA7-12CE1E3CA3F4}" dt="2026-04-14T21:53:45.400" v="15"/>
          <pc:sldLayoutMkLst>
            <pc:docMk/>
            <pc:sldMasterMk cId="0" sldId="2147483870"/>
            <pc:sldLayoutMk cId="0" sldId="214748387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72"/>
        </pc:sldMasterMkLst>
        <pc:sldLayoutChg chg="del">
          <pc:chgData name="León, Larry" userId="2e9991a6-6e88-4fea-b9aa-4ecc8f539ce5" providerId="ADAL" clId="{0AC41C4A-71B2-54FE-9CA7-12CE1E3CA3F4}" dt="2026-04-14T21:53:45.400" v="15"/>
          <pc:sldLayoutMkLst>
            <pc:docMk/>
            <pc:sldMasterMk cId="0" sldId="2147483872"/>
            <pc:sldLayoutMk cId="0" sldId="214748387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74"/>
        </pc:sldMasterMkLst>
        <pc:sldLayoutChg chg="del">
          <pc:chgData name="León, Larry" userId="2e9991a6-6e88-4fea-b9aa-4ecc8f539ce5" providerId="ADAL" clId="{0AC41C4A-71B2-54FE-9CA7-12CE1E3CA3F4}" dt="2026-04-14T21:53:45.400" v="15"/>
          <pc:sldLayoutMkLst>
            <pc:docMk/>
            <pc:sldMasterMk cId="0" sldId="2147483874"/>
            <pc:sldLayoutMk cId="0" sldId="214748387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76"/>
        </pc:sldMasterMkLst>
        <pc:sldLayoutChg chg="del">
          <pc:chgData name="León, Larry" userId="2e9991a6-6e88-4fea-b9aa-4ecc8f539ce5" providerId="ADAL" clId="{0AC41C4A-71B2-54FE-9CA7-12CE1E3CA3F4}" dt="2026-04-14T21:53:45.400" v="15"/>
          <pc:sldLayoutMkLst>
            <pc:docMk/>
            <pc:sldMasterMk cId="0" sldId="2147483876"/>
            <pc:sldLayoutMk cId="0" sldId="214748387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78"/>
        </pc:sldMasterMkLst>
        <pc:sldLayoutChg chg="del">
          <pc:chgData name="León, Larry" userId="2e9991a6-6e88-4fea-b9aa-4ecc8f539ce5" providerId="ADAL" clId="{0AC41C4A-71B2-54FE-9CA7-12CE1E3CA3F4}" dt="2026-04-14T21:53:45.400" v="15"/>
          <pc:sldLayoutMkLst>
            <pc:docMk/>
            <pc:sldMasterMk cId="0" sldId="2147483878"/>
            <pc:sldLayoutMk cId="0" sldId="214748387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80"/>
        </pc:sldMasterMkLst>
        <pc:sldLayoutChg chg="del">
          <pc:chgData name="León, Larry" userId="2e9991a6-6e88-4fea-b9aa-4ecc8f539ce5" providerId="ADAL" clId="{0AC41C4A-71B2-54FE-9CA7-12CE1E3CA3F4}" dt="2026-04-14T21:53:45.400" v="15"/>
          <pc:sldLayoutMkLst>
            <pc:docMk/>
            <pc:sldMasterMk cId="0" sldId="2147483880"/>
            <pc:sldLayoutMk cId="0" sldId="214748388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82"/>
        </pc:sldMasterMkLst>
        <pc:sldLayoutChg chg="del">
          <pc:chgData name="León, Larry" userId="2e9991a6-6e88-4fea-b9aa-4ecc8f539ce5" providerId="ADAL" clId="{0AC41C4A-71B2-54FE-9CA7-12CE1E3CA3F4}" dt="2026-04-14T21:53:45.400" v="15"/>
          <pc:sldLayoutMkLst>
            <pc:docMk/>
            <pc:sldMasterMk cId="0" sldId="2147483882"/>
            <pc:sldLayoutMk cId="0" sldId="214748388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84"/>
        </pc:sldMasterMkLst>
        <pc:sldLayoutChg chg="del">
          <pc:chgData name="León, Larry" userId="2e9991a6-6e88-4fea-b9aa-4ecc8f539ce5" providerId="ADAL" clId="{0AC41C4A-71B2-54FE-9CA7-12CE1E3CA3F4}" dt="2026-04-14T21:53:45.400" v="15"/>
          <pc:sldLayoutMkLst>
            <pc:docMk/>
            <pc:sldMasterMk cId="0" sldId="2147483884"/>
            <pc:sldLayoutMk cId="0" sldId="214748388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86"/>
        </pc:sldMasterMkLst>
        <pc:sldLayoutChg chg="del">
          <pc:chgData name="León, Larry" userId="2e9991a6-6e88-4fea-b9aa-4ecc8f539ce5" providerId="ADAL" clId="{0AC41C4A-71B2-54FE-9CA7-12CE1E3CA3F4}" dt="2026-04-14T21:53:45.400" v="15"/>
          <pc:sldLayoutMkLst>
            <pc:docMk/>
            <pc:sldMasterMk cId="0" sldId="2147483886"/>
            <pc:sldLayoutMk cId="0" sldId="214748388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88"/>
        </pc:sldMasterMkLst>
        <pc:sldLayoutChg chg="del">
          <pc:chgData name="León, Larry" userId="2e9991a6-6e88-4fea-b9aa-4ecc8f539ce5" providerId="ADAL" clId="{0AC41C4A-71B2-54FE-9CA7-12CE1E3CA3F4}" dt="2026-04-14T21:53:45.400" v="15"/>
          <pc:sldLayoutMkLst>
            <pc:docMk/>
            <pc:sldMasterMk cId="0" sldId="2147483888"/>
            <pc:sldLayoutMk cId="0" sldId="214748388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90"/>
        </pc:sldMasterMkLst>
        <pc:sldLayoutChg chg="del">
          <pc:chgData name="León, Larry" userId="2e9991a6-6e88-4fea-b9aa-4ecc8f539ce5" providerId="ADAL" clId="{0AC41C4A-71B2-54FE-9CA7-12CE1E3CA3F4}" dt="2026-04-14T21:53:45.400" v="15"/>
          <pc:sldLayoutMkLst>
            <pc:docMk/>
            <pc:sldMasterMk cId="0" sldId="2147483890"/>
            <pc:sldLayoutMk cId="0" sldId="214748389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92"/>
        </pc:sldMasterMkLst>
        <pc:sldLayoutChg chg="del">
          <pc:chgData name="León, Larry" userId="2e9991a6-6e88-4fea-b9aa-4ecc8f539ce5" providerId="ADAL" clId="{0AC41C4A-71B2-54FE-9CA7-12CE1E3CA3F4}" dt="2026-04-14T21:53:45.400" v="15"/>
          <pc:sldLayoutMkLst>
            <pc:docMk/>
            <pc:sldMasterMk cId="0" sldId="2147483892"/>
            <pc:sldLayoutMk cId="0" sldId="2147483893"/>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94"/>
        </pc:sldMasterMkLst>
        <pc:sldLayoutChg chg="del">
          <pc:chgData name="León, Larry" userId="2e9991a6-6e88-4fea-b9aa-4ecc8f539ce5" providerId="ADAL" clId="{0AC41C4A-71B2-54FE-9CA7-12CE1E3CA3F4}" dt="2026-04-14T21:53:45.400" v="15"/>
          <pc:sldLayoutMkLst>
            <pc:docMk/>
            <pc:sldMasterMk cId="0" sldId="2147483894"/>
            <pc:sldLayoutMk cId="0" sldId="2147483895"/>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96"/>
        </pc:sldMasterMkLst>
        <pc:sldLayoutChg chg="del">
          <pc:chgData name="León, Larry" userId="2e9991a6-6e88-4fea-b9aa-4ecc8f539ce5" providerId="ADAL" clId="{0AC41C4A-71B2-54FE-9CA7-12CE1E3CA3F4}" dt="2026-04-14T21:53:45.400" v="15"/>
          <pc:sldLayoutMkLst>
            <pc:docMk/>
            <pc:sldMasterMk cId="0" sldId="2147483896"/>
            <pc:sldLayoutMk cId="0" sldId="214748389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898"/>
        </pc:sldMasterMkLst>
        <pc:sldLayoutChg chg="del">
          <pc:chgData name="León, Larry" userId="2e9991a6-6e88-4fea-b9aa-4ecc8f539ce5" providerId="ADAL" clId="{0AC41C4A-71B2-54FE-9CA7-12CE1E3CA3F4}" dt="2026-04-14T21:53:45.400" v="15"/>
          <pc:sldLayoutMkLst>
            <pc:docMk/>
            <pc:sldMasterMk cId="0" sldId="2147483898"/>
            <pc:sldLayoutMk cId="0" sldId="214748389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900"/>
        </pc:sldMasterMkLst>
        <pc:sldLayoutChg chg="del">
          <pc:chgData name="León, Larry" userId="2e9991a6-6e88-4fea-b9aa-4ecc8f539ce5" providerId="ADAL" clId="{0AC41C4A-71B2-54FE-9CA7-12CE1E3CA3F4}" dt="2026-04-14T21:53:45.400" v="15"/>
          <pc:sldLayoutMkLst>
            <pc:docMk/>
            <pc:sldMasterMk cId="0" sldId="2147483900"/>
            <pc:sldLayoutMk cId="0" sldId="2147483901"/>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906"/>
        </pc:sldMasterMkLst>
        <pc:sldLayoutChg chg="del">
          <pc:chgData name="León, Larry" userId="2e9991a6-6e88-4fea-b9aa-4ecc8f539ce5" providerId="ADAL" clId="{0AC41C4A-71B2-54FE-9CA7-12CE1E3CA3F4}" dt="2026-04-14T21:53:45.400" v="15"/>
          <pc:sldLayoutMkLst>
            <pc:docMk/>
            <pc:sldMasterMk cId="0" sldId="2147483906"/>
            <pc:sldLayoutMk cId="0" sldId="2147483907"/>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908"/>
        </pc:sldMasterMkLst>
        <pc:sldLayoutChg chg="del">
          <pc:chgData name="León, Larry" userId="2e9991a6-6e88-4fea-b9aa-4ecc8f539ce5" providerId="ADAL" clId="{0AC41C4A-71B2-54FE-9CA7-12CE1E3CA3F4}" dt="2026-04-14T21:53:45.400" v="15"/>
          <pc:sldLayoutMkLst>
            <pc:docMk/>
            <pc:sldMasterMk cId="0" sldId="2147483908"/>
            <pc:sldLayoutMk cId="0" sldId="2147483909"/>
          </pc:sldLayoutMkLst>
        </pc:sldLayoutChg>
      </pc:sldMasterChg>
      <pc:sldMasterChg chg="del delSldLayout">
        <pc:chgData name="León, Larry" userId="2e9991a6-6e88-4fea-b9aa-4ecc8f539ce5" providerId="ADAL" clId="{0AC41C4A-71B2-54FE-9CA7-12CE1E3CA3F4}" dt="2026-04-14T21:53:45.400" v="15"/>
        <pc:sldMasterMkLst>
          <pc:docMk/>
          <pc:sldMasterMk cId="0" sldId="2147483912"/>
        </pc:sldMasterMkLst>
        <pc:sldLayoutChg chg="del">
          <pc:chgData name="León, Larry" userId="2e9991a6-6e88-4fea-b9aa-4ecc8f539ce5" providerId="ADAL" clId="{0AC41C4A-71B2-54FE-9CA7-12CE1E3CA3F4}" dt="2026-04-14T21:53:45.400" v="15"/>
          <pc:sldLayoutMkLst>
            <pc:docMk/>
            <pc:sldMasterMk cId="0" sldId="2147483912"/>
            <pc:sldLayoutMk cId="0" sldId="21474839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76"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900" b="0" strike="noStrike" spc="-1">
                <a:solidFill>
                  <a:schemeClr val="dk1"/>
                </a:solidFill>
                <a:latin typeface="Invention"/>
              </a:rPr>
              <a:t>Click to move the slide</a:t>
            </a:r>
          </a:p>
        </p:txBody>
      </p:sp>
      <p:sp>
        <p:nvSpPr>
          <p:cNvPr id="167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1678"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1679" name="PlaceHolder 4"/>
          <p:cNvSpPr>
            <a:spLocks noGrp="1"/>
          </p:cNvSpPr>
          <p:nvPr>
            <p:ph type="dt" idx="279"/>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1680" name="PlaceHolder 5"/>
          <p:cNvSpPr>
            <a:spLocks noGrp="1"/>
          </p:cNvSpPr>
          <p:nvPr>
            <p:ph type="ftr" idx="280"/>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1681" name="PlaceHolder 6"/>
          <p:cNvSpPr>
            <a:spLocks noGrp="1"/>
          </p:cNvSpPr>
          <p:nvPr>
            <p:ph type="sldNum" idx="281"/>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AD03A8AC-56AD-4917-9486-CAEF75CD9667}"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6" name="PlaceHolder 1"/>
          <p:cNvSpPr>
            <a:spLocks noGrp="1" noRot="1" noChangeAspect="1"/>
          </p:cNvSpPr>
          <p:nvPr>
            <p:ph type="sldImg"/>
          </p:nvPr>
        </p:nvSpPr>
        <p:spPr>
          <a:xfrm>
            <a:off x="422280" y="1241280"/>
            <a:ext cx="5952600" cy="3349440"/>
          </a:xfrm>
          <a:prstGeom prst="rect">
            <a:avLst/>
          </a:prstGeom>
          <a:ln w="0">
            <a:noFill/>
          </a:ln>
        </p:spPr>
      </p:sp>
      <p:sp>
        <p:nvSpPr>
          <p:cNvPr id="1727" name="PlaceHolder 2"/>
          <p:cNvSpPr>
            <a:spLocks noGrp="1"/>
          </p:cNvSpPr>
          <p:nvPr>
            <p:ph type="body"/>
          </p:nvPr>
        </p:nvSpPr>
        <p:spPr>
          <a:xfrm>
            <a:off x="679680" y="4777920"/>
            <a:ext cx="5437800" cy="390888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728" name="PlaceHolder 3"/>
          <p:cNvSpPr>
            <a:spLocks noGrp="1"/>
          </p:cNvSpPr>
          <p:nvPr>
            <p:ph type="sldNum" idx="284"/>
          </p:nvPr>
        </p:nvSpPr>
        <p:spPr>
          <a:xfrm>
            <a:off x="3850560" y="9430200"/>
            <a:ext cx="2945160" cy="497880"/>
          </a:xfrm>
          <a:prstGeom prst="rect">
            <a:avLst/>
          </a:prstGeom>
          <a:noFill/>
          <a:ln w="0">
            <a:noFill/>
          </a:ln>
        </p:spPr>
        <p:txBody>
          <a:bodyPr lIns="91440" tIns="45720" rIns="91440" bIns="45720" anchor="b">
            <a:noAutofit/>
          </a:bodyPr>
          <a:lstStyle>
            <a:lvl1pPr indent="0" algn="r">
              <a:lnSpc>
                <a:spcPct val="100000"/>
              </a:lnSpc>
              <a:buNone/>
              <a:defRPr lang="en-GB" sz="1200" b="0" strike="noStrike" spc="-1">
                <a:solidFill>
                  <a:srgbClr val="000000"/>
                </a:solidFill>
                <a:latin typeface="Invention"/>
              </a:defRPr>
            </a:lvl1pPr>
          </a:lstStyle>
          <a:p>
            <a:pPr indent="0" algn="r">
              <a:lnSpc>
                <a:spcPct val="100000"/>
              </a:lnSpc>
              <a:buNone/>
            </a:pPr>
            <a:fld id="{09FCDD79-3C0A-4B4A-9836-3A877A424991}" type="slidenum">
              <a:rPr lang="en-GB" sz="1200" b="0" strike="noStrike" spc="-1">
                <a:solidFill>
                  <a:srgbClr val="000000"/>
                </a:solidFill>
                <a:latin typeface="Invention"/>
              </a:rPr>
              <a:t>3</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9" name="PlaceHolder 1"/>
          <p:cNvSpPr>
            <a:spLocks noGrp="1" noRot="1" noChangeAspect="1"/>
          </p:cNvSpPr>
          <p:nvPr>
            <p:ph type="sldImg"/>
          </p:nvPr>
        </p:nvSpPr>
        <p:spPr>
          <a:xfrm>
            <a:off x="422280" y="1241280"/>
            <a:ext cx="5952600" cy="3349440"/>
          </a:xfrm>
          <a:prstGeom prst="rect">
            <a:avLst/>
          </a:prstGeom>
          <a:ln w="0">
            <a:noFill/>
          </a:ln>
        </p:spPr>
      </p:sp>
      <p:sp>
        <p:nvSpPr>
          <p:cNvPr id="1730" name="PlaceHolder 2"/>
          <p:cNvSpPr>
            <a:spLocks noGrp="1"/>
          </p:cNvSpPr>
          <p:nvPr>
            <p:ph type="body"/>
          </p:nvPr>
        </p:nvSpPr>
        <p:spPr>
          <a:xfrm>
            <a:off x="679680" y="4777920"/>
            <a:ext cx="5437800" cy="390888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731" name="PlaceHolder 3"/>
          <p:cNvSpPr>
            <a:spLocks noGrp="1"/>
          </p:cNvSpPr>
          <p:nvPr>
            <p:ph type="sldNum" idx="285"/>
          </p:nvPr>
        </p:nvSpPr>
        <p:spPr>
          <a:xfrm>
            <a:off x="3850560" y="9430200"/>
            <a:ext cx="2945160" cy="497880"/>
          </a:xfrm>
          <a:prstGeom prst="rect">
            <a:avLst/>
          </a:prstGeom>
          <a:noFill/>
          <a:ln w="0">
            <a:noFill/>
          </a:ln>
        </p:spPr>
        <p:txBody>
          <a:bodyPr lIns="91440" tIns="45720" rIns="91440" bIns="45720" anchor="b">
            <a:noAutofit/>
          </a:bodyPr>
          <a:lstStyle>
            <a:lvl1pPr indent="0" algn="r">
              <a:lnSpc>
                <a:spcPct val="100000"/>
              </a:lnSpc>
              <a:buNone/>
              <a:defRPr lang="en-GB" sz="1200" b="0" strike="noStrike" spc="-1">
                <a:solidFill>
                  <a:srgbClr val="000000"/>
                </a:solidFill>
                <a:latin typeface="Invention"/>
              </a:defRPr>
            </a:lvl1pPr>
          </a:lstStyle>
          <a:p>
            <a:pPr indent="0" algn="r">
              <a:lnSpc>
                <a:spcPct val="100000"/>
              </a:lnSpc>
              <a:buNone/>
            </a:pPr>
            <a:fld id="{4C855C78-ACF3-4AA2-AB12-A3718C864A5A}" type="slidenum">
              <a:rPr lang="en-GB" sz="1200" b="0" strike="noStrike" spc="-1">
                <a:solidFill>
                  <a:srgbClr val="000000"/>
                </a:solidFill>
                <a:latin typeface="Invention"/>
              </a:rPr>
              <a:t>6</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2" name="PlaceHolder 1"/>
          <p:cNvSpPr>
            <a:spLocks noGrp="1" noRot="1" noChangeAspect="1"/>
          </p:cNvSpPr>
          <p:nvPr>
            <p:ph type="sldImg"/>
          </p:nvPr>
        </p:nvSpPr>
        <p:spPr>
          <a:xfrm>
            <a:off x="422275" y="1241425"/>
            <a:ext cx="5953125" cy="3349625"/>
          </a:xfrm>
          <a:prstGeom prst="rect">
            <a:avLst/>
          </a:prstGeom>
          <a:ln w="0">
            <a:noFill/>
          </a:ln>
        </p:spPr>
      </p:sp>
      <p:sp>
        <p:nvSpPr>
          <p:cNvPr id="1733" name="PlaceHolder 2"/>
          <p:cNvSpPr>
            <a:spLocks noGrp="1"/>
          </p:cNvSpPr>
          <p:nvPr>
            <p:ph type="body"/>
          </p:nvPr>
        </p:nvSpPr>
        <p:spPr>
          <a:xfrm>
            <a:off x="679680" y="4777920"/>
            <a:ext cx="5437800" cy="3908880"/>
          </a:xfrm>
          <a:prstGeom prst="rect">
            <a:avLst/>
          </a:prstGeom>
          <a:noFill/>
          <a:ln w="0">
            <a:noFill/>
          </a:ln>
        </p:spPr>
        <p:txBody>
          <a:bodyPr lIns="91440" tIns="45720" rIns="91440" bIns="45720" anchor="t">
            <a:noAutofit/>
          </a:bodyPr>
          <a:lstStyle/>
          <a:p>
            <a:pPr marL="393840" indent="-285840">
              <a:lnSpc>
                <a:spcPct val="100000"/>
              </a:lnSpc>
              <a:buNone/>
              <a:tabLst>
                <a:tab pos="0" algn="l"/>
              </a:tabLst>
            </a:pPr>
            <a:r>
              <a:rPr lang="en-US" sz="2000" b="0" strike="noStrike" spc="-1">
                <a:solidFill>
                  <a:srgbClr val="000000"/>
                </a:solidFill>
                <a:latin typeface="Arial"/>
              </a:rPr>
              <a:t>Metric(s) used (e.g. sample size, retrospective power calculation, etc.)</a:t>
            </a:r>
          </a:p>
          <a:p>
            <a:pPr marL="393840" indent="-285840">
              <a:lnSpc>
                <a:spcPct val="100000"/>
              </a:lnSpc>
              <a:buNone/>
              <a:tabLst>
                <a:tab pos="0" algn="l"/>
              </a:tabLst>
            </a:pPr>
            <a:r>
              <a:rPr lang="en-US" sz="2000" b="0" strike="noStrike" spc="-1">
                <a:solidFill>
                  <a:srgbClr val="000000"/>
                </a:solidFill>
                <a:latin typeface="Arial"/>
              </a:rPr>
              <a:t>Cut-off point (N=20/arm, power of 50%, etc.)</a:t>
            </a:r>
          </a:p>
          <a:p>
            <a:pPr marL="393840" indent="0">
              <a:lnSpc>
                <a:spcPct val="100000"/>
              </a:lnSpc>
              <a:buNone/>
              <a:tabLst>
                <a:tab pos="0" algn="l"/>
              </a:tabLst>
            </a:pPr>
            <a:endParaRPr lang="en-US" sz="2000" b="0" strike="noStrike" spc="-1">
              <a:solidFill>
                <a:srgbClr val="000000"/>
              </a:solidFill>
              <a:latin typeface="Arial"/>
            </a:endParaRPr>
          </a:p>
        </p:txBody>
      </p:sp>
      <p:sp>
        <p:nvSpPr>
          <p:cNvPr id="1734" name="PlaceHolder 3"/>
          <p:cNvSpPr>
            <a:spLocks noGrp="1"/>
          </p:cNvSpPr>
          <p:nvPr>
            <p:ph type="sldNum" idx="286"/>
          </p:nvPr>
        </p:nvSpPr>
        <p:spPr>
          <a:xfrm>
            <a:off x="3850560" y="9430200"/>
            <a:ext cx="2945160" cy="497880"/>
          </a:xfrm>
          <a:prstGeom prst="rect">
            <a:avLst/>
          </a:prstGeom>
          <a:noFill/>
          <a:ln w="0">
            <a:noFill/>
          </a:ln>
        </p:spPr>
        <p:txBody>
          <a:bodyPr lIns="91440" tIns="45720" rIns="91440" bIns="45720" anchor="b">
            <a:noAutofit/>
          </a:bodyPr>
          <a:lstStyle>
            <a:lvl1pPr indent="0" algn="r">
              <a:lnSpc>
                <a:spcPct val="100000"/>
              </a:lnSpc>
              <a:buNone/>
              <a:defRPr lang="en-GB" sz="1200" b="0" strike="noStrike" spc="-1">
                <a:solidFill>
                  <a:srgbClr val="000000"/>
                </a:solidFill>
                <a:latin typeface="Invention"/>
              </a:defRPr>
            </a:lvl1pPr>
          </a:lstStyle>
          <a:p>
            <a:pPr indent="0" algn="r">
              <a:lnSpc>
                <a:spcPct val="100000"/>
              </a:lnSpc>
              <a:buNone/>
            </a:pPr>
            <a:fld id="{3F6DF19C-1348-4386-8018-36F807325983}" type="slidenum">
              <a:rPr lang="en-GB" sz="1200" b="0" strike="noStrike" spc="-1">
                <a:solidFill>
                  <a:srgbClr val="000000"/>
                </a:solidFill>
                <a:latin typeface="Invention"/>
              </a:rPr>
              <a:t>15</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Slide – Lymphocytes">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lstStyle/>
          <a:p>
            <a:fld id="{18FFAD08-10A9-44CC-94E8-87267365A689}"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Title Slide with Image">
    <p:spTree>
      <p:nvGrpSpPr>
        <p:cNvPr id="1" name=""/>
        <p:cNvGrpSpPr/>
        <p:nvPr/>
      </p:nvGrpSpPr>
      <p:grpSpPr>
        <a:xfrm>
          <a:off x="0" y="0"/>
          <a:ext cx="0" cy="0"/>
          <a:chOff x="0" y="0"/>
          <a:chExt cx="0" cy="0"/>
        </a:xfrm>
      </p:grpSpPr>
      <p:sp>
        <p:nvSpPr>
          <p:cNvPr id="2" name="PlaceHolder 1"/>
          <p:cNvSpPr>
            <a:spLocks noGrp="1"/>
          </p:cNvSpPr>
          <p:nvPr>
            <p:ph type="ftr" idx="6"/>
          </p:nvPr>
        </p:nvSpPr>
        <p:spPr/>
        <p:txBody>
          <a:bodyPr/>
          <a:lstStyle/>
          <a:p>
            <a:r>
              <a:t>Footer</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wo Content Indented">
    <p:spTree>
      <p:nvGrpSpPr>
        <p:cNvPr id="1" name=""/>
        <p:cNvGrpSpPr/>
        <p:nvPr/>
      </p:nvGrpSpPr>
      <p:grpSpPr>
        <a:xfrm>
          <a:off x="0" y="0"/>
          <a:ext cx="0" cy="0"/>
          <a:chOff x="0" y="0"/>
          <a:chExt cx="0" cy="0"/>
        </a:xfrm>
      </p:grpSpPr>
      <p:sp>
        <p:nvSpPr>
          <p:cNvPr id="2" name="PlaceHolder 1"/>
          <p:cNvSpPr>
            <a:spLocks noGrp="1"/>
          </p:cNvSpPr>
          <p:nvPr>
            <p:ph type="ftr" idx="149"/>
          </p:nvPr>
        </p:nvSpPr>
        <p:spPr/>
        <p:txBody>
          <a:bodyPr/>
          <a:lstStyle/>
          <a:p>
            <a:r>
              <a:t>Footer</a:t>
            </a:r>
          </a:p>
        </p:txBody>
      </p:sp>
      <p:sp>
        <p:nvSpPr>
          <p:cNvPr id="3" name="PlaceHolder 2"/>
          <p:cNvSpPr>
            <a:spLocks noGrp="1"/>
          </p:cNvSpPr>
          <p:nvPr>
            <p:ph type="sldNum" idx="150"/>
          </p:nvPr>
        </p:nvSpPr>
        <p:spPr/>
        <p:txBody>
          <a:bodyPr/>
          <a:lstStyle/>
          <a:p>
            <a:fld id="{424F11EC-48B9-4D12-A0FF-A9FB99984CD2}" type="slidenum">
              <a:t>‹#›</a:t>
            </a:fld>
            <a:endParaRPr/>
          </a:p>
        </p:txBody>
      </p:sp>
      <p:sp>
        <p:nvSpPr>
          <p:cNvPr id="4" name="PlaceHolder 3"/>
          <p:cNvSpPr>
            <a:spLocks noGrp="1"/>
          </p:cNvSpPr>
          <p:nvPr>
            <p:ph type="dt" idx="148"/>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55"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a:buNone/>
            </a:pPr>
            <a:endParaRPr lang="en-US" sz="900" b="0" strike="noStrike" spc="-1">
              <a:solidFill>
                <a:schemeClr val="dk1"/>
              </a:solidFill>
              <a:latin typeface="Invention"/>
            </a:endParaRPr>
          </a:p>
        </p:txBody>
      </p:sp>
      <p:sp>
        <p:nvSpPr>
          <p:cNvPr id="1156" name="PlaceHolder 2"/>
          <p:cNvSpPr>
            <a:spLocks noGrp="1"/>
          </p:cNvSpPr>
          <p:nvPr>
            <p:ph/>
          </p:nvPr>
        </p:nvSpPr>
        <p:spPr>
          <a:xfrm>
            <a:off x="374760" y="1371600"/>
            <a:ext cx="11438640" cy="4452840"/>
          </a:xfrm>
          <a:prstGeom prst="rect">
            <a:avLst/>
          </a:prstGeom>
          <a:noFill/>
          <a:ln w="0">
            <a:noFill/>
          </a:ln>
        </p:spPr>
        <p:txBody>
          <a:bodyPr lIns="0" tIns="0" rIns="0" bIns="0" anchor="t">
            <a:normAutofit/>
          </a:bodyPr>
          <a:lstStyle/>
          <a:p>
            <a:pPr indent="0">
              <a:spcBef>
                <a:spcPts val="1417"/>
              </a:spcBef>
              <a:buNone/>
            </a:pPr>
            <a:endParaRPr lang="en-US" sz="1200" b="0" strike="noStrike" spc="-1">
              <a:solidFill>
                <a:schemeClr val="accent4"/>
              </a:solidFill>
              <a:latin typeface="Invention"/>
            </a:endParaRPr>
          </a:p>
        </p:txBody>
      </p:sp>
      <p:sp>
        <p:nvSpPr>
          <p:cNvPr id="4" name="PlaceHolder 3"/>
          <p:cNvSpPr>
            <a:spLocks noGrp="1"/>
          </p:cNvSpPr>
          <p:nvPr>
            <p:ph type="ftr" idx="173"/>
          </p:nvPr>
        </p:nvSpPr>
        <p:spPr/>
        <p:txBody>
          <a:bodyPr/>
          <a:lstStyle/>
          <a:p>
            <a:r>
              <a:t>Footer</a:t>
            </a:r>
          </a:p>
        </p:txBody>
      </p:sp>
      <p:sp>
        <p:nvSpPr>
          <p:cNvPr id="5" name="PlaceHolder 4"/>
          <p:cNvSpPr>
            <a:spLocks noGrp="1"/>
          </p:cNvSpPr>
          <p:nvPr>
            <p:ph type="sldNum" idx="174"/>
          </p:nvPr>
        </p:nvSpPr>
        <p:spPr/>
        <p:txBody>
          <a:bodyPr/>
          <a:lstStyle/>
          <a:p>
            <a:fld id="{8224BB82-6BB3-4250-8A61-0DCB3DC6A92E}" type="slidenum">
              <a:t>‹#›</a:t>
            </a:fld>
            <a:endParaRPr/>
          </a:p>
        </p:txBody>
      </p:sp>
      <p:sp>
        <p:nvSpPr>
          <p:cNvPr id="6" name="PlaceHolder 5"/>
          <p:cNvSpPr>
            <a:spLocks noGrp="1"/>
          </p:cNvSpPr>
          <p:nvPr>
            <p:ph type="dt" idx="17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Blank White">
    <p:spTree>
      <p:nvGrpSpPr>
        <p:cNvPr id="1" name=""/>
        <p:cNvGrpSpPr/>
        <p:nvPr/>
      </p:nvGrpSpPr>
      <p:grpSpPr>
        <a:xfrm>
          <a:off x="0" y="0"/>
          <a:ext cx="0" cy="0"/>
          <a:chOff x="0" y="0"/>
          <a:chExt cx="0" cy="0"/>
        </a:xfrm>
      </p:grpSpPr>
      <p:sp>
        <p:nvSpPr>
          <p:cNvPr id="2" name="PlaceHolder 1"/>
          <p:cNvSpPr>
            <a:spLocks noGrp="1"/>
          </p:cNvSpPr>
          <p:nvPr>
            <p:ph type="ftr" idx="227"/>
          </p:nvPr>
        </p:nvSpPr>
        <p:spPr/>
        <p:txBody>
          <a:bodyPr/>
          <a:lstStyle/>
          <a:p>
            <a:r>
              <a:t>Footer</a:t>
            </a:r>
          </a:p>
        </p:txBody>
      </p:sp>
      <p:sp>
        <p:nvSpPr>
          <p:cNvPr id="3" name="PlaceHolder 2"/>
          <p:cNvSpPr>
            <a:spLocks noGrp="1"/>
          </p:cNvSpPr>
          <p:nvPr>
            <p:ph type="sldNum" idx="229"/>
          </p:nvPr>
        </p:nvSpPr>
        <p:spPr/>
        <p:txBody>
          <a:bodyPr/>
          <a:lstStyle/>
          <a:p>
            <a:fld id="{8B0BE170-35EA-4771-A540-73B51F49E7CB}" type="slidenum">
              <a:t>‹#›</a:t>
            </a:fld>
            <a:endParaRPr/>
          </a:p>
        </p:txBody>
      </p:sp>
      <p:sp>
        <p:nvSpPr>
          <p:cNvPr id="4" name="PlaceHolder 3"/>
          <p:cNvSpPr>
            <a:spLocks noGrp="1"/>
          </p:cNvSpPr>
          <p:nvPr>
            <p:ph type="dt" idx="228"/>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Default 17">
    <p:spTree>
      <p:nvGrpSpPr>
        <p:cNvPr id="1" name=""/>
        <p:cNvGrpSpPr/>
        <p:nvPr/>
      </p:nvGrpSpPr>
      <p:grpSpPr>
        <a:xfrm>
          <a:off x="0" y="0"/>
          <a:ext cx="0" cy="0"/>
          <a:chOff x="0" y="0"/>
          <a:chExt cx="0" cy="0"/>
        </a:xfrm>
      </p:grpSpPr>
      <p:sp>
        <p:nvSpPr>
          <p:cNvPr id="2" name="PlaceHolder 1"/>
          <p:cNvSpPr>
            <a:spLocks noGrp="1"/>
          </p:cNvSpPr>
          <p:nvPr>
            <p:ph type="ftr" idx="266"/>
          </p:nvPr>
        </p:nvSpPr>
        <p:spPr/>
        <p:txBody>
          <a:bodyPr/>
          <a:lstStyle/>
          <a:p>
            <a:r>
              <a:t>Footer</a:t>
            </a:r>
          </a:p>
        </p:txBody>
      </p:sp>
      <p:sp>
        <p:nvSpPr>
          <p:cNvPr id="3" name="PlaceHolder 2"/>
          <p:cNvSpPr>
            <a:spLocks noGrp="1"/>
          </p:cNvSpPr>
          <p:nvPr>
            <p:ph type="sldNum" idx="267"/>
          </p:nvPr>
        </p:nvSpPr>
        <p:spPr/>
        <p:txBody>
          <a:bodyPr/>
          <a:lstStyle/>
          <a:p>
            <a:fld id="{76F46D0A-9A81-41B4-9CCA-2C2EA6460270}" type="slidenum">
              <a:t>‹#›</a:t>
            </a:fld>
            <a:endParaRPr/>
          </a:p>
        </p:txBody>
      </p:sp>
      <p:sp>
        <p:nvSpPr>
          <p:cNvPr id="4" name="PlaceHolder 3"/>
          <p:cNvSpPr>
            <a:spLocks noGrp="1"/>
          </p:cNvSpPr>
          <p:nvPr>
            <p:ph type="dt" idx="265"/>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itle and Text Content (subhead)">
    <p:spTree>
      <p:nvGrpSpPr>
        <p:cNvPr id="1" name=""/>
        <p:cNvGrpSpPr/>
        <p:nvPr/>
      </p:nvGrpSpPr>
      <p:grpSpPr>
        <a:xfrm>
          <a:off x="0" y="0"/>
          <a:ext cx="0" cy="0"/>
          <a:chOff x="0" y="0"/>
          <a:chExt cx="0" cy="0"/>
        </a:xfrm>
      </p:grpSpPr>
      <p:sp>
        <p:nvSpPr>
          <p:cNvPr id="2" name="PlaceHolder 1"/>
          <p:cNvSpPr>
            <a:spLocks noGrp="1"/>
          </p:cNvSpPr>
          <p:nvPr>
            <p:ph type="ftr" idx="269"/>
          </p:nvPr>
        </p:nvSpPr>
        <p:spPr/>
        <p:txBody>
          <a:bodyPr/>
          <a:lstStyle/>
          <a:p>
            <a:r>
              <a:t>Footer</a:t>
            </a:r>
          </a:p>
        </p:txBody>
      </p:sp>
      <p:sp>
        <p:nvSpPr>
          <p:cNvPr id="3" name="PlaceHolder 2"/>
          <p:cNvSpPr>
            <a:spLocks noGrp="1"/>
          </p:cNvSpPr>
          <p:nvPr>
            <p:ph type="sldNum" idx="270"/>
          </p:nvPr>
        </p:nvSpPr>
        <p:spPr/>
        <p:txBody>
          <a:bodyPr/>
          <a:lstStyle/>
          <a:p>
            <a:fld id="{80B7850D-1261-4D4B-9D63-468C2331469A}" type="slidenum">
              <a:t>‹#›</a:t>
            </a:fld>
            <a:endParaRPr/>
          </a:p>
        </p:txBody>
      </p:sp>
      <p:sp>
        <p:nvSpPr>
          <p:cNvPr id="4" name="PlaceHolder 3"/>
          <p:cNvSpPr>
            <a:spLocks noGrp="1"/>
          </p:cNvSpPr>
          <p:nvPr>
            <p:ph type="dt" idx="268"/>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1660"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a:buNone/>
            </a:pPr>
            <a:endParaRPr lang="en-US" sz="900" b="0" strike="noStrike" spc="-1">
              <a:solidFill>
                <a:schemeClr val="dk1"/>
              </a:solidFill>
              <a:latin typeface="Invention"/>
            </a:endParaRPr>
          </a:p>
        </p:txBody>
      </p:sp>
      <p:sp>
        <p:nvSpPr>
          <p:cNvPr id="1661" name="PlaceHolder 2"/>
          <p:cNvSpPr>
            <a:spLocks noGrp="1"/>
          </p:cNvSpPr>
          <p:nvPr>
            <p:ph/>
          </p:nvPr>
        </p:nvSpPr>
        <p:spPr>
          <a:xfrm>
            <a:off x="374760" y="1371600"/>
            <a:ext cx="11438640" cy="4452840"/>
          </a:xfrm>
          <a:prstGeom prst="rect">
            <a:avLst/>
          </a:prstGeom>
          <a:noFill/>
          <a:ln w="0">
            <a:noFill/>
          </a:ln>
        </p:spPr>
        <p:txBody>
          <a:bodyPr lIns="0" tIns="0" rIns="0" bIns="0" anchor="t">
            <a:normAutofit/>
          </a:bodyPr>
          <a:lstStyle/>
          <a:p>
            <a:pPr indent="0">
              <a:spcBef>
                <a:spcPts val="1417"/>
              </a:spcBef>
              <a:buNone/>
            </a:pPr>
            <a:endParaRPr lang="en-US" sz="1200" b="0" strike="noStrike" spc="-1">
              <a:solidFill>
                <a:schemeClr val="accent4"/>
              </a:solidFill>
              <a:latin typeface="Invention"/>
            </a:endParaRPr>
          </a:p>
        </p:txBody>
      </p:sp>
      <p:sp>
        <p:nvSpPr>
          <p:cNvPr id="4" name="PlaceHolder 3"/>
          <p:cNvSpPr>
            <a:spLocks noGrp="1"/>
          </p:cNvSpPr>
          <p:nvPr>
            <p:ph type="ftr" idx="274"/>
          </p:nvPr>
        </p:nvSpPr>
        <p:spPr/>
        <p:txBody>
          <a:bodyPr/>
          <a:lstStyle/>
          <a:p>
            <a:r>
              <a:t>Footer</a:t>
            </a:r>
          </a:p>
        </p:txBody>
      </p:sp>
      <p:sp>
        <p:nvSpPr>
          <p:cNvPr id="5" name="PlaceHolder 4"/>
          <p:cNvSpPr>
            <a:spLocks noGrp="1"/>
          </p:cNvSpPr>
          <p:nvPr>
            <p:ph type="sldNum" idx="275"/>
          </p:nvPr>
        </p:nvSpPr>
        <p:spPr/>
        <p:txBody>
          <a:bodyPr/>
          <a:lstStyle/>
          <a:p>
            <a:fld id="{DB7D9837-2924-46A8-A89A-983BAEB73DAD}" type="slidenum">
              <a:t>‹#›</a:t>
            </a:fld>
            <a:endParaRPr/>
          </a:p>
        </p:txBody>
      </p:sp>
      <p:sp>
        <p:nvSpPr>
          <p:cNvPr id="6" name="PlaceHolder 5"/>
          <p:cNvSpPr>
            <a:spLocks noGrp="1"/>
          </p:cNvSpPr>
          <p:nvPr>
            <p:ph type="dt" idx="27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4.png"/></Relationships>
</file>

<file path=ppt/slideMasters/_rels/slideMaster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3.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wmf"/></Relationships>
</file>

<file path=ppt/slideMasters/_rels/slideMaster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4.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wmf"/></Relationships>
</file>

<file path=ppt/slideMasters/_rels/slideMaster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5.xml"/><Relationship Id="rId1" Type="http://schemas.openxmlformats.org/officeDocument/2006/relationships/slideLayout" Target="../slideLayouts/slideLayout5.xml"/><Relationship Id="rId5" Type="http://schemas.openxmlformats.org/officeDocument/2006/relationships/image" Target="../media/image6.png"/><Relationship Id="rId4" Type="http://schemas.openxmlformats.org/officeDocument/2006/relationships/image" Target="../media/image5.wmf"/></Relationships>
</file>

<file path=ppt/slideMasters/_rels/slideMaster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6.xml"/><Relationship Id="rId1" Type="http://schemas.openxmlformats.org/officeDocument/2006/relationships/slideLayout" Target="../slideLayouts/slideLayout6.xml"/><Relationship Id="rId5" Type="http://schemas.openxmlformats.org/officeDocument/2006/relationships/image" Target="../media/image6.png"/><Relationship Id="rId4" Type="http://schemas.openxmlformats.org/officeDocument/2006/relationships/image" Target="../media/image5.wmf"/></Relationships>
</file>

<file path=ppt/slideMasters/_rels/slideMaster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7.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wmf"/></Relationships>
</file>

<file path=ppt/slideMasters/_rels/slideMaster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theme" Target="../theme/theme8.xml"/><Relationship Id="rId1" Type="http://schemas.openxmlformats.org/officeDocument/2006/relationships/slideLayout" Target="../slideLayouts/slideLayout8.xml"/><Relationship Id="rId5" Type="http://schemas.openxmlformats.org/officeDocument/2006/relationships/image" Target="../media/image6.png"/><Relationship Id="rId4" Type="http://schemas.openxmlformats.org/officeDocument/2006/relationships/image" Target="../media/image5.w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9" name="Straight Connector 7"/>
          <p:cNvCxnSpPr/>
          <p:nvPr/>
        </p:nvCxnSpPr>
        <p:spPr>
          <a:xfrm>
            <a:off x="377640" y="1227600"/>
            <a:ext cx="11436840" cy="360"/>
          </a:xfrm>
          <a:prstGeom prst="straightConnector1">
            <a:avLst/>
          </a:prstGeom>
          <a:ln w="31750">
            <a:solidFill>
              <a:srgbClr val="00857C"/>
            </a:solidFill>
          </a:ln>
        </p:spPr>
      </p:cxnSp>
      <p:pic>
        <p:nvPicPr>
          <p:cNvPr id="10" name="Picture 2"/>
          <p:cNvPicPr/>
          <p:nvPr/>
        </p:nvPicPr>
        <p:blipFill>
          <a:blip r:embed="rId3"/>
          <a:stretch/>
        </p:blipFill>
        <p:spPr>
          <a:xfrm>
            <a:off x="10607040" y="6364080"/>
            <a:ext cx="968760" cy="455400"/>
          </a:xfrm>
          <a:prstGeom prst="rect">
            <a:avLst/>
          </a:prstGeom>
          <a:ln w="0">
            <a:noFill/>
          </a:ln>
        </p:spPr>
      </p:pic>
      <p:sp>
        <p:nvSpPr>
          <p:cNvPr id="2" name="TextBox 9" hidden="1"/>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pic>
        <p:nvPicPr>
          <p:cNvPr id="3" name="Picture 4" descr="A picture containing sponge, reef  Description automatically generated"/>
          <p:cNvPicPr/>
          <p:nvPr/>
        </p:nvPicPr>
        <p:blipFill>
          <a:blip r:embed="rId4"/>
          <a:stretch/>
        </p:blipFill>
        <p:spPr>
          <a:xfrm>
            <a:off x="0" y="0"/>
            <a:ext cx="12188520" cy="6857640"/>
          </a:xfrm>
          <a:prstGeom prst="rect">
            <a:avLst/>
          </a:prstGeom>
          <a:ln w="0">
            <a:noFill/>
          </a:ln>
        </p:spPr>
      </p:pic>
      <p:sp>
        <p:nvSpPr>
          <p:cNvPr id="4" name="PlaceHolder 1"/>
          <p:cNvSpPr>
            <a:spLocks noGrp="1"/>
          </p:cNvSpPr>
          <p:nvPr>
            <p:ph type="sldNum" idx="1"/>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92D98FBF-0FFB-48A7-9B85-3ACA7FE36B07}"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
        <p:nvSpPr>
          <p:cNvPr id="5" name="PlaceHolder 2"/>
          <p:cNvSpPr>
            <a:spLocks noGrp="1"/>
          </p:cNvSpPr>
          <p:nvPr>
            <p:ph type="body"/>
          </p:nvPr>
        </p:nvSpPr>
        <p:spPr>
          <a:xfrm>
            <a:off x="-2880" y="2987280"/>
            <a:ext cx="7515000" cy="4160520"/>
          </a:xfrm>
          <a:prstGeom prst="rect">
            <a:avLst/>
          </a:prstGeom>
          <a:noFill/>
          <a:ln w="0">
            <a:noFill/>
          </a:ln>
        </p:spPr>
        <p:txBody>
          <a:bodyPr lIns="457200" tIns="91440" rIns="91440" bIns="91440" anchor="t">
            <a:noAutofit/>
          </a:bodyPr>
          <a:lstStyle/>
          <a:p>
            <a:pPr indent="0" defTabSz="914400">
              <a:lnSpc>
                <a:spcPct val="100000"/>
              </a:lnSpc>
              <a:spcBef>
                <a:spcPts val="1400"/>
              </a:spcBef>
              <a:spcAft>
                <a:spcPts val="1400"/>
              </a:spcAft>
              <a:buNone/>
              <a:tabLst>
                <a:tab pos="0" algn="l"/>
              </a:tabLst>
            </a:pPr>
            <a:r>
              <a:rPr lang="en-US" sz="3600" b="0" strike="noStrike" spc="-1">
                <a:solidFill>
                  <a:srgbClr val="FFFFFF"/>
                </a:solidFill>
                <a:latin typeface="Invention Light"/>
              </a:rPr>
              <a:t>First</a:t>
            </a:r>
            <a:r>
              <a:rPr lang="en-US" sz="3600" b="0" strike="noStrike" spc="-1">
                <a:solidFill>
                  <a:schemeClr val="lt1"/>
                </a:solidFill>
                <a:latin typeface="Invention Light"/>
              </a:rPr>
              <a:t> </a:t>
            </a:r>
            <a:r>
              <a:rPr lang="en-US" sz="3600" b="0" strike="noStrike" spc="-1">
                <a:solidFill>
                  <a:srgbClr val="BFED33"/>
                </a:solidFill>
                <a:latin typeface="Invention Light"/>
              </a:rPr>
              <a:t>|</a:t>
            </a:r>
            <a:r>
              <a:rPr lang="en-US" sz="3600" b="0" strike="noStrike" spc="-1">
                <a:solidFill>
                  <a:schemeClr val="lt1"/>
                </a:solidFill>
                <a:latin typeface="Invention Light"/>
              </a:rPr>
              <a:t> Second </a:t>
            </a:r>
            <a:r>
              <a:rPr lang="en-US" sz="3600" b="0" strike="noStrike" spc="-1">
                <a:solidFill>
                  <a:srgbClr val="BFED33"/>
                </a:solidFill>
                <a:latin typeface="Invention Light"/>
              </a:rPr>
              <a:t>|</a:t>
            </a:r>
            <a:r>
              <a:rPr lang="en-US" sz="3600" b="0" strike="noStrike" spc="-1">
                <a:solidFill>
                  <a:schemeClr val="lt1"/>
                </a:solidFill>
                <a:latin typeface="Invention Light"/>
              </a:rPr>
              <a:t> Third</a:t>
            </a:r>
            <a:endParaRPr lang="en-US" sz="3600" b="0" strike="noStrike" spc="-1">
              <a:solidFill>
                <a:schemeClr val="dk1"/>
              </a:solidFill>
              <a:latin typeface="Invention"/>
            </a:endParaRPr>
          </a:p>
        </p:txBody>
      </p:sp>
      <p:sp>
        <p:nvSpPr>
          <p:cNvPr id="6" name="PlaceHolder 3"/>
          <p:cNvSpPr>
            <a:spLocks noGrp="1"/>
          </p:cNvSpPr>
          <p:nvPr>
            <p:ph type="body"/>
          </p:nvPr>
        </p:nvSpPr>
        <p:spPr>
          <a:xfrm>
            <a:off x="-2880" y="5546160"/>
            <a:ext cx="12188520" cy="1311480"/>
          </a:xfrm>
          <a:prstGeom prst="rect">
            <a:avLst/>
          </a:prstGeom>
          <a:solidFill>
            <a:schemeClr val="accent1"/>
          </a:solidFill>
          <a:ln w="12600">
            <a:noFill/>
          </a:ln>
        </p:spPr>
        <p:txBody>
          <a:bodyPr lIns="457200" tIns="91440" rIns="182880" bIns="91440" anchor="ctr">
            <a:noAutofit/>
          </a:bodyPr>
          <a:lstStyle/>
          <a:p>
            <a:pPr indent="0" defTabSz="228600">
              <a:lnSpc>
                <a:spcPct val="100000"/>
              </a:lnSpc>
              <a:spcBef>
                <a:spcPts val="1199"/>
              </a:spcBef>
              <a:spcAft>
                <a:spcPts val="2401"/>
              </a:spcAft>
              <a:buNone/>
              <a:tabLst>
                <a:tab pos="0" algn="l"/>
              </a:tabLst>
            </a:pPr>
            <a:r>
              <a:rPr lang="en-US" sz="2400" b="1" strike="noStrike" spc="-1">
                <a:solidFill>
                  <a:schemeClr val="lt1"/>
                </a:solidFill>
                <a:latin typeface="Invention"/>
              </a:rPr>
              <a:t>Add descriptive text about the presentation here.</a:t>
            </a:r>
            <a:endParaRPr lang="en-US" sz="2400" b="0" strike="noStrike" spc="-1">
              <a:solidFill>
                <a:schemeClr val="dk1"/>
              </a:solidFill>
              <a:latin typeface="Invention"/>
            </a:endParaRPr>
          </a:p>
        </p:txBody>
      </p:sp>
      <p:sp>
        <p:nvSpPr>
          <p:cNvPr id="7" name="PlaceHolder 4"/>
          <p:cNvSpPr>
            <a:spLocks noGrp="1"/>
          </p:cNvSpPr>
          <p:nvPr>
            <p:ph type="body"/>
          </p:nvPr>
        </p:nvSpPr>
        <p:spPr>
          <a:xfrm>
            <a:off x="-2880" y="2275200"/>
            <a:ext cx="1919880" cy="3977640"/>
          </a:xfrm>
          <a:prstGeom prst="rect">
            <a:avLst/>
          </a:prstGeom>
          <a:noFill/>
          <a:ln w="0">
            <a:noFill/>
          </a:ln>
        </p:spPr>
        <p:txBody>
          <a:bodyPr lIns="457200" tIns="0" rIns="0" bIns="0" anchor="t">
            <a:noAutofit/>
          </a:bodyPr>
          <a:lstStyle/>
          <a:p>
            <a:pPr indent="0" defTabSz="914400">
              <a:lnSpc>
                <a:spcPct val="100000"/>
              </a:lnSpc>
              <a:spcBef>
                <a:spcPts val="1400"/>
              </a:spcBef>
              <a:spcAft>
                <a:spcPts val="1400"/>
              </a:spcAft>
              <a:buNone/>
              <a:tabLst>
                <a:tab pos="0" algn="l"/>
              </a:tabLst>
            </a:pPr>
            <a:r>
              <a:rPr lang="en-US" sz="1800" b="1" strike="noStrike" spc="-1">
                <a:solidFill>
                  <a:schemeClr val="lt1"/>
                </a:solidFill>
                <a:latin typeface="Invention"/>
              </a:rPr>
              <a:t>Year</a:t>
            </a:r>
            <a:endParaRPr lang="en-US" sz="1800" b="0" strike="noStrike" spc="-1">
              <a:solidFill>
                <a:schemeClr val="dk1"/>
              </a:solidFill>
              <a:latin typeface="Invention"/>
            </a:endParaRPr>
          </a:p>
        </p:txBody>
      </p:sp>
      <p:pic>
        <p:nvPicPr>
          <p:cNvPr id="8" name="Picture 1" descr="Logo  Description automatically generated"/>
          <p:cNvPicPr/>
          <p:nvPr/>
        </p:nvPicPr>
        <p:blipFill>
          <a:blip r:embed="rId5"/>
          <a:stretch/>
        </p:blipFill>
        <p:spPr>
          <a:xfrm>
            <a:off x="138960" y="140400"/>
            <a:ext cx="1729800" cy="941400"/>
          </a:xfrm>
          <a:prstGeom prst="rect">
            <a:avLst/>
          </a:prstGeom>
          <a:ln w="0">
            <a:noFill/>
          </a:ln>
        </p:spPr>
      </p:pic>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41" name="Straight Connector 7"/>
          <p:cNvCxnSpPr/>
          <p:nvPr/>
        </p:nvCxnSpPr>
        <p:spPr>
          <a:xfrm>
            <a:off x="377640" y="1227600"/>
            <a:ext cx="11436840" cy="360"/>
          </a:xfrm>
          <a:prstGeom prst="straightConnector1">
            <a:avLst/>
          </a:prstGeom>
          <a:ln w="31750">
            <a:solidFill>
              <a:srgbClr val="00857C"/>
            </a:solidFill>
          </a:ln>
        </p:spPr>
      </p:cxnSp>
      <p:pic>
        <p:nvPicPr>
          <p:cNvPr id="42" name="Picture 2"/>
          <p:cNvPicPr/>
          <p:nvPr/>
        </p:nvPicPr>
        <p:blipFill>
          <a:blip r:embed="rId3"/>
          <a:stretch/>
        </p:blipFill>
        <p:spPr>
          <a:xfrm>
            <a:off x="10607040" y="6364080"/>
            <a:ext cx="968760" cy="455400"/>
          </a:xfrm>
          <a:prstGeom prst="rect">
            <a:avLst/>
          </a:prstGeom>
          <a:ln w="0">
            <a:noFill/>
          </a:ln>
        </p:spPr>
      </p:pic>
      <p:sp>
        <p:nvSpPr>
          <p:cNvPr id="43" name="TextBox 9" hidden="1"/>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44" name="PlaceHolder 1"/>
          <p:cNvSpPr>
            <a:spLocks noGrp="1"/>
          </p:cNvSpPr>
          <p:nvPr>
            <p:ph type="title"/>
          </p:nvPr>
        </p:nvSpPr>
        <p:spPr>
          <a:xfrm>
            <a:off x="378000" y="1228680"/>
            <a:ext cx="4932360" cy="2199960"/>
          </a:xfrm>
          <a:prstGeom prst="rect">
            <a:avLst/>
          </a:prstGeom>
          <a:noFill/>
          <a:ln w="0">
            <a:noFill/>
          </a:ln>
        </p:spPr>
        <p:txBody>
          <a:bodyPr lIns="0" tIns="0" rIns="0" bIns="0" anchor="b">
            <a:noAutofit/>
          </a:bodyPr>
          <a:lstStyle/>
          <a:p>
            <a:pPr indent="0" defTabSz="914400">
              <a:lnSpc>
                <a:spcPct val="90000"/>
              </a:lnSpc>
              <a:buNone/>
            </a:pPr>
            <a:r>
              <a:rPr lang="en-US" sz="4250" b="0" strike="noStrike" spc="-1">
                <a:solidFill>
                  <a:schemeClr val="dk1"/>
                </a:solidFill>
                <a:latin typeface="Invention Light"/>
              </a:rPr>
              <a:t>Click to edit Master title style</a:t>
            </a:r>
            <a:endParaRPr lang="en-US" sz="4250" b="0" strike="noStrike" spc="-1">
              <a:solidFill>
                <a:schemeClr val="dk1"/>
              </a:solidFill>
              <a:latin typeface="Invention"/>
            </a:endParaRPr>
          </a:p>
        </p:txBody>
      </p:sp>
      <p:sp>
        <p:nvSpPr>
          <p:cNvPr id="45" name="PlaceHolder 2"/>
          <p:cNvSpPr>
            <a:spLocks noGrp="1"/>
          </p:cNvSpPr>
          <p:nvPr>
            <p:ph type="body"/>
          </p:nvPr>
        </p:nvSpPr>
        <p:spPr>
          <a:xfrm>
            <a:off x="378000" y="6174000"/>
            <a:ext cx="3607200" cy="207360"/>
          </a:xfrm>
          <a:prstGeom prst="rect">
            <a:avLst/>
          </a:prstGeom>
          <a:noFill/>
          <a:ln w="0">
            <a:noFill/>
          </a:ln>
        </p:spPr>
        <p:txBody>
          <a:bodyPr lIns="0" tIns="0" rIns="0" bIns="0" anchor="t">
            <a:noAutofit/>
          </a:bodyPr>
          <a:lstStyle/>
          <a:p>
            <a:pPr indent="0" defTabSz="914400">
              <a:lnSpc>
                <a:spcPct val="100000"/>
              </a:lnSpc>
              <a:spcBef>
                <a:spcPts val="1199"/>
              </a:spcBef>
              <a:buNone/>
              <a:tabLst>
                <a:tab pos="0" algn="l"/>
              </a:tabLst>
            </a:pPr>
            <a:r>
              <a:rPr lang="en-US" sz="1200" b="0" strike="noStrike" spc="-1">
                <a:solidFill>
                  <a:schemeClr val="dk1"/>
                </a:solidFill>
                <a:latin typeface="Invention"/>
              </a:rPr>
              <a:t>(month/day/year)</a:t>
            </a:r>
          </a:p>
        </p:txBody>
      </p:sp>
      <p:sp>
        <p:nvSpPr>
          <p:cNvPr id="46" name="PlaceHolder 3"/>
          <p:cNvSpPr>
            <a:spLocks noGrp="1"/>
          </p:cNvSpPr>
          <p:nvPr>
            <p:ph type="body"/>
          </p:nvPr>
        </p:nvSpPr>
        <p:spPr>
          <a:xfrm>
            <a:off x="6095880" y="0"/>
            <a:ext cx="6095520" cy="6096240"/>
          </a:xfrm>
          <a:prstGeom prst="rect">
            <a:avLst/>
          </a:prstGeom>
          <a:solidFill>
            <a:schemeClr val="lt1">
              <a:lumMod val="85000"/>
            </a:schemeClr>
          </a:solidFill>
          <a:ln w="0">
            <a:noFill/>
          </a:ln>
        </p:spPr>
        <p:txBody>
          <a:bodyPr lIns="90000" tIns="45000" rIns="90000" bIns="45000" anchor="t">
            <a:noAutofit/>
          </a:bodyPr>
          <a:lstStyle/>
          <a:p>
            <a:pPr indent="0" defTabSz="228600">
              <a:lnSpc>
                <a:spcPct val="100000"/>
              </a:lnSpc>
              <a:buNone/>
            </a:pPr>
            <a:r>
              <a:rPr lang="en-US" sz="900" b="0" strike="noStrike" spc="-1">
                <a:solidFill>
                  <a:schemeClr val="dk1"/>
                </a:solidFill>
                <a:latin typeface="Invention"/>
              </a:rPr>
              <a:t>Click icon to add picture</a:t>
            </a:r>
          </a:p>
        </p:txBody>
      </p:sp>
      <p:sp>
        <p:nvSpPr>
          <p:cNvPr id="47" name="PlaceHolder 4"/>
          <p:cNvSpPr>
            <a:spLocks noGrp="1"/>
          </p:cNvSpPr>
          <p:nvPr>
            <p:ph type="ftr" idx="6"/>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pic>
        <p:nvPicPr>
          <p:cNvPr id="48" name="Picture 3" descr="Logo  Description automatically generated"/>
          <p:cNvPicPr/>
          <p:nvPr/>
        </p:nvPicPr>
        <p:blipFill>
          <a:blip r:embed="rId4"/>
          <a:stretch/>
        </p:blipFill>
        <p:spPr>
          <a:xfrm>
            <a:off x="138960" y="140400"/>
            <a:ext cx="1729800" cy="941400"/>
          </a:xfrm>
          <a:prstGeom prst="rect">
            <a:avLst/>
          </a:prstGeom>
          <a:ln w="0">
            <a:noFill/>
          </a:ln>
        </p:spPr>
      </p:pic>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028"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028"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030" name="Straight Connector 7"/>
          <p:cNvCxnSpPr/>
          <p:nvPr/>
        </p:nvCxnSpPr>
        <p:spPr>
          <a:xfrm>
            <a:off x="377640" y="1227600"/>
            <a:ext cx="11436840" cy="360"/>
          </a:xfrm>
          <a:prstGeom prst="straightConnector1">
            <a:avLst/>
          </a:prstGeom>
          <a:ln w="31750">
            <a:solidFill>
              <a:srgbClr val="00857C"/>
            </a:solidFill>
          </a:ln>
        </p:spPr>
      </p:cxnSp>
      <p:pic>
        <p:nvPicPr>
          <p:cNvPr id="1031" name="Picture 8"/>
          <p:cNvPicPr/>
          <p:nvPr/>
        </p:nvPicPr>
        <p:blipFill>
          <a:blip r:embed="rId5"/>
          <a:stretch/>
        </p:blipFill>
        <p:spPr>
          <a:xfrm>
            <a:off x="10821600" y="6478560"/>
            <a:ext cx="581400" cy="217080"/>
          </a:xfrm>
          <a:prstGeom prst="rect">
            <a:avLst/>
          </a:prstGeom>
          <a:ln w="0">
            <a:noFill/>
          </a:ln>
        </p:spPr>
      </p:pic>
      <p:sp>
        <p:nvSpPr>
          <p:cNvPr id="1032" name="TextBox 6"/>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033" name="PlaceHolder 1"/>
          <p:cNvSpPr>
            <a:spLocks noGrp="1"/>
          </p:cNvSpPr>
          <p:nvPr>
            <p:ph type="title"/>
          </p:nvPr>
        </p:nvSpPr>
        <p:spPr>
          <a:xfrm>
            <a:off x="378000" y="378000"/>
            <a:ext cx="75229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Click to edit Master title style</a:t>
            </a:r>
            <a:endParaRPr lang="en-US" sz="2750" b="0" strike="noStrike" spc="-1">
              <a:solidFill>
                <a:schemeClr val="dk1"/>
              </a:solidFill>
              <a:latin typeface="Invention"/>
            </a:endParaRPr>
          </a:p>
        </p:txBody>
      </p:sp>
      <p:sp>
        <p:nvSpPr>
          <p:cNvPr id="1034" name="PlaceHolder 2"/>
          <p:cNvSpPr>
            <a:spLocks noGrp="1"/>
          </p:cNvSpPr>
          <p:nvPr>
            <p:ph type="body"/>
          </p:nvPr>
        </p:nvSpPr>
        <p:spPr>
          <a:xfrm>
            <a:off x="1195200" y="1925640"/>
            <a:ext cx="4690440" cy="445572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1200" b="0" strike="noStrike" spc="-1">
                <a:solidFill>
                  <a:schemeClr val="accent4"/>
                </a:solidFill>
                <a:latin typeface="Invention"/>
              </a:rPr>
              <a:t>Click to edit Master text styles</a:t>
            </a:r>
          </a:p>
          <a:p>
            <a:pPr marL="108000" lvl="1"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Second level</a:t>
            </a:r>
          </a:p>
          <a:p>
            <a:pPr marL="216000" lvl="2"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Third level</a:t>
            </a:r>
          </a:p>
          <a:p>
            <a:pPr marL="324000" lvl="3"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Fourth level</a:t>
            </a:r>
          </a:p>
          <a:p>
            <a:pPr marL="432000" lvl="4"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Fifth level</a:t>
            </a:r>
          </a:p>
        </p:txBody>
      </p:sp>
      <p:sp>
        <p:nvSpPr>
          <p:cNvPr id="1035" name="PlaceHolder 3"/>
          <p:cNvSpPr>
            <a:spLocks noGrp="1"/>
          </p:cNvSpPr>
          <p:nvPr>
            <p:ph type="dt" idx="148"/>
          </p:nvPr>
        </p:nvSpPr>
        <p:spPr>
          <a:xfrm>
            <a:off x="8217720" y="6480000"/>
            <a:ext cx="721800" cy="215640"/>
          </a:xfrm>
          <a:prstGeom prst="rect">
            <a:avLst/>
          </a:prstGeom>
          <a:noFill/>
          <a:ln w="0">
            <a:noFill/>
          </a:ln>
        </p:spPr>
        <p:txBody>
          <a:bodyPr lIns="0" tIns="0" rIns="0" bIns="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1036" name="PlaceHolder 4"/>
          <p:cNvSpPr>
            <a:spLocks noGrp="1"/>
          </p:cNvSpPr>
          <p:nvPr>
            <p:ph type="ftr" idx="149"/>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37" name="PlaceHolder 5"/>
          <p:cNvSpPr>
            <a:spLocks noGrp="1"/>
          </p:cNvSpPr>
          <p:nvPr>
            <p:ph type="sldNum" idx="150"/>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C99496F8-8E0D-4D77-93C8-64AEE514B1E7}"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
        <p:nvSpPr>
          <p:cNvPr id="1038" name="PlaceHolder 6"/>
          <p:cNvSpPr>
            <a:spLocks noGrp="1"/>
          </p:cNvSpPr>
          <p:nvPr>
            <p:ph type="body"/>
          </p:nvPr>
        </p:nvSpPr>
        <p:spPr>
          <a:xfrm>
            <a:off x="7123320" y="1925640"/>
            <a:ext cx="4690440" cy="445572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1200" b="0" strike="noStrike" spc="-1">
                <a:solidFill>
                  <a:schemeClr val="accent4"/>
                </a:solidFill>
                <a:latin typeface="Invention"/>
              </a:rPr>
              <a:t>Click to edit Master text styles</a:t>
            </a:r>
          </a:p>
          <a:p>
            <a:pPr marL="108000" lvl="1"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Second level</a:t>
            </a:r>
          </a:p>
          <a:p>
            <a:pPr marL="216000" lvl="2"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Third level</a:t>
            </a:r>
          </a:p>
          <a:p>
            <a:pPr marL="324000" lvl="3"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Fourth level</a:t>
            </a:r>
          </a:p>
          <a:p>
            <a:pPr marL="432000" lvl="4"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Fifth level</a:t>
            </a:r>
          </a:p>
        </p:txBody>
      </p:sp>
      <p:sp>
        <p:nvSpPr>
          <p:cNvPr id="1039" name="PlaceHolder 7"/>
          <p:cNvSpPr>
            <a:spLocks noGrp="1"/>
          </p:cNvSpPr>
          <p:nvPr>
            <p:ph type="body"/>
          </p:nvPr>
        </p:nvSpPr>
        <p:spPr>
          <a:xfrm>
            <a:off x="378000" y="1925640"/>
            <a:ext cx="726840" cy="85356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2750" b="0" strike="noStrike" spc="-1">
                <a:solidFill>
                  <a:schemeClr val="accent4"/>
                </a:solidFill>
                <a:latin typeface="Invention Light"/>
              </a:rPr>
              <a:t>0.</a:t>
            </a:r>
            <a:endParaRPr lang="en-US" sz="2750" b="0" strike="noStrike" spc="-1">
              <a:solidFill>
                <a:schemeClr val="accent4"/>
              </a:solidFill>
              <a:latin typeface="Invention"/>
            </a:endParaRPr>
          </a:p>
        </p:txBody>
      </p:sp>
      <p:sp>
        <p:nvSpPr>
          <p:cNvPr id="1040" name="PlaceHolder 8"/>
          <p:cNvSpPr>
            <a:spLocks noGrp="1"/>
          </p:cNvSpPr>
          <p:nvPr>
            <p:ph type="body"/>
          </p:nvPr>
        </p:nvSpPr>
        <p:spPr>
          <a:xfrm>
            <a:off x="6306120" y="1925640"/>
            <a:ext cx="726840" cy="85356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2750" b="0" strike="noStrike" spc="-1">
                <a:solidFill>
                  <a:schemeClr val="accent4"/>
                </a:solidFill>
                <a:latin typeface="Invention Light"/>
              </a:rPr>
              <a:t>0.</a:t>
            </a:r>
            <a:endParaRPr lang="en-US" sz="2750" b="0" strike="noStrike" spc="-1">
              <a:solidFill>
                <a:schemeClr val="accent4"/>
              </a:solidFill>
              <a:latin typeface="Invention"/>
            </a:endParaRPr>
          </a:p>
        </p:txBody>
      </p:sp>
    </p:spTree>
  </p:cSld>
  <p:clrMap bg1="lt1" tx1="dk1" bg2="lt2" tx2="dk2" accent1="accent1" accent2="accent2" accent3="accent3" accent4="accent4" accent5="accent5" accent6="accent6" hlink="hlink" folHlink="folHlink"/>
  <p:sldLayoutIdLst>
    <p:sldLayoutId id="21474838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145"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145"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147" name="Straight Connector 7"/>
          <p:cNvCxnSpPr/>
          <p:nvPr/>
        </p:nvCxnSpPr>
        <p:spPr>
          <a:xfrm>
            <a:off x="377640" y="1227600"/>
            <a:ext cx="11436840" cy="360"/>
          </a:xfrm>
          <a:prstGeom prst="straightConnector1">
            <a:avLst/>
          </a:prstGeom>
          <a:ln w="31750">
            <a:solidFill>
              <a:srgbClr val="00857C"/>
            </a:solidFill>
          </a:ln>
        </p:spPr>
      </p:cxnSp>
      <p:pic>
        <p:nvPicPr>
          <p:cNvPr id="1148" name="Picture 8"/>
          <p:cNvPicPr/>
          <p:nvPr/>
        </p:nvPicPr>
        <p:blipFill>
          <a:blip r:embed="rId5"/>
          <a:stretch/>
        </p:blipFill>
        <p:spPr>
          <a:xfrm>
            <a:off x="10821600" y="6478560"/>
            <a:ext cx="581400" cy="217080"/>
          </a:xfrm>
          <a:prstGeom prst="rect">
            <a:avLst/>
          </a:prstGeom>
          <a:ln w="0">
            <a:noFill/>
          </a:ln>
        </p:spPr>
      </p:pic>
      <p:sp>
        <p:nvSpPr>
          <p:cNvPr id="1149" name="TextBox 6"/>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150" name="PlaceHolder 1"/>
          <p:cNvSpPr>
            <a:spLocks noGrp="1"/>
          </p:cNvSpPr>
          <p:nvPr>
            <p:ph type="title"/>
          </p:nvPr>
        </p:nvSpPr>
        <p:spPr>
          <a:xfrm>
            <a:off x="378000" y="378000"/>
            <a:ext cx="75229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Click to edit Master title style</a:t>
            </a:r>
            <a:endParaRPr lang="en-US" sz="2750" b="0" strike="noStrike" spc="-1">
              <a:solidFill>
                <a:schemeClr val="dk1"/>
              </a:solidFill>
              <a:latin typeface="Invention"/>
            </a:endParaRPr>
          </a:p>
        </p:txBody>
      </p:sp>
      <p:sp>
        <p:nvSpPr>
          <p:cNvPr id="1151" name="PlaceHolder 2"/>
          <p:cNvSpPr>
            <a:spLocks noGrp="1"/>
          </p:cNvSpPr>
          <p:nvPr>
            <p:ph type="body"/>
          </p:nvPr>
        </p:nvSpPr>
        <p:spPr>
          <a:xfrm>
            <a:off x="378000" y="1925640"/>
            <a:ext cx="11436120" cy="445572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1200" b="0" strike="noStrike" spc="-1">
                <a:solidFill>
                  <a:schemeClr val="accent4"/>
                </a:solidFill>
                <a:latin typeface="Invention"/>
              </a:rPr>
              <a:t>Click to edit Master text styles</a:t>
            </a:r>
          </a:p>
          <a:p>
            <a:pPr marL="108000" lvl="1"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Second level</a:t>
            </a:r>
          </a:p>
          <a:p>
            <a:pPr marL="216000" lvl="2"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Third level</a:t>
            </a:r>
          </a:p>
          <a:p>
            <a:pPr marL="324000" lvl="3"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Fourth level</a:t>
            </a:r>
          </a:p>
          <a:p>
            <a:pPr marL="432000" lvl="4" indent="-108000" defTabSz="914400">
              <a:lnSpc>
                <a:spcPct val="100000"/>
              </a:lnSpc>
              <a:spcAft>
                <a:spcPts val="1599"/>
              </a:spcAft>
              <a:buClr>
                <a:srgbClr val="0C2340"/>
              </a:buClr>
              <a:buFont typeface="Arial"/>
              <a:buChar char="•"/>
              <a:tabLst>
                <a:tab pos="0" algn="l"/>
              </a:tabLst>
            </a:pPr>
            <a:r>
              <a:rPr lang="en-US" sz="1200" b="0" strike="noStrike" spc="-1">
                <a:solidFill>
                  <a:schemeClr val="accent4"/>
                </a:solidFill>
                <a:latin typeface="Invention"/>
              </a:rPr>
              <a:t>Fifth level</a:t>
            </a:r>
          </a:p>
        </p:txBody>
      </p:sp>
      <p:sp>
        <p:nvSpPr>
          <p:cNvPr id="1152" name="PlaceHolder 3"/>
          <p:cNvSpPr>
            <a:spLocks noGrp="1"/>
          </p:cNvSpPr>
          <p:nvPr>
            <p:ph type="dt" idx="172"/>
          </p:nvPr>
        </p:nvSpPr>
        <p:spPr>
          <a:xfrm>
            <a:off x="8217720" y="6480000"/>
            <a:ext cx="721800" cy="215640"/>
          </a:xfrm>
          <a:prstGeom prst="rect">
            <a:avLst/>
          </a:prstGeom>
          <a:noFill/>
          <a:ln w="0">
            <a:noFill/>
          </a:ln>
        </p:spPr>
        <p:txBody>
          <a:bodyPr lIns="0" tIns="0" rIns="0" bIns="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1153" name="PlaceHolder 4"/>
          <p:cNvSpPr>
            <a:spLocks noGrp="1"/>
          </p:cNvSpPr>
          <p:nvPr>
            <p:ph type="ftr" idx="173"/>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54" name="PlaceHolder 5"/>
          <p:cNvSpPr>
            <a:spLocks noGrp="1"/>
          </p:cNvSpPr>
          <p:nvPr>
            <p:ph type="sldNum" idx="174"/>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4C0D21FB-99DC-4E4B-93AB-6F69CCCCDB3A}"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82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388"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388"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390" name="Straight Connector 7"/>
          <p:cNvCxnSpPr/>
          <p:nvPr/>
        </p:nvCxnSpPr>
        <p:spPr>
          <a:xfrm>
            <a:off x="377640" y="1227600"/>
            <a:ext cx="11436840" cy="360"/>
          </a:xfrm>
          <a:prstGeom prst="straightConnector1">
            <a:avLst/>
          </a:prstGeom>
          <a:ln w="31750">
            <a:solidFill>
              <a:srgbClr val="00857C"/>
            </a:solidFill>
          </a:ln>
        </p:spPr>
      </p:cxnSp>
      <p:pic>
        <p:nvPicPr>
          <p:cNvPr id="1391" name="Picture 8"/>
          <p:cNvPicPr/>
          <p:nvPr/>
        </p:nvPicPr>
        <p:blipFill>
          <a:blip r:embed="rId5"/>
          <a:stretch/>
        </p:blipFill>
        <p:spPr>
          <a:xfrm>
            <a:off x="10821600" y="6478560"/>
            <a:ext cx="581400" cy="217080"/>
          </a:xfrm>
          <a:prstGeom prst="rect">
            <a:avLst/>
          </a:prstGeom>
          <a:ln w="0">
            <a:noFill/>
          </a:ln>
        </p:spPr>
      </p:pic>
      <p:sp>
        <p:nvSpPr>
          <p:cNvPr id="1392" name="TextBox 6" hidden="1"/>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393" name="PlaceHolder 1"/>
          <p:cNvSpPr>
            <a:spLocks noGrp="1"/>
          </p:cNvSpPr>
          <p:nvPr>
            <p:ph type="title"/>
          </p:nvPr>
        </p:nvSpPr>
        <p:spPr>
          <a:xfrm>
            <a:off x="378000" y="1227960"/>
            <a:ext cx="4589640" cy="2152080"/>
          </a:xfrm>
          <a:prstGeom prst="rect">
            <a:avLst/>
          </a:prstGeom>
          <a:noFill/>
          <a:ln w="0">
            <a:noFill/>
          </a:ln>
        </p:spPr>
        <p:txBody>
          <a:bodyPr lIns="0" tIns="0" rIns="0" bIns="0" anchor="b">
            <a:noAutofit/>
          </a:bodyPr>
          <a:lstStyle/>
          <a:p>
            <a:pPr indent="0" defTabSz="914400">
              <a:lnSpc>
                <a:spcPct val="90000"/>
              </a:lnSpc>
              <a:buNone/>
            </a:pPr>
            <a:r>
              <a:rPr lang="en-US" sz="5750" b="0" strike="noStrike" spc="-1">
                <a:solidFill>
                  <a:schemeClr val="accent4"/>
                </a:solidFill>
                <a:latin typeface="Invention Light"/>
              </a:rPr>
              <a:t>Click to edit Master title style</a:t>
            </a:r>
            <a:endParaRPr lang="en-US" sz="5750" b="0" strike="noStrike" spc="-1">
              <a:solidFill>
                <a:schemeClr val="dk1"/>
              </a:solidFill>
              <a:latin typeface="Invention"/>
            </a:endParaRPr>
          </a:p>
        </p:txBody>
      </p:sp>
      <p:sp>
        <p:nvSpPr>
          <p:cNvPr id="1394" name="PlaceHolder 2"/>
          <p:cNvSpPr>
            <a:spLocks noGrp="1"/>
          </p:cNvSpPr>
          <p:nvPr>
            <p:ph type="body"/>
          </p:nvPr>
        </p:nvSpPr>
        <p:spPr>
          <a:xfrm>
            <a:off x="378000" y="3465000"/>
            <a:ext cx="3607920" cy="149976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1600" b="0" strike="noStrike" spc="-1">
                <a:solidFill>
                  <a:schemeClr val="accent4"/>
                </a:solidFill>
                <a:latin typeface="Invention Light"/>
              </a:rPr>
              <a:t>Click to edit Master text styles</a:t>
            </a:r>
            <a:endParaRPr lang="en-US" sz="1600" b="0" strike="noStrike" spc="-1">
              <a:solidFill>
                <a:schemeClr val="accent4"/>
              </a:solidFill>
              <a:latin typeface="Invention"/>
            </a:endParaRPr>
          </a:p>
        </p:txBody>
      </p:sp>
      <p:sp>
        <p:nvSpPr>
          <p:cNvPr id="1395" name="PlaceHolder 3"/>
          <p:cNvSpPr>
            <a:spLocks noGrp="1"/>
          </p:cNvSpPr>
          <p:nvPr>
            <p:ph type="ftr" idx="227"/>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396" name="PlaceHolder 4"/>
          <p:cNvSpPr>
            <a:spLocks noGrp="1"/>
          </p:cNvSpPr>
          <p:nvPr>
            <p:ph type="dt" idx="228"/>
          </p:nvPr>
        </p:nvSpPr>
        <p:spPr>
          <a:xfrm>
            <a:off x="8217720" y="6480000"/>
            <a:ext cx="721800" cy="215640"/>
          </a:xfrm>
          <a:prstGeom prst="rect">
            <a:avLst/>
          </a:prstGeom>
          <a:noFill/>
          <a:ln w="0">
            <a:noFill/>
          </a:ln>
        </p:spPr>
        <p:txBody>
          <a:bodyPr lIns="0" tIns="0" rIns="0" bIns="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1397" name="PlaceHolder 5"/>
          <p:cNvSpPr>
            <a:spLocks noGrp="1"/>
          </p:cNvSpPr>
          <p:nvPr>
            <p:ph type="sldNum" idx="229"/>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4414CDA2-CD53-4D54-9AD8-B32C6092BBD3}"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pic>
        <p:nvPicPr>
          <p:cNvPr id="1398" name="Picture 7"/>
          <p:cNvPicPr/>
          <p:nvPr/>
        </p:nvPicPr>
        <p:blipFill>
          <a:blip r:embed="rId5"/>
          <a:stretch/>
        </p:blipFill>
        <p:spPr>
          <a:xfrm>
            <a:off x="10821600" y="6478560"/>
            <a:ext cx="581400" cy="217080"/>
          </a:xfrm>
          <a:prstGeom prst="rect">
            <a:avLst/>
          </a:prstGeom>
          <a:ln w="0">
            <a:noFill/>
          </a:ln>
        </p:spPr>
      </p:pic>
    </p:spTree>
  </p:cSld>
  <p:clrMap bg1="lt1" tx1="dk1" bg2="lt2" tx2="dk2" accent1="accent1" accent2="accent2" accent3="accent3" accent4="accent4" accent5="accent5" accent6="accent6" hlink="hlink" folHlink="folHlink"/>
  <p:sldLayoutIdLst>
    <p:sldLayoutId id="21474838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607"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607"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609" name="Straight Connector 7"/>
          <p:cNvCxnSpPr/>
          <p:nvPr/>
        </p:nvCxnSpPr>
        <p:spPr>
          <a:xfrm>
            <a:off x="377640" y="1227600"/>
            <a:ext cx="11436840" cy="360"/>
          </a:xfrm>
          <a:prstGeom prst="straightConnector1">
            <a:avLst/>
          </a:prstGeom>
          <a:ln w="31750">
            <a:solidFill>
              <a:srgbClr val="00857C"/>
            </a:solidFill>
          </a:ln>
        </p:spPr>
      </p:cxnSp>
      <p:pic>
        <p:nvPicPr>
          <p:cNvPr id="1610" name="Picture 8"/>
          <p:cNvPicPr/>
          <p:nvPr/>
        </p:nvPicPr>
        <p:blipFill>
          <a:blip r:embed="rId5"/>
          <a:stretch/>
        </p:blipFill>
        <p:spPr>
          <a:xfrm>
            <a:off x="10821600" y="6478560"/>
            <a:ext cx="581400" cy="217080"/>
          </a:xfrm>
          <a:prstGeom prst="rect">
            <a:avLst/>
          </a:prstGeom>
          <a:ln w="0">
            <a:noFill/>
          </a:ln>
        </p:spPr>
      </p:pic>
      <p:sp>
        <p:nvSpPr>
          <p:cNvPr id="1611" name="TextBox 6"/>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612"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Click to edit Master title style</a:t>
            </a:r>
            <a:endParaRPr lang="en-US" sz="2750" b="0" strike="noStrike" spc="-1">
              <a:solidFill>
                <a:schemeClr val="dk1"/>
              </a:solidFill>
              <a:latin typeface="Invention"/>
            </a:endParaRPr>
          </a:p>
        </p:txBody>
      </p:sp>
      <p:sp>
        <p:nvSpPr>
          <p:cNvPr id="1613" name="PlaceHolder 2"/>
          <p:cNvSpPr>
            <a:spLocks noGrp="1"/>
          </p:cNvSpPr>
          <p:nvPr>
            <p:ph type="dt" idx="265"/>
          </p:nvPr>
        </p:nvSpPr>
        <p:spPr>
          <a:xfrm>
            <a:off x="8217720" y="6480000"/>
            <a:ext cx="721800" cy="215640"/>
          </a:xfrm>
          <a:prstGeom prst="rect">
            <a:avLst/>
          </a:prstGeom>
          <a:noFill/>
          <a:ln w="0">
            <a:noFill/>
          </a:ln>
        </p:spPr>
        <p:txBody>
          <a:bodyPr lIns="0" tIns="0" rIns="0" bIns="0" anchor="ctr">
            <a:noAutofit/>
          </a:bodyPr>
          <a:lstStyle>
            <a:lvl1pPr indent="0" defTabSz="228600">
              <a:lnSpc>
                <a:spcPct val="100000"/>
              </a:lnSpc>
              <a:buNone/>
              <a:defRPr lang="en-US" sz="700" b="0" strike="noStrike" spc="-1">
                <a:solidFill>
                  <a:srgbClr val="9EA7B3"/>
                </a:solidFill>
                <a:latin typeface="Invention"/>
              </a:defRPr>
            </a:lvl1pPr>
          </a:lstStyle>
          <a:p>
            <a:pPr indent="0" defTabSz="228600">
              <a:lnSpc>
                <a:spcPct val="100000"/>
              </a:lnSpc>
              <a:buNone/>
            </a:pPr>
            <a:r>
              <a:rPr lang="en-US" sz="700" b="0" strike="noStrike" spc="-1">
                <a:solidFill>
                  <a:srgbClr val="9EA7B3"/>
                </a:solidFill>
                <a:latin typeface="Invention"/>
              </a:rPr>
              <a:t>&lt;date/time&gt;</a:t>
            </a:r>
            <a:endParaRPr lang="en-US" sz="700" b="0" strike="noStrike" spc="-1">
              <a:solidFill>
                <a:srgbClr val="000000"/>
              </a:solidFill>
              <a:latin typeface="Times New Roman"/>
            </a:endParaRPr>
          </a:p>
        </p:txBody>
      </p:sp>
      <p:sp>
        <p:nvSpPr>
          <p:cNvPr id="1614" name="PlaceHolder 3"/>
          <p:cNvSpPr>
            <a:spLocks noGrp="1"/>
          </p:cNvSpPr>
          <p:nvPr>
            <p:ph type="ftr" idx="266"/>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615" name="PlaceHolder 4"/>
          <p:cNvSpPr>
            <a:spLocks noGrp="1"/>
          </p:cNvSpPr>
          <p:nvPr>
            <p:ph type="sldNum" idx="267"/>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118C9688-2472-4B68-8450-65BB6E5F3EE7}"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
        <p:nvSpPr>
          <p:cNvPr id="1616" name="PlaceHolder 5"/>
          <p:cNvSpPr>
            <a:spLocks noGrp="1"/>
          </p:cNvSpPr>
          <p:nvPr>
            <p:ph type="body"/>
          </p:nvPr>
        </p:nvSpPr>
        <p:spPr>
          <a:xfrm>
            <a:off x="374760" y="1371600"/>
            <a:ext cx="11438640" cy="4452840"/>
          </a:xfrm>
          <a:prstGeom prst="rect">
            <a:avLst/>
          </a:prstGeom>
          <a:noFill/>
          <a:ln w="0">
            <a:noFill/>
          </a:ln>
        </p:spPr>
        <p:txBody>
          <a:bodyPr lIns="0" tIns="45720" rIns="0" bIns="0" anchor="t">
            <a:noAutofit/>
          </a:bodyPr>
          <a:lstStyle/>
          <a:p>
            <a:pPr indent="0" defTabSz="685800">
              <a:lnSpc>
                <a:spcPct val="95000"/>
              </a:lnSpc>
              <a:spcAft>
                <a:spcPts val="1199"/>
              </a:spcAft>
              <a:buNone/>
              <a:tabLst>
                <a:tab pos="0" algn="l"/>
              </a:tabLst>
            </a:pPr>
            <a:r>
              <a:rPr lang="en-US" sz="1800" b="0" strike="noStrike" spc="-1">
                <a:solidFill>
                  <a:schemeClr val="accent4"/>
                </a:solidFill>
                <a:latin typeface="Invention"/>
              </a:rPr>
              <a:t>Click to add text</a:t>
            </a:r>
          </a:p>
          <a:p>
            <a:pPr marL="108000" lvl="1" indent="-108000" defTabSz="685800">
              <a:lnSpc>
                <a:spcPct val="95000"/>
              </a:lnSpc>
              <a:spcAft>
                <a:spcPts val="1199"/>
              </a:spcAft>
              <a:buClr>
                <a:srgbClr val="0C2340"/>
              </a:buClr>
              <a:buFont typeface="Arial"/>
              <a:buChar char="•"/>
              <a:tabLst>
                <a:tab pos="0" algn="l"/>
              </a:tabLst>
            </a:pPr>
            <a:r>
              <a:rPr lang="en-US" sz="1600" b="0" strike="noStrike" spc="-1">
                <a:solidFill>
                  <a:schemeClr val="accent4"/>
                </a:solidFill>
                <a:latin typeface="Invention"/>
              </a:rPr>
              <a:t>Second level</a:t>
            </a:r>
          </a:p>
          <a:p>
            <a:pPr marL="216000" lvl="2" indent="-108000" defTabSz="685800">
              <a:lnSpc>
                <a:spcPct val="95000"/>
              </a:lnSpc>
              <a:spcAft>
                <a:spcPts val="1199"/>
              </a:spcAft>
              <a:buClr>
                <a:srgbClr val="0C2340"/>
              </a:buClr>
              <a:buFont typeface="Arial"/>
              <a:buChar char="•"/>
              <a:tabLst>
                <a:tab pos="0" algn="l"/>
              </a:tabLst>
            </a:pPr>
            <a:r>
              <a:rPr lang="en-US" sz="1400" b="0" strike="noStrike" spc="-1">
                <a:solidFill>
                  <a:schemeClr val="accent4"/>
                </a:solidFill>
                <a:latin typeface="Invention"/>
              </a:rPr>
              <a:t>Third level</a:t>
            </a:r>
          </a:p>
          <a:p>
            <a:pPr marL="324000" lvl="3" indent="-108000" defTabSz="685800">
              <a:lnSpc>
                <a:spcPct val="95000"/>
              </a:lnSpc>
              <a:spcAft>
                <a:spcPts val="1199"/>
              </a:spcAft>
              <a:buClr>
                <a:srgbClr val="0C2340"/>
              </a:buClr>
              <a:buFont typeface="Arial"/>
              <a:buChar char="•"/>
              <a:tabLst>
                <a:tab pos="0" algn="l"/>
              </a:tabLst>
            </a:pPr>
            <a:r>
              <a:rPr lang="en-US" sz="1200" b="0" strike="noStrike" spc="-1">
                <a:solidFill>
                  <a:schemeClr val="accent4"/>
                </a:solidFill>
                <a:latin typeface="Invention"/>
              </a:rPr>
              <a:t>Fourth level</a:t>
            </a:r>
          </a:p>
          <a:p>
            <a:pPr marL="432000" lvl="4" indent="-108000" defTabSz="685800">
              <a:lnSpc>
                <a:spcPct val="95000"/>
              </a:lnSpc>
              <a:spcAft>
                <a:spcPts val="1199"/>
              </a:spcAft>
              <a:buClr>
                <a:srgbClr val="0C2340"/>
              </a:buClr>
              <a:buFont typeface="Arial"/>
              <a:buChar char="•"/>
              <a:tabLst>
                <a:tab pos="0" algn="l"/>
              </a:tabLst>
            </a:pPr>
            <a:r>
              <a:rPr lang="en-US" sz="1100" b="0" strike="noStrike" spc="-1">
                <a:solidFill>
                  <a:schemeClr val="accent4"/>
                </a:solidFill>
                <a:latin typeface="Invention"/>
              </a:rPr>
              <a:t>Fifth level</a:t>
            </a:r>
          </a:p>
        </p:txBody>
      </p:sp>
    </p:spTree>
  </p:cSld>
  <p:clrMap bg1="lt1" tx1="dk1" bg2="lt2" tx2="dk2" accent1="accent1" accent2="accent2" accent3="accent3" accent4="accent4" accent5="accent5" accent6="accent6" hlink="hlink" folHlink="folHlink"/>
  <p:sldLayoutIdLst>
    <p:sldLayoutId id="21474839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617"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617"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619" name="Straight Connector 7"/>
          <p:cNvCxnSpPr/>
          <p:nvPr/>
        </p:nvCxnSpPr>
        <p:spPr>
          <a:xfrm>
            <a:off x="377640" y="1227600"/>
            <a:ext cx="11436840" cy="360"/>
          </a:xfrm>
          <a:prstGeom prst="straightConnector1">
            <a:avLst/>
          </a:prstGeom>
          <a:ln w="31750">
            <a:solidFill>
              <a:srgbClr val="00857C"/>
            </a:solidFill>
          </a:ln>
        </p:spPr>
      </p:cxnSp>
      <p:pic>
        <p:nvPicPr>
          <p:cNvPr id="1620" name="Picture 8"/>
          <p:cNvPicPr/>
          <p:nvPr/>
        </p:nvPicPr>
        <p:blipFill>
          <a:blip r:embed="rId5"/>
          <a:stretch/>
        </p:blipFill>
        <p:spPr>
          <a:xfrm>
            <a:off x="10821600" y="6478560"/>
            <a:ext cx="581400" cy="217080"/>
          </a:xfrm>
          <a:prstGeom prst="rect">
            <a:avLst/>
          </a:prstGeom>
          <a:ln w="0">
            <a:noFill/>
          </a:ln>
        </p:spPr>
      </p:pic>
      <p:sp>
        <p:nvSpPr>
          <p:cNvPr id="1621" name="TextBox 6"/>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622"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Click to edit Master title style</a:t>
            </a:r>
            <a:endParaRPr lang="en-US" sz="2750" b="0" strike="noStrike" spc="-1">
              <a:solidFill>
                <a:schemeClr val="dk1"/>
              </a:solidFill>
              <a:latin typeface="Invention"/>
            </a:endParaRPr>
          </a:p>
        </p:txBody>
      </p:sp>
      <p:sp>
        <p:nvSpPr>
          <p:cNvPr id="1623" name="PlaceHolder 2"/>
          <p:cNvSpPr>
            <a:spLocks noGrp="1"/>
          </p:cNvSpPr>
          <p:nvPr>
            <p:ph type="dt" idx="268"/>
          </p:nvPr>
        </p:nvSpPr>
        <p:spPr>
          <a:xfrm>
            <a:off x="8217720" y="6480000"/>
            <a:ext cx="721800" cy="215640"/>
          </a:xfrm>
          <a:prstGeom prst="rect">
            <a:avLst/>
          </a:prstGeom>
          <a:noFill/>
          <a:ln w="0">
            <a:noFill/>
          </a:ln>
        </p:spPr>
        <p:txBody>
          <a:bodyPr lIns="0" tIns="0" rIns="0" bIns="0" anchor="ctr">
            <a:noAutofit/>
          </a:bodyPr>
          <a:lstStyle>
            <a:lvl1pPr indent="0" defTabSz="228600">
              <a:lnSpc>
                <a:spcPct val="100000"/>
              </a:lnSpc>
              <a:buNone/>
              <a:defRPr lang="en-US" sz="700" b="0" strike="noStrike" spc="-1">
                <a:solidFill>
                  <a:srgbClr val="9EA7B3"/>
                </a:solidFill>
                <a:latin typeface="Invention"/>
              </a:defRPr>
            </a:lvl1pPr>
          </a:lstStyle>
          <a:p>
            <a:pPr indent="0" defTabSz="228600">
              <a:lnSpc>
                <a:spcPct val="100000"/>
              </a:lnSpc>
              <a:buNone/>
            </a:pPr>
            <a:r>
              <a:rPr lang="en-US" sz="700" b="0" strike="noStrike" spc="-1">
                <a:solidFill>
                  <a:srgbClr val="9EA7B3"/>
                </a:solidFill>
                <a:latin typeface="Invention"/>
              </a:rPr>
              <a:t>&lt;date/time&gt;</a:t>
            </a:r>
            <a:endParaRPr lang="en-US" sz="700" b="0" strike="noStrike" spc="-1">
              <a:solidFill>
                <a:srgbClr val="000000"/>
              </a:solidFill>
              <a:latin typeface="Times New Roman"/>
            </a:endParaRPr>
          </a:p>
        </p:txBody>
      </p:sp>
      <p:sp>
        <p:nvSpPr>
          <p:cNvPr id="1624" name="PlaceHolder 3"/>
          <p:cNvSpPr>
            <a:spLocks noGrp="1"/>
          </p:cNvSpPr>
          <p:nvPr>
            <p:ph type="ftr" idx="269"/>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625" name="PlaceHolder 4"/>
          <p:cNvSpPr>
            <a:spLocks noGrp="1"/>
          </p:cNvSpPr>
          <p:nvPr>
            <p:ph type="sldNum" idx="270"/>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E89952BB-96E8-4BCD-B674-FF598DEDED12}"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
        <p:nvSpPr>
          <p:cNvPr id="1626" name="PlaceHolder 5"/>
          <p:cNvSpPr>
            <a:spLocks noGrp="1"/>
          </p:cNvSpPr>
          <p:nvPr>
            <p:ph type="body"/>
          </p:nvPr>
        </p:nvSpPr>
        <p:spPr>
          <a:xfrm>
            <a:off x="378000" y="1371600"/>
            <a:ext cx="11438640" cy="493560"/>
          </a:xfrm>
          <a:prstGeom prst="rect">
            <a:avLst/>
          </a:prstGeom>
          <a:noFill/>
          <a:ln w="0">
            <a:noFill/>
          </a:ln>
        </p:spPr>
        <p:txBody>
          <a:bodyPr lIns="0" tIns="45720" rIns="0" bIns="45720" anchor="t">
            <a:noAutofit/>
          </a:bodyPr>
          <a:lstStyle/>
          <a:p>
            <a:pPr indent="0" defTabSz="685800">
              <a:lnSpc>
                <a:spcPct val="100000"/>
              </a:lnSpc>
              <a:spcAft>
                <a:spcPts val="1599"/>
              </a:spcAft>
              <a:buNone/>
              <a:tabLst>
                <a:tab pos="0" algn="l"/>
              </a:tabLst>
            </a:pPr>
            <a:r>
              <a:rPr lang="en-US" sz="1800" b="1" strike="noStrike" spc="-1">
                <a:solidFill>
                  <a:schemeClr val="accent1"/>
                </a:solidFill>
                <a:latin typeface="Invention"/>
              </a:rPr>
              <a:t>Click to add subtitle</a:t>
            </a:r>
            <a:endParaRPr lang="en-US" sz="1800" b="0" strike="noStrike" spc="-1">
              <a:solidFill>
                <a:schemeClr val="accent4"/>
              </a:solidFill>
              <a:latin typeface="Invention"/>
            </a:endParaRPr>
          </a:p>
        </p:txBody>
      </p:sp>
      <p:sp>
        <p:nvSpPr>
          <p:cNvPr id="1627" name="PlaceHolder 6"/>
          <p:cNvSpPr>
            <a:spLocks noGrp="1"/>
          </p:cNvSpPr>
          <p:nvPr>
            <p:ph type="body"/>
          </p:nvPr>
        </p:nvSpPr>
        <p:spPr>
          <a:xfrm>
            <a:off x="374760" y="1929240"/>
            <a:ext cx="11438640" cy="4452840"/>
          </a:xfrm>
          <a:prstGeom prst="rect">
            <a:avLst/>
          </a:prstGeom>
          <a:noFill/>
          <a:ln w="0">
            <a:noFill/>
          </a:ln>
        </p:spPr>
        <p:txBody>
          <a:bodyPr lIns="0" tIns="0" rIns="0" bIns="0" anchor="t">
            <a:noAutofit/>
          </a:bodyPr>
          <a:lstStyle/>
          <a:p>
            <a:pPr indent="0" defTabSz="685800">
              <a:lnSpc>
                <a:spcPct val="95000"/>
              </a:lnSpc>
              <a:spcAft>
                <a:spcPts val="1199"/>
              </a:spcAft>
              <a:buNone/>
              <a:tabLst>
                <a:tab pos="0" algn="l"/>
              </a:tabLst>
            </a:pPr>
            <a:r>
              <a:rPr lang="en-US" sz="1800" b="0" strike="noStrike" spc="-1">
                <a:solidFill>
                  <a:schemeClr val="accent4"/>
                </a:solidFill>
                <a:latin typeface="Invention"/>
              </a:rPr>
              <a:t>Click to add text</a:t>
            </a:r>
          </a:p>
          <a:p>
            <a:pPr marL="108000" lvl="1" indent="-108000" defTabSz="685800">
              <a:lnSpc>
                <a:spcPct val="95000"/>
              </a:lnSpc>
              <a:spcAft>
                <a:spcPts val="1199"/>
              </a:spcAft>
              <a:buClr>
                <a:srgbClr val="0C2340"/>
              </a:buClr>
              <a:buFont typeface="Arial"/>
              <a:buChar char="•"/>
              <a:tabLst>
                <a:tab pos="0" algn="l"/>
              </a:tabLst>
            </a:pPr>
            <a:r>
              <a:rPr lang="en-US" sz="1600" b="0" strike="noStrike" spc="-1">
                <a:solidFill>
                  <a:schemeClr val="accent4"/>
                </a:solidFill>
                <a:latin typeface="Invention"/>
              </a:rPr>
              <a:t>Second level</a:t>
            </a:r>
          </a:p>
          <a:p>
            <a:pPr marL="216000" lvl="2" indent="-108000" defTabSz="685800">
              <a:lnSpc>
                <a:spcPct val="95000"/>
              </a:lnSpc>
              <a:spcAft>
                <a:spcPts val="1199"/>
              </a:spcAft>
              <a:buClr>
                <a:srgbClr val="0C2340"/>
              </a:buClr>
              <a:buFont typeface="Arial"/>
              <a:buChar char="•"/>
              <a:tabLst>
                <a:tab pos="0" algn="l"/>
              </a:tabLst>
            </a:pPr>
            <a:r>
              <a:rPr lang="en-US" sz="1400" b="0" strike="noStrike" spc="-1">
                <a:solidFill>
                  <a:schemeClr val="accent4"/>
                </a:solidFill>
                <a:latin typeface="Invention"/>
              </a:rPr>
              <a:t>Third level</a:t>
            </a:r>
          </a:p>
          <a:p>
            <a:pPr marL="324000" lvl="3" indent="-108000" defTabSz="685800">
              <a:lnSpc>
                <a:spcPct val="95000"/>
              </a:lnSpc>
              <a:spcAft>
                <a:spcPts val="1199"/>
              </a:spcAft>
              <a:buClr>
                <a:srgbClr val="0C2340"/>
              </a:buClr>
              <a:buFont typeface="Arial"/>
              <a:buChar char="•"/>
              <a:tabLst>
                <a:tab pos="0" algn="l"/>
              </a:tabLst>
            </a:pPr>
            <a:r>
              <a:rPr lang="en-US" sz="1200" b="0" strike="noStrike" spc="-1">
                <a:solidFill>
                  <a:schemeClr val="accent4"/>
                </a:solidFill>
                <a:latin typeface="Invention"/>
              </a:rPr>
              <a:t>Fourth level</a:t>
            </a:r>
          </a:p>
          <a:p>
            <a:pPr marL="432000" lvl="4" indent="-108000" defTabSz="685800">
              <a:lnSpc>
                <a:spcPct val="95000"/>
              </a:lnSpc>
              <a:spcAft>
                <a:spcPts val="1199"/>
              </a:spcAft>
              <a:buClr>
                <a:srgbClr val="0C2340"/>
              </a:buClr>
              <a:buFont typeface="Arial"/>
              <a:buChar char="•"/>
              <a:tabLst>
                <a:tab pos="0" algn="l"/>
              </a:tabLst>
            </a:pPr>
            <a:r>
              <a:rPr lang="en-US" sz="1100" b="0" strike="noStrike" spc="-1">
                <a:solidFill>
                  <a:schemeClr val="accent4"/>
                </a:solidFill>
                <a:latin typeface="Invention"/>
              </a:rPr>
              <a:t>Fifth level</a:t>
            </a:r>
          </a:p>
        </p:txBody>
      </p:sp>
    </p:spTree>
  </p:cSld>
  <p:clrMap bg1="lt1" tx1="dk1" bg2="lt2" tx2="dk2" accent1="accent1" accent2="accent2" accent3="accent3" accent4="accent4" accent5="accent5" accent6="accent6" hlink="hlink" folHlink="folHlink"/>
  <p:sldLayoutIdLst>
    <p:sldLayoutId id="21474839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aphicFrame>
        <p:nvGraphicFramePr>
          <p:cNvPr id="1650" name="think-cell data - do not delete"/>
          <p:cNvGraphicFramePr/>
          <p:nvPr/>
        </p:nvGraphicFramePr>
        <p:xfrm>
          <a:off x="1440" y="1440"/>
          <a:ext cx="1080" cy="108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1650" name="think-cell data - do not delete"/>
                      <p:cNvPicPr/>
                      <p:nvPr/>
                    </p:nvPicPr>
                    <p:blipFill>
                      <a:blip r:embed="rId4"/>
                      <a:stretch/>
                    </p:blipFill>
                    <p:spPr>
                      <a:xfrm>
                        <a:off x="1440" y="1440"/>
                        <a:ext cx="1080" cy="1080"/>
                      </a:xfrm>
                      <a:prstGeom prst="rect">
                        <a:avLst/>
                      </a:prstGeom>
                      <a:ln w="0">
                        <a:noFill/>
                      </a:ln>
                    </p:spPr>
                  </p:pic>
                </p:oleObj>
              </mc:Fallback>
            </mc:AlternateContent>
          </a:graphicData>
        </a:graphic>
      </p:graphicFrame>
      <p:cxnSp>
        <p:nvCxnSpPr>
          <p:cNvPr id="1652" name="Straight Connector 7"/>
          <p:cNvCxnSpPr/>
          <p:nvPr/>
        </p:nvCxnSpPr>
        <p:spPr>
          <a:xfrm>
            <a:off x="377640" y="1227600"/>
            <a:ext cx="11436840" cy="360"/>
          </a:xfrm>
          <a:prstGeom prst="straightConnector1">
            <a:avLst/>
          </a:prstGeom>
          <a:ln w="31750">
            <a:solidFill>
              <a:srgbClr val="00857C"/>
            </a:solidFill>
          </a:ln>
        </p:spPr>
      </p:cxnSp>
      <p:pic>
        <p:nvPicPr>
          <p:cNvPr id="1653" name="Picture 8"/>
          <p:cNvPicPr/>
          <p:nvPr/>
        </p:nvPicPr>
        <p:blipFill>
          <a:blip r:embed="rId5"/>
          <a:stretch/>
        </p:blipFill>
        <p:spPr>
          <a:xfrm>
            <a:off x="10821600" y="6478560"/>
            <a:ext cx="581400" cy="217080"/>
          </a:xfrm>
          <a:prstGeom prst="rect">
            <a:avLst/>
          </a:prstGeom>
          <a:ln w="0">
            <a:noFill/>
          </a:ln>
        </p:spPr>
      </p:pic>
      <p:sp>
        <p:nvSpPr>
          <p:cNvPr id="1654" name="TextBox 6"/>
          <p:cNvSpPr/>
          <p:nvPr/>
        </p:nvSpPr>
        <p:spPr>
          <a:xfrm>
            <a:off x="63360" y="63360"/>
            <a:ext cx="734760" cy="1825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228600">
              <a:lnSpc>
                <a:spcPct val="100000"/>
              </a:lnSpc>
            </a:pPr>
            <a:r>
              <a:rPr lang="en-US" sz="1200" b="0" strike="noStrike" spc="-1">
                <a:solidFill>
                  <a:srgbClr val="00B294"/>
                </a:solidFill>
                <a:latin typeface="Calibri"/>
                <a:ea typeface="Calibri"/>
              </a:rPr>
              <a:t>Proprietary</a:t>
            </a:r>
            <a:endParaRPr lang="en-US" sz="1200" b="0" strike="noStrike" spc="-1">
              <a:solidFill>
                <a:srgbClr val="000000"/>
              </a:solidFill>
              <a:latin typeface="Arial"/>
            </a:endParaRPr>
          </a:p>
        </p:txBody>
      </p:sp>
      <p:sp>
        <p:nvSpPr>
          <p:cNvPr id="1655" name="PlaceHolder 1"/>
          <p:cNvSpPr>
            <a:spLocks noGrp="1"/>
          </p:cNvSpPr>
          <p:nvPr>
            <p:ph type="title"/>
          </p:nvPr>
        </p:nvSpPr>
        <p:spPr>
          <a:xfrm>
            <a:off x="378000" y="378000"/>
            <a:ext cx="75229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Click to edit Master title style</a:t>
            </a:r>
            <a:endParaRPr lang="en-US" sz="2750" b="0" strike="noStrike" spc="-1">
              <a:solidFill>
                <a:schemeClr val="dk1"/>
              </a:solidFill>
              <a:latin typeface="Invention"/>
            </a:endParaRPr>
          </a:p>
        </p:txBody>
      </p:sp>
      <p:sp>
        <p:nvSpPr>
          <p:cNvPr id="1656" name="PlaceHolder 2"/>
          <p:cNvSpPr>
            <a:spLocks noGrp="1"/>
          </p:cNvSpPr>
          <p:nvPr>
            <p:ph type="body"/>
          </p:nvPr>
        </p:nvSpPr>
        <p:spPr>
          <a:xfrm>
            <a:off x="378000" y="1925640"/>
            <a:ext cx="11436120" cy="4455720"/>
          </a:xfrm>
          <a:prstGeom prst="rect">
            <a:avLst/>
          </a:prstGeom>
          <a:noFill/>
          <a:ln w="0">
            <a:noFill/>
          </a:ln>
        </p:spPr>
        <p:txBody>
          <a:bodyPr lIns="0" tIns="0" rIns="0" bIns="0" anchor="t">
            <a:noAutofit/>
          </a:bodyPr>
          <a:lstStyle/>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Click to edit Master text styles</a:t>
            </a:r>
          </a:p>
          <a:p>
            <a:pPr marL="343080" lvl="1" indent="-343080" defTabSz="914400">
              <a:lnSpc>
                <a:spcPct val="100000"/>
              </a:lnSpc>
              <a:spcBef>
                <a:spcPts val="1599"/>
              </a:spcBef>
              <a:spcAft>
                <a:spcPts val="1599"/>
              </a:spcAft>
              <a:buClr>
                <a:srgbClr val="D9D9D9"/>
              </a:buClr>
              <a:buFont typeface="Invention Light"/>
              <a:buAutoNum type="arabicPeriod"/>
            </a:pPr>
            <a:r>
              <a:rPr lang="en-US" sz="1600" b="0" strike="noStrike" spc="-1">
                <a:solidFill>
                  <a:schemeClr val="lt1">
                    <a:lumMod val="85000"/>
                  </a:schemeClr>
                </a:solidFill>
                <a:latin typeface="Invention"/>
              </a:rPr>
              <a:t>Second level</a:t>
            </a:r>
            <a:endParaRPr lang="en-US" sz="1600" b="0" strike="noStrike" spc="-1">
              <a:solidFill>
                <a:schemeClr val="accent4"/>
              </a:solidFill>
              <a:latin typeface="Invention"/>
            </a:endParaRPr>
          </a:p>
          <a:p>
            <a:pPr marL="343080" lvl="2" indent="-343080" defTabSz="914400">
              <a:lnSpc>
                <a:spcPct val="100000"/>
              </a:lnSpc>
              <a:spcBef>
                <a:spcPts val="1599"/>
              </a:spcBef>
              <a:spcAft>
                <a:spcPts val="1599"/>
              </a:spcAft>
              <a:buClr>
                <a:srgbClr val="00857C"/>
              </a:buClr>
              <a:buFont typeface="Invention Light"/>
              <a:buAutoNum type="arabicPeriod"/>
            </a:pPr>
            <a:r>
              <a:rPr lang="en-US" sz="1600" b="1" strike="noStrike" spc="-1">
                <a:solidFill>
                  <a:schemeClr val="accent1"/>
                </a:solidFill>
                <a:latin typeface="Invention"/>
              </a:rPr>
              <a:t>Third level</a:t>
            </a:r>
            <a:endParaRPr lang="en-US" sz="1600" b="0" strike="noStrike" spc="-1">
              <a:solidFill>
                <a:schemeClr val="accent4"/>
              </a:solidFill>
              <a:latin typeface="Invention"/>
            </a:endParaRPr>
          </a:p>
        </p:txBody>
      </p:sp>
      <p:sp>
        <p:nvSpPr>
          <p:cNvPr id="1657" name="PlaceHolder 3"/>
          <p:cNvSpPr>
            <a:spLocks noGrp="1"/>
          </p:cNvSpPr>
          <p:nvPr>
            <p:ph type="dt" idx="273"/>
          </p:nvPr>
        </p:nvSpPr>
        <p:spPr>
          <a:xfrm>
            <a:off x="8217720" y="6480000"/>
            <a:ext cx="721800" cy="215640"/>
          </a:xfrm>
          <a:prstGeom prst="rect">
            <a:avLst/>
          </a:prstGeom>
          <a:noFill/>
          <a:ln w="0">
            <a:noFill/>
          </a:ln>
        </p:spPr>
        <p:txBody>
          <a:bodyPr lIns="0" tIns="0" rIns="0" bIns="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1658" name="PlaceHolder 4"/>
          <p:cNvSpPr>
            <a:spLocks noGrp="1"/>
          </p:cNvSpPr>
          <p:nvPr>
            <p:ph type="ftr" idx="274"/>
          </p:nvPr>
        </p:nvSpPr>
        <p:spPr>
          <a:xfrm>
            <a:off x="378720" y="6480000"/>
            <a:ext cx="4114440" cy="213840"/>
          </a:xfrm>
          <a:prstGeom prst="rect">
            <a:avLst/>
          </a:prstGeom>
          <a:noFill/>
          <a:ln w="0">
            <a:noFill/>
          </a:ln>
        </p:spPr>
        <p:txBody>
          <a:bodyPr lIns="0" tIns="0" rIns="0" bIns="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659" name="PlaceHolder 5"/>
          <p:cNvSpPr>
            <a:spLocks noGrp="1"/>
          </p:cNvSpPr>
          <p:nvPr>
            <p:ph type="sldNum" idx="275"/>
          </p:nvPr>
        </p:nvSpPr>
        <p:spPr>
          <a:xfrm>
            <a:off x="11584800" y="6480000"/>
            <a:ext cx="228960" cy="215640"/>
          </a:xfrm>
          <a:prstGeom prst="rect">
            <a:avLst/>
          </a:prstGeom>
          <a:noFill/>
          <a:ln w="0">
            <a:noFill/>
          </a:ln>
        </p:spPr>
        <p:txBody>
          <a:bodyPr lIns="0" tIns="0" rIns="0" bIns="0" anchor="ctr">
            <a:noAutofit/>
          </a:bodyPr>
          <a:lstStyle>
            <a:lvl1pPr indent="0" algn="r" defTabSz="228600">
              <a:lnSpc>
                <a:spcPct val="100000"/>
              </a:lnSpc>
              <a:buNone/>
              <a:defRPr lang="en-GB" sz="700" b="0" strike="noStrike" spc="-1">
                <a:solidFill>
                  <a:srgbClr val="9EA7B3"/>
                </a:solidFill>
                <a:latin typeface="Invention"/>
              </a:defRPr>
            </a:lvl1pPr>
          </a:lstStyle>
          <a:p>
            <a:pPr indent="0" algn="r" defTabSz="228600">
              <a:lnSpc>
                <a:spcPct val="100000"/>
              </a:lnSpc>
              <a:buNone/>
            </a:pPr>
            <a:fld id="{4BEADF79-DCB4-4656-9E95-098D70B48B33}" type="slidenum">
              <a:rPr lang="en-GB" sz="700" b="0" strike="noStrike" spc="-1">
                <a:solidFill>
                  <a:srgbClr val="9EA7B3"/>
                </a:solidFill>
                <a:latin typeface="Invention"/>
              </a:rPr>
              <a:t>‹#›</a:t>
            </a:fld>
            <a:endParaRPr lang="en-US" sz="7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9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2" name="PlaceHolder 1"/>
          <p:cNvSpPr>
            <a:spLocks noGrp="1"/>
          </p:cNvSpPr>
          <p:nvPr>
            <p:ph type="title"/>
          </p:nvPr>
        </p:nvSpPr>
        <p:spPr>
          <a:xfrm>
            <a:off x="378000" y="1228680"/>
            <a:ext cx="6147360" cy="2199960"/>
          </a:xfrm>
          <a:prstGeom prst="rect">
            <a:avLst/>
          </a:prstGeom>
          <a:noFill/>
          <a:ln w="0">
            <a:noFill/>
          </a:ln>
        </p:spPr>
        <p:txBody>
          <a:bodyPr lIns="0" tIns="0" rIns="0" bIns="0" anchor="b">
            <a:noAutofit/>
          </a:bodyPr>
          <a:lstStyle/>
          <a:p>
            <a:pPr indent="0" defTabSz="914400">
              <a:lnSpc>
                <a:spcPct val="90000"/>
              </a:lnSpc>
              <a:buNone/>
            </a:pPr>
            <a:r>
              <a:rPr lang="en-GB" sz="4250" b="0" strike="noStrike" spc="-1">
                <a:solidFill>
                  <a:schemeClr val="dk1"/>
                </a:solidFill>
                <a:latin typeface="Invention Light"/>
              </a:rPr>
              <a:t>All PICOs Great and Small</a:t>
            </a:r>
            <a:endParaRPr lang="en-US" sz="4250" b="0" strike="noStrike" spc="-1">
              <a:solidFill>
                <a:schemeClr val="dk1"/>
              </a:solidFill>
              <a:latin typeface="Invention"/>
            </a:endParaRPr>
          </a:p>
        </p:txBody>
      </p:sp>
      <p:sp>
        <p:nvSpPr>
          <p:cNvPr id="1683" name="PlaceHolder 2"/>
          <p:cNvSpPr>
            <a:spLocks noGrp="1"/>
          </p:cNvSpPr>
          <p:nvPr>
            <p:ph/>
          </p:nvPr>
        </p:nvSpPr>
        <p:spPr>
          <a:xfrm>
            <a:off x="378000" y="5806440"/>
            <a:ext cx="6029640" cy="653400"/>
          </a:xfrm>
          <a:prstGeom prst="rect">
            <a:avLst/>
          </a:prstGeom>
          <a:noFill/>
          <a:ln w="0">
            <a:noFill/>
          </a:ln>
        </p:spPr>
        <p:txBody>
          <a:bodyPr lIns="0" tIns="0" rIns="0" bIns="0" anchor="t">
            <a:normAutofit lnSpcReduction="10000"/>
          </a:bodyPr>
          <a:lstStyle/>
          <a:p>
            <a:pPr indent="0" defTabSz="914400">
              <a:lnSpc>
                <a:spcPct val="100000"/>
              </a:lnSpc>
              <a:spcBef>
                <a:spcPts val="1199"/>
              </a:spcBef>
              <a:buNone/>
              <a:tabLst>
                <a:tab pos="0" algn="l"/>
              </a:tabLst>
            </a:pPr>
            <a:r>
              <a:rPr lang="en-GB" sz="1200" b="0" strike="noStrike" spc="-1">
                <a:solidFill>
                  <a:schemeClr val="dk1"/>
                </a:solidFill>
                <a:latin typeface="Invention"/>
              </a:rPr>
              <a:t>15</a:t>
            </a:r>
            <a:r>
              <a:rPr lang="en-GB" sz="1200" b="0" strike="noStrike" spc="-1" baseline="30000">
                <a:solidFill>
                  <a:schemeClr val="dk1"/>
                </a:solidFill>
                <a:latin typeface="Invention"/>
              </a:rPr>
              <a:t>th</a:t>
            </a:r>
            <a:r>
              <a:rPr lang="en-GB" sz="1200" b="0" strike="noStrike" spc="-1">
                <a:solidFill>
                  <a:schemeClr val="dk1"/>
                </a:solidFill>
                <a:latin typeface="Invention"/>
              </a:rPr>
              <a:t> June 2026</a:t>
            </a:r>
            <a:endParaRPr lang="en-US" sz="1200" b="0" strike="noStrike" spc="-1">
              <a:solidFill>
                <a:schemeClr val="dk1"/>
              </a:solidFill>
              <a:latin typeface="Invention"/>
            </a:endParaRPr>
          </a:p>
          <a:p>
            <a:pPr indent="0" defTabSz="914400">
              <a:lnSpc>
                <a:spcPct val="100000"/>
              </a:lnSpc>
              <a:spcBef>
                <a:spcPts val="1199"/>
              </a:spcBef>
              <a:buNone/>
              <a:tabLst>
                <a:tab pos="0" algn="l"/>
              </a:tabLst>
            </a:pPr>
            <a:r>
              <a:rPr lang="en-GB" sz="1200" b="0" strike="noStrike" spc="-1">
                <a:solidFill>
                  <a:schemeClr val="dk1"/>
                </a:solidFill>
                <a:latin typeface="Invention"/>
              </a:rPr>
              <a:t>Dave Gelb, Joel Baldwin, Ehsan Masoudi, Milana Ivkovic, Lovisa Berggren, Larry Leon</a:t>
            </a:r>
            <a:endParaRPr lang="en-US" sz="1200" b="0" strike="noStrike" spc="-1">
              <a:solidFill>
                <a:schemeClr val="dk1"/>
              </a:solidFill>
              <a:latin typeface="Invention"/>
            </a:endParaRPr>
          </a:p>
        </p:txBody>
      </p:sp>
      <p:sp>
        <p:nvSpPr>
          <p:cNvPr id="1684" name="PlaceHolder 3"/>
          <p:cNvSpPr>
            <a:spLocks noGrp="1"/>
          </p:cNvSpPr>
          <p:nvPr>
            <p:ph type="subTitle"/>
          </p:nvPr>
        </p:nvSpPr>
        <p:spPr>
          <a:xfrm>
            <a:off x="378000" y="3429000"/>
            <a:ext cx="6640200" cy="2199960"/>
          </a:xfrm>
          <a:prstGeom prst="rect">
            <a:avLst/>
          </a:prstGeom>
          <a:noFill/>
          <a:ln w="0">
            <a:noFill/>
          </a:ln>
        </p:spPr>
        <p:txBody>
          <a:bodyPr lIns="0" tIns="0" rIns="0" bIns="0" anchor="t">
            <a:noAutofit/>
          </a:bodyPr>
          <a:lstStyle/>
          <a:p>
            <a:pPr indent="0" defTabSz="914400">
              <a:lnSpc>
                <a:spcPct val="100000"/>
              </a:lnSpc>
              <a:spcBef>
                <a:spcPts val="1199"/>
              </a:spcBef>
              <a:buNone/>
              <a:tabLst>
                <a:tab pos="0" algn="l"/>
              </a:tabLst>
            </a:pPr>
            <a:r>
              <a:rPr lang="en-US" sz="2000" b="0" strike="noStrike" spc="-1">
                <a:solidFill>
                  <a:schemeClr val="dk1"/>
                </a:solidFill>
                <a:latin typeface="Invention Light"/>
              </a:rPr>
              <a:t>Dealing with small subpopulations in the EU HTA landscape</a:t>
            </a:r>
            <a:endParaRPr lang="en-US" sz="2000" b="0" strike="noStrike" spc="-1">
              <a:solidFill>
                <a:srgbClr val="000000"/>
              </a:solidFill>
              <a:latin typeface="Arial"/>
            </a:endParaRPr>
          </a:p>
        </p:txBody>
      </p:sp>
      <p:pic>
        <p:nvPicPr>
          <p:cNvPr id="1685" name="Picture Placeholder 14" descr="A close-up of a medical chart  Description automatically generated"/>
          <p:cNvPicPr/>
          <p:nvPr/>
        </p:nvPicPr>
        <p:blipFill>
          <a:blip r:embed="rId2"/>
          <a:srcRect l="21875" r="21875"/>
          <a:stretch/>
        </p:blipFill>
        <p:spPr>
          <a:xfrm>
            <a:off x="7072920" y="497160"/>
            <a:ext cx="5118840" cy="5958720"/>
          </a:xfrm>
          <a:prstGeom prst="rect">
            <a:avLst/>
          </a:prstGeom>
          <a:ln w="0">
            <a:solidFill>
              <a:srgbClr val="00857C"/>
            </a:solidFill>
          </a:ln>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6" name="PlaceHolder 1"/>
          <p:cNvSpPr>
            <a:spLocks noGrp="1"/>
          </p:cNvSpPr>
          <p:nvPr>
            <p:ph type="title"/>
          </p:nvPr>
        </p:nvSpPr>
        <p:spPr>
          <a:xfrm>
            <a:off x="378000" y="378000"/>
            <a:ext cx="75229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Agenda</a:t>
            </a:r>
            <a:endParaRPr lang="en-US" sz="2750" b="0" strike="noStrike" spc="-1">
              <a:solidFill>
                <a:schemeClr val="dk1"/>
              </a:solidFill>
              <a:latin typeface="Invention"/>
            </a:endParaRPr>
          </a:p>
        </p:txBody>
      </p:sp>
      <p:sp>
        <p:nvSpPr>
          <p:cNvPr id="1687" name="PlaceHolder 2"/>
          <p:cNvSpPr>
            <a:spLocks noGrp="1"/>
          </p:cNvSpPr>
          <p:nvPr>
            <p:ph/>
          </p:nvPr>
        </p:nvSpPr>
        <p:spPr>
          <a:xfrm>
            <a:off x="378000" y="1925640"/>
            <a:ext cx="11436120" cy="4455720"/>
          </a:xfrm>
          <a:prstGeom prst="rect">
            <a:avLst/>
          </a:prstGeom>
          <a:noFill/>
          <a:ln w="0">
            <a:noFill/>
          </a:ln>
        </p:spPr>
        <p:txBody>
          <a:bodyPr lIns="0" tIns="0" rIns="0" bIns="0" anchor="t">
            <a:noAutofit/>
          </a:bodyPr>
          <a:lstStyle/>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Background and Context; EU HTA, subpopulations</a:t>
            </a:r>
          </a:p>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Problem statement</a:t>
            </a:r>
          </a:p>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Related guidance and literature</a:t>
            </a:r>
          </a:p>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Proposed Solution</a:t>
            </a:r>
          </a:p>
          <a:p>
            <a:pPr marL="343080" indent="-343080" defTabSz="914400">
              <a:lnSpc>
                <a:spcPct val="100000"/>
              </a:lnSpc>
              <a:spcBef>
                <a:spcPts val="1599"/>
              </a:spcBef>
              <a:spcAft>
                <a:spcPts val="1599"/>
              </a:spcAft>
              <a:buClr>
                <a:srgbClr val="0C2340"/>
              </a:buClr>
              <a:buFont typeface="Invention Light"/>
              <a:buAutoNum type="arabicPeriod"/>
            </a:pPr>
            <a:r>
              <a:rPr lang="en-US" sz="1600" b="0" strike="noStrike" spc="-1">
                <a:solidFill>
                  <a:schemeClr val="accent4"/>
                </a:solidFill>
                <a:latin typeface="Invention"/>
              </a:rPr>
              <a:t>Discussion</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8"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dk1"/>
                </a:solidFill>
                <a:latin typeface="Invention Light"/>
              </a:rPr>
              <a:t>Context: The EU HTA Regulation - effective January 2025</a:t>
            </a:r>
            <a:br>
              <a:rPr sz="2800"/>
            </a:br>
            <a:r>
              <a:rPr lang="en-US" sz="2800" b="0" i="1" strike="noStrike" spc="-1">
                <a:solidFill>
                  <a:schemeClr val="dk1"/>
                </a:solidFill>
                <a:latin typeface="Invention Light"/>
              </a:rPr>
              <a:t>	</a:t>
            </a:r>
            <a:r>
              <a:rPr lang="de-DE" sz="2750" b="0" strike="noStrike" spc="-1">
                <a:solidFill>
                  <a:schemeClr val="dk1"/>
                </a:solidFill>
                <a:latin typeface="Invention Light"/>
              </a:rPr>
              <a:t>Assessment Scope for Joint Clinical Assessment</a:t>
            </a:r>
            <a:r>
              <a:rPr lang="de-DE" sz="2750" b="0" strike="noStrike" spc="-1">
                <a:solidFill>
                  <a:schemeClr val="dk1"/>
                </a:solidFill>
                <a:latin typeface="Wingdings"/>
              </a:rPr>
              <a:t></a:t>
            </a:r>
            <a:r>
              <a:rPr lang="de-DE" sz="2750" b="0" strike="noStrike" spc="-1">
                <a:solidFill>
                  <a:schemeClr val="dk1"/>
                </a:solidFill>
                <a:latin typeface="Invention Light"/>
              </a:rPr>
              <a:t> PICOs</a:t>
            </a:r>
            <a:endParaRPr lang="en-US" sz="2750" b="0" strike="noStrike" spc="-1">
              <a:solidFill>
                <a:schemeClr val="dk1"/>
              </a:solidFill>
              <a:latin typeface="Invention"/>
            </a:endParaRPr>
          </a:p>
        </p:txBody>
      </p:sp>
      <p:sp>
        <p:nvSpPr>
          <p:cNvPr id="1689" name="TextBox 10"/>
          <p:cNvSpPr/>
          <p:nvPr/>
        </p:nvSpPr>
        <p:spPr>
          <a:xfrm>
            <a:off x="5860440" y="1827360"/>
            <a:ext cx="5825520" cy="4346640"/>
          </a:xfrm>
          <a:prstGeom prst="rect">
            <a:avLst/>
          </a:prstGeom>
          <a:noFill/>
          <a:ln w="0">
            <a:noFill/>
          </a:ln>
        </p:spPr>
        <p:style>
          <a:lnRef idx="0">
            <a:scrgbClr r="0" g="0" b="0"/>
          </a:lnRef>
          <a:fillRef idx="0">
            <a:scrgbClr r="0" g="0" b="0"/>
          </a:fillRef>
          <a:effectRef idx="0">
            <a:scrgbClr r="0" g="0" b="0"/>
          </a:effectRef>
          <a:fontRef idx="minor"/>
        </p:style>
        <p:txBody>
          <a:bodyPr lIns="0" anchor="t">
            <a:spAutoFit/>
          </a:bodyPr>
          <a:lstStyle/>
          <a:p>
            <a:pPr defTabSz="914400">
              <a:lnSpc>
                <a:spcPct val="100000"/>
              </a:lnSpc>
              <a:spcAft>
                <a:spcPts val="799"/>
              </a:spcAft>
              <a:tabLst>
                <a:tab pos="0" algn="l"/>
              </a:tabLst>
            </a:pPr>
            <a:r>
              <a:rPr lang="en-US" sz="2200" b="0" strike="noStrike" spc="-1">
                <a:solidFill>
                  <a:schemeClr val="dk1"/>
                </a:solidFill>
                <a:latin typeface="Invention"/>
              </a:rPr>
              <a:t>The assessment scope should include all relevant parameters in terms of the PICO framework:</a:t>
            </a:r>
            <a:endParaRPr lang="en-US" sz="2200" b="0" strike="noStrike" spc="-1">
              <a:solidFill>
                <a:srgbClr val="000000"/>
              </a:solidFill>
              <a:latin typeface="Arial"/>
            </a:endParaRPr>
          </a:p>
          <a:p>
            <a:pPr marL="228600" indent="-228600" defTabSz="914400">
              <a:lnSpc>
                <a:spcPct val="100000"/>
              </a:lnSpc>
              <a:spcAft>
                <a:spcPts val="799"/>
              </a:spcAft>
              <a:buClr>
                <a:srgbClr val="00857C"/>
              </a:buClr>
              <a:buFont typeface="Arial"/>
              <a:buChar char="•"/>
              <a:tabLst>
                <a:tab pos="0" algn="l"/>
              </a:tabLst>
            </a:pPr>
            <a:r>
              <a:rPr lang="en-US" sz="2200" b="1" strike="noStrike" spc="-1">
                <a:solidFill>
                  <a:schemeClr val="accent1"/>
                </a:solidFill>
                <a:latin typeface="Invention"/>
              </a:rPr>
              <a:t>P</a:t>
            </a:r>
            <a:r>
              <a:rPr lang="en-US" sz="2200" b="0" strike="noStrike" spc="-1">
                <a:solidFill>
                  <a:srgbClr val="333333"/>
                </a:solidFill>
                <a:latin typeface="Invention Light"/>
              </a:rPr>
              <a:t>atient population</a:t>
            </a:r>
            <a:endParaRPr lang="en-US" sz="2200" b="0" strike="noStrike" spc="-1">
              <a:solidFill>
                <a:srgbClr val="000000"/>
              </a:solidFill>
              <a:latin typeface="Arial"/>
            </a:endParaRPr>
          </a:p>
          <a:p>
            <a:pPr marL="228600" indent="-228600" defTabSz="914400">
              <a:lnSpc>
                <a:spcPct val="100000"/>
              </a:lnSpc>
              <a:spcAft>
                <a:spcPts val="799"/>
              </a:spcAft>
              <a:buClr>
                <a:srgbClr val="00857C"/>
              </a:buClr>
              <a:buFont typeface="Arial"/>
              <a:buChar char="•"/>
              <a:tabLst>
                <a:tab pos="0" algn="l"/>
              </a:tabLst>
            </a:pPr>
            <a:r>
              <a:rPr lang="en-US" sz="2200" b="1" strike="noStrike" spc="-1">
                <a:solidFill>
                  <a:schemeClr val="accent1"/>
                </a:solidFill>
                <a:latin typeface="Invention"/>
              </a:rPr>
              <a:t>I</a:t>
            </a:r>
            <a:r>
              <a:rPr lang="en-US" sz="2200" b="0" strike="noStrike" spc="-1">
                <a:solidFill>
                  <a:srgbClr val="333333"/>
                </a:solidFill>
                <a:latin typeface="Invention Light"/>
              </a:rPr>
              <a:t>ntervention</a:t>
            </a:r>
            <a:endParaRPr lang="en-US" sz="2200" b="0" strike="noStrike" spc="-1">
              <a:solidFill>
                <a:srgbClr val="000000"/>
              </a:solidFill>
              <a:latin typeface="Arial"/>
            </a:endParaRPr>
          </a:p>
          <a:p>
            <a:pPr marL="228600" indent="-228600" defTabSz="914400">
              <a:lnSpc>
                <a:spcPct val="100000"/>
              </a:lnSpc>
              <a:spcAft>
                <a:spcPts val="799"/>
              </a:spcAft>
              <a:buClr>
                <a:srgbClr val="00857C"/>
              </a:buClr>
              <a:buFont typeface="Arial"/>
              <a:buChar char="•"/>
              <a:tabLst>
                <a:tab pos="0" algn="l"/>
              </a:tabLst>
            </a:pPr>
            <a:r>
              <a:rPr lang="en-US" sz="2200" b="1" strike="noStrike" spc="-1">
                <a:solidFill>
                  <a:schemeClr val="accent1"/>
                </a:solidFill>
                <a:latin typeface="Invention"/>
              </a:rPr>
              <a:t>C</a:t>
            </a:r>
            <a:r>
              <a:rPr lang="en-US" sz="2200" b="0" strike="noStrike" spc="-1">
                <a:solidFill>
                  <a:srgbClr val="333333"/>
                </a:solidFill>
                <a:latin typeface="Invention Light"/>
              </a:rPr>
              <a:t>omparator(s)</a:t>
            </a:r>
            <a:endParaRPr lang="en-US" sz="2200" b="0" strike="noStrike" spc="-1">
              <a:solidFill>
                <a:srgbClr val="000000"/>
              </a:solidFill>
              <a:latin typeface="Arial"/>
            </a:endParaRPr>
          </a:p>
          <a:p>
            <a:pPr marL="228600" indent="-228600" defTabSz="914400">
              <a:lnSpc>
                <a:spcPct val="100000"/>
              </a:lnSpc>
              <a:spcAft>
                <a:spcPts val="1599"/>
              </a:spcAft>
              <a:buClr>
                <a:srgbClr val="00857C"/>
              </a:buClr>
              <a:buFont typeface="Arial"/>
              <a:buChar char="•"/>
              <a:tabLst>
                <a:tab pos="0" algn="l"/>
              </a:tabLst>
            </a:pPr>
            <a:r>
              <a:rPr lang="en-US" sz="2200" b="1" strike="noStrike" spc="-1">
                <a:solidFill>
                  <a:schemeClr val="accent1"/>
                </a:solidFill>
                <a:latin typeface="Invention"/>
              </a:rPr>
              <a:t>O</a:t>
            </a:r>
            <a:r>
              <a:rPr lang="en-US" sz="2200" b="0" strike="noStrike" spc="-1">
                <a:solidFill>
                  <a:srgbClr val="333333"/>
                </a:solidFill>
                <a:latin typeface="Invention Light"/>
              </a:rPr>
              <a:t>utcomes</a:t>
            </a:r>
            <a:endParaRPr lang="en-US" sz="2200" b="0" strike="noStrike" spc="-1">
              <a:solidFill>
                <a:srgbClr val="000000"/>
              </a:solidFill>
              <a:latin typeface="Arial"/>
            </a:endParaRPr>
          </a:p>
          <a:p>
            <a:pPr defTabSz="914400">
              <a:lnSpc>
                <a:spcPct val="100000"/>
              </a:lnSpc>
              <a:spcAft>
                <a:spcPts val="1599"/>
              </a:spcAft>
              <a:tabLst>
                <a:tab pos="0" algn="l"/>
              </a:tabLst>
            </a:pPr>
            <a:r>
              <a:rPr lang="en-US" sz="1800" b="1" strike="noStrike" spc="-1">
                <a:solidFill>
                  <a:srgbClr val="333333"/>
                </a:solidFill>
                <a:latin typeface="Invention Light"/>
              </a:rPr>
              <a:t>PICO selection is policy-driven, not evidence-driven</a:t>
            </a:r>
            <a:r>
              <a:rPr lang="en-US" sz="1800" b="0" strike="noStrike" spc="-1">
                <a:solidFill>
                  <a:srgbClr val="333333"/>
                </a:solidFill>
                <a:latin typeface="Invention Light"/>
              </a:rPr>
              <a:t>.</a:t>
            </a:r>
            <a:endParaRPr lang="en-US" sz="1800" b="0" strike="noStrike" spc="-1">
              <a:solidFill>
                <a:srgbClr val="000000"/>
              </a:solidFill>
              <a:latin typeface="Arial"/>
            </a:endParaRPr>
          </a:p>
          <a:p>
            <a:pPr defTabSz="228600">
              <a:lnSpc>
                <a:spcPct val="100000"/>
              </a:lnSpc>
              <a:spcAft>
                <a:spcPts val="300"/>
              </a:spcAft>
              <a:tabLst>
                <a:tab pos="0" algn="l"/>
              </a:tabLst>
            </a:pPr>
            <a:r>
              <a:rPr lang="en-US" sz="1800" b="0" strike="noStrike" spc="-1">
                <a:solidFill>
                  <a:schemeClr val="accent4"/>
                </a:solidFill>
                <a:latin typeface="Invention Light"/>
              </a:rPr>
              <a:t>EU Member States determine their PICO needs, which is followed by a consolidation of PICOs</a:t>
            </a:r>
            <a:endParaRPr lang="en-US" sz="1800" b="0" strike="noStrike" spc="-1">
              <a:solidFill>
                <a:srgbClr val="000000"/>
              </a:solidFill>
              <a:latin typeface="Arial"/>
            </a:endParaRPr>
          </a:p>
        </p:txBody>
      </p:sp>
      <p:cxnSp>
        <p:nvCxnSpPr>
          <p:cNvPr id="1690" name="Straight Connector 11"/>
          <p:cNvCxnSpPr/>
          <p:nvPr/>
        </p:nvCxnSpPr>
        <p:spPr>
          <a:xfrm flipV="1">
            <a:off x="5560200" y="1827000"/>
            <a:ext cx="360" cy="4190040"/>
          </a:xfrm>
          <a:prstGeom prst="straightConnector1">
            <a:avLst/>
          </a:prstGeom>
          <a:ln>
            <a:solidFill>
              <a:srgbClr val="FFFFFF">
                <a:lumMod val="65000"/>
              </a:srgbClr>
            </a:solidFill>
          </a:ln>
        </p:spPr>
      </p:cxnSp>
      <p:sp>
        <p:nvSpPr>
          <p:cNvPr id="1691" name="TextBox 35"/>
          <p:cNvSpPr/>
          <p:nvPr/>
        </p:nvSpPr>
        <p:spPr>
          <a:xfrm>
            <a:off x="378000" y="6339960"/>
            <a:ext cx="11436120" cy="304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defTabSz="914400">
              <a:lnSpc>
                <a:spcPct val="100000"/>
              </a:lnSpc>
              <a:spcAft>
                <a:spcPts val="300"/>
              </a:spcAft>
              <a:tabLst>
                <a:tab pos="0" algn="l"/>
              </a:tabLst>
            </a:pPr>
            <a:r>
              <a:rPr lang="en-US" sz="800" b="0" strike="noStrike" spc="-1">
                <a:solidFill>
                  <a:schemeClr val="dk1"/>
                </a:solidFill>
                <a:latin typeface="Invention Light"/>
              </a:rPr>
              <a:t>EU, European Union; JCA, Joint Clinical Assessment; MS, Member State; PICO, Population, Intervention, Comparator(s), Outcomes.</a:t>
            </a:r>
            <a:endParaRPr lang="en-US" sz="800" b="0" strike="noStrike" spc="-1">
              <a:solidFill>
                <a:srgbClr val="000000"/>
              </a:solidFill>
              <a:latin typeface="Arial"/>
            </a:endParaRPr>
          </a:p>
        </p:txBody>
      </p:sp>
      <p:sp>
        <p:nvSpPr>
          <p:cNvPr id="1692" name="TextBox 4"/>
          <p:cNvSpPr/>
          <p:nvPr/>
        </p:nvSpPr>
        <p:spPr>
          <a:xfrm>
            <a:off x="356400" y="1859400"/>
            <a:ext cx="4578120" cy="1918440"/>
          </a:xfrm>
          <a:prstGeom prst="rect">
            <a:avLst/>
          </a:prstGeom>
          <a:noFill/>
          <a:ln w="0">
            <a:solidFill>
              <a:srgbClr val="00857C"/>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228600">
              <a:lnSpc>
                <a:spcPct val="100000"/>
              </a:lnSpc>
            </a:pPr>
            <a:r>
              <a:rPr lang="en-GB" sz="2400" b="0" strike="noStrike" spc="-1">
                <a:solidFill>
                  <a:schemeClr val="dk1"/>
                </a:solidFill>
                <a:latin typeface="Invention Light"/>
              </a:rPr>
              <a:t>The</a:t>
            </a:r>
            <a:r>
              <a:rPr lang="en-GB" sz="2400" b="0" strike="noStrike" spc="-1">
                <a:solidFill>
                  <a:schemeClr val="dk1"/>
                </a:solidFill>
                <a:latin typeface="Invention"/>
              </a:rPr>
              <a:t> </a:t>
            </a:r>
            <a:r>
              <a:rPr lang="en-GB" sz="2400" b="1" strike="noStrike" spc="-1">
                <a:solidFill>
                  <a:schemeClr val="dk1"/>
                </a:solidFill>
                <a:latin typeface="Invention"/>
              </a:rPr>
              <a:t>mandatory</a:t>
            </a:r>
            <a:r>
              <a:rPr lang="en-GB" sz="2400" b="0" strike="noStrike" spc="-1">
                <a:solidFill>
                  <a:schemeClr val="dk1"/>
                </a:solidFill>
                <a:latin typeface="Invention"/>
              </a:rPr>
              <a:t> </a:t>
            </a:r>
            <a:r>
              <a:rPr lang="en-GB" sz="2400" b="0" strike="noStrike" spc="-1">
                <a:solidFill>
                  <a:schemeClr val="dk1"/>
                </a:solidFill>
                <a:latin typeface="Invention Light"/>
              </a:rPr>
              <a:t>requirement of </a:t>
            </a:r>
            <a:r>
              <a:rPr lang="en-GB" sz="2400" b="1" strike="noStrike" spc="-1">
                <a:solidFill>
                  <a:schemeClr val="dk1"/>
                </a:solidFill>
                <a:latin typeface="Invention"/>
              </a:rPr>
              <a:t>centralised clinical assessment </a:t>
            </a:r>
            <a:r>
              <a:rPr lang="en-GB" sz="2400" b="0" strike="noStrike" spc="-1">
                <a:solidFill>
                  <a:schemeClr val="dk1"/>
                </a:solidFill>
                <a:latin typeface="Invention Light"/>
              </a:rPr>
              <a:t>for patient access of new health technologies to MS of the EU</a:t>
            </a:r>
            <a:endParaRPr lang="en-US" sz="2400" b="0" strike="noStrike" spc="-1">
              <a:solidFill>
                <a:srgbClr val="000000"/>
              </a:solidFill>
              <a:latin typeface="Arial"/>
            </a:endParaRPr>
          </a:p>
        </p:txBody>
      </p:sp>
      <p:sp>
        <p:nvSpPr>
          <p:cNvPr id="3" name="PlaceHolder 2"/>
          <p:cNvSpPr>
            <a:spLocks noGrp="1"/>
          </p:cNvSpPr>
          <p:nvPr>
            <p:ph type="sldNum" idx="270"/>
          </p:nvPr>
        </p:nvSpPr>
        <p:spPr/>
        <p:txBody>
          <a:bodyPr/>
          <a:lstStyle/>
          <a:p>
            <a:fld id="{6A6620E7-06EA-477A-A570-BE30C82070F8}" type="slidenum">
              <a:t>3</a:t>
            </a:fld>
            <a:endParaRP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3" name="PlaceHolder 1"/>
          <p:cNvSpPr>
            <a:spLocks noGrp="1"/>
          </p:cNvSpPr>
          <p:nvPr>
            <p:ph type="title"/>
          </p:nvPr>
        </p:nvSpPr>
        <p:spPr>
          <a:xfrm>
            <a:off x="378000" y="378000"/>
            <a:ext cx="1168596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Subpopulations – the ‘P’ of the PICO</a:t>
            </a:r>
            <a:endParaRPr lang="en-US" sz="2750" b="0" strike="noStrike" spc="-1">
              <a:solidFill>
                <a:schemeClr val="dk1"/>
              </a:solidFill>
              <a:latin typeface="Invention"/>
            </a:endParaRPr>
          </a:p>
        </p:txBody>
      </p:sp>
      <p:sp>
        <p:nvSpPr>
          <p:cNvPr id="1694" name="PlaceHolder 2"/>
          <p:cNvSpPr>
            <a:spLocks noGrp="1"/>
          </p:cNvSpPr>
          <p:nvPr>
            <p:ph/>
          </p:nvPr>
        </p:nvSpPr>
        <p:spPr>
          <a:xfrm>
            <a:off x="208080" y="1600200"/>
            <a:ext cx="11256120" cy="4483080"/>
          </a:xfrm>
          <a:prstGeom prst="rect">
            <a:avLst/>
          </a:prstGeom>
          <a:noFill/>
          <a:ln w="0">
            <a:solidFill>
              <a:schemeClr val="accent1"/>
            </a:solidFill>
          </a:ln>
        </p:spPr>
        <p:txBody>
          <a:bodyPr lIns="0" tIns="0" rIns="0" bIns="0" anchor="t">
            <a:noAutofit/>
          </a:bodyPr>
          <a:lstStyle/>
          <a:p>
            <a:pPr marL="343080"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Target approval population(s)</a:t>
            </a:r>
          </a:p>
          <a:p>
            <a:pPr marL="451080" lvl="1"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May be defined by baseline characteristic(s), disease characteristic(s), biomarker(s),…</a:t>
            </a:r>
          </a:p>
          <a:p>
            <a:pPr marL="343080"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Sponsors required to provide full analysis &amp; reporting package for efficacy, PROs, safety</a:t>
            </a:r>
          </a:p>
          <a:p>
            <a:pPr marL="343080" lvl="1"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Conceptually subpopulations </a:t>
            </a:r>
            <a:r>
              <a:rPr lang="en-US" sz="2400" b="0" strike="noStrike" spc="-1">
                <a:solidFill>
                  <a:schemeClr val="accent4"/>
                </a:solidFill>
                <a:latin typeface="Times New Roman"/>
              </a:rPr>
              <a:t>≠ </a:t>
            </a:r>
            <a:r>
              <a:rPr lang="en-US" sz="2400" b="0" strike="noStrike" spc="-1">
                <a:solidFill>
                  <a:schemeClr val="accent4"/>
                </a:solidFill>
                <a:latin typeface="Invention"/>
              </a:rPr>
              <a:t>subgroups</a:t>
            </a:r>
          </a:p>
          <a:p>
            <a:pPr marL="451080" lvl="1" indent="-343080" defTabSz="914400">
              <a:lnSpc>
                <a:spcPct val="100000"/>
              </a:lnSpc>
              <a:spcAft>
                <a:spcPts val="1599"/>
              </a:spcAft>
              <a:buClr>
                <a:srgbClr val="0C2340"/>
              </a:buClr>
              <a:buFont typeface="Arial"/>
              <a:buChar char="•"/>
            </a:pPr>
            <a:r>
              <a:rPr lang="en-US" sz="2400" b="0" i="1" strike="noStrike" spc="-1">
                <a:solidFill>
                  <a:schemeClr val="accent4"/>
                </a:solidFill>
                <a:latin typeface="Invention"/>
              </a:rPr>
              <a:t>Also need to provide subgroups within sub-populations</a:t>
            </a:r>
            <a:endParaRPr lang="en-US" sz="2400" b="0" strike="noStrike" spc="-1">
              <a:solidFill>
                <a:schemeClr val="accent4"/>
              </a:solidFill>
              <a:latin typeface="Invention"/>
            </a:endParaRPr>
          </a:p>
        </p:txBody>
      </p:sp>
      <p:sp>
        <p:nvSpPr>
          <p:cNvPr id="4" name="PlaceHolder 3"/>
          <p:cNvSpPr>
            <a:spLocks noGrp="1"/>
          </p:cNvSpPr>
          <p:nvPr>
            <p:ph type="sldNum" idx="150"/>
          </p:nvPr>
        </p:nvSpPr>
        <p:spPr/>
        <p:txBody>
          <a:bodyPr/>
          <a:lstStyle/>
          <a:p>
            <a:fld id="{C658B1CF-DBF3-45DF-BE30-AD81938B71DA}" type="slidenum">
              <a:t>4</a:t>
            </a:fld>
            <a:endParaRPr/>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5"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Small subpopulations - Context, Issue and Motivation</a:t>
            </a:r>
            <a:endParaRPr lang="en-US" sz="2750" b="0" strike="noStrike" spc="-1">
              <a:solidFill>
                <a:schemeClr val="dk1"/>
              </a:solidFill>
              <a:latin typeface="Invention"/>
            </a:endParaRPr>
          </a:p>
        </p:txBody>
      </p:sp>
      <p:sp>
        <p:nvSpPr>
          <p:cNvPr id="1696"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marL="343080"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What happens when we have to address a ‘small’ subpopulation?</a:t>
            </a:r>
          </a:p>
          <a:p>
            <a:pPr marL="343080"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When it comes to statistical analyses, can we ‘</a:t>
            </a:r>
            <a:r>
              <a:rPr lang="en-US" sz="2400" b="1" strike="noStrike" spc="-1">
                <a:solidFill>
                  <a:schemeClr val="accent4"/>
                </a:solidFill>
                <a:latin typeface="Invention"/>
              </a:rPr>
              <a:t>just say no</a:t>
            </a:r>
            <a:r>
              <a:rPr lang="en-US" sz="2400" b="0" strike="noStrike" spc="-1">
                <a:solidFill>
                  <a:schemeClr val="accent4"/>
                </a:solidFill>
                <a:latin typeface="Invention"/>
              </a:rPr>
              <a:t>’?</a:t>
            </a:r>
          </a:p>
          <a:p>
            <a:pPr marL="451080" lvl="1"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Do we have any statistical grounds to push back – i.e. not analyse, instead provide descriptive summaries?</a:t>
            </a:r>
          </a:p>
          <a:p>
            <a:pPr marL="343080"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Is it realistic to have a consistent, accepted approach within an organisation?</a:t>
            </a:r>
          </a:p>
          <a:p>
            <a:pPr marL="451080" lvl="1" indent="-343080" defTabSz="914400">
              <a:lnSpc>
                <a:spcPct val="100000"/>
              </a:lnSpc>
              <a:spcAft>
                <a:spcPts val="1599"/>
              </a:spcAft>
              <a:buClr>
                <a:srgbClr val="0C2340"/>
              </a:buClr>
              <a:buFont typeface="Arial"/>
              <a:buChar char="•"/>
            </a:pPr>
            <a:r>
              <a:rPr lang="en-US" sz="2400" b="0" strike="noStrike" spc="-1">
                <a:solidFill>
                  <a:schemeClr val="accent4"/>
                </a:solidFill>
                <a:latin typeface="Invention"/>
              </a:rPr>
              <a:t>Across organisations?</a:t>
            </a:r>
          </a:p>
          <a:p>
            <a:pPr indent="0" defTabSz="914400">
              <a:lnSpc>
                <a:spcPct val="100000"/>
              </a:lnSpc>
              <a:spcAft>
                <a:spcPts val="1599"/>
              </a:spcAft>
              <a:buNone/>
            </a:pPr>
            <a:endParaRPr lang="en-US" sz="2400" b="0" strike="noStrike" spc="-1">
              <a:solidFill>
                <a:schemeClr val="accent4"/>
              </a:solidFill>
              <a:latin typeface="Invention"/>
            </a:endParaRPr>
          </a:p>
        </p:txBody>
      </p:sp>
      <p:sp>
        <p:nvSpPr>
          <p:cNvPr id="4" name="PlaceHolder 3"/>
          <p:cNvSpPr>
            <a:spLocks noGrp="1"/>
          </p:cNvSpPr>
          <p:nvPr>
            <p:ph type="sldNum" idx="174"/>
          </p:nvPr>
        </p:nvSpPr>
        <p:spPr/>
        <p:txBody>
          <a:bodyPr/>
          <a:lstStyle/>
          <a:p>
            <a:fld id="{BCB230F5-3B2A-42B7-AAFB-F4FD21000FC0}" type="slidenum">
              <a:rPr/>
              <a:t>5</a:t>
            </a:fld>
            <a:endParaRPr/>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7" name="PlaceHolder 1"/>
          <p:cNvSpPr>
            <a:spLocks noGrp="1"/>
          </p:cNvSpPr>
          <p:nvPr>
            <p:ph type="title"/>
          </p:nvPr>
        </p:nvSpPr>
        <p:spPr>
          <a:xfrm>
            <a:off x="378000" y="378000"/>
            <a:ext cx="114361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Little literature or guidance on small sub-populations</a:t>
            </a:r>
            <a:endParaRPr lang="en-US" sz="2750" b="0" strike="noStrike" spc="-1">
              <a:solidFill>
                <a:schemeClr val="dk1"/>
              </a:solidFill>
              <a:latin typeface="Invention"/>
            </a:endParaRPr>
          </a:p>
        </p:txBody>
      </p:sp>
      <p:sp>
        <p:nvSpPr>
          <p:cNvPr id="1698" name="PlaceHolder 2"/>
          <p:cNvSpPr>
            <a:spLocks noGrp="1"/>
          </p:cNvSpPr>
          <p:nvPr>
            <p:ph/>
          </p:nvPr>
        </p:nvSpPr>
        <p:spPr>
          <a:xfrm>
            <a:off x="378000" y="1925640"/>
            <a:ext cx="11557440" cy="1073520"/>
          </a:xfrm>
          <a:prstGeom prst="rect">
            <a:avLst/>
          </a:prstGeom>
          <a:noFill/>
          <a:ln w="0">
            <a:solidFill>
              <a:schemeClr val="accent1"/>
            </a:solidFill>
          </a:ln>
        </p:spPr>
        <p:txBody>
          <a:bodyPr lIns="0" tIns="0" rIns="0" bIns="0" anchor="t">
            <a:noAutofit/>
          </a:bodyPr>
          <a:lstStyle/>
          <a:p>
            <a:pPr marL="171360" indent="-171360" defTabSz="914400">
              <a:lnSpc>
                <a:spcPct val="100000"/>
              </a:lnSpc>
              <a:spcAft>
                <a:spcPts val="1599"/>
              </a:spcAft>
              <a:buClr>
                <a:srgbClr val="000000"/>
              </a:buClr>
              <a:buFont typeface="Arial"/>
              <a:buChar char="•"/>
            </a:pPr>
            <a:r>
              <a:rPr lang="en-US" sz="2400" b="0" strike="noStrike" spc="-1">
                <a:solidFill>
                  <a:schemeClr val="dk1"/>
                </a:solidFill>
                <a:latin typeface="Invention"/>
              </a:rPr>
              <a:t>German IQWIG ‘80% rule’</a:t>
            </a:r>
            <a:endParaRPr lang="en-US" sz="2400" b="0" strike="noStrike" spc="-1">
              <a:solidFill>
                <a:schemeClr val="accent4"/>
              </a:solidFill>
              <a:latin typeface="Invention"/>
            </a:endParaRPr>
          </a:p>
          <a:p>
            <a:pPr marL="279360" lvl="1" indent="-171360" defTabSz="914400">
              <a:lnSpc>
                <a:spcPct val="100000"/>
              </a:lnSpc>
              <a:spcAft>
                <a:spcPts val="1599"/>
              </a:spcAft>
              <a:buClr>
                <a:srgbClr val="000000"/>
              </a:buClr>
              <a:buFont typeface="Arial"/>
              <a:buChar char="•"/>
            </a:pPr>
            <a:r>
              <a:rPr lang="en-US" sz="2000" b="0" strike="noStrike" spc="-1">
                <a:solidFill>
                  <a:schemeClr val="dk1"/>
                </a:solidFill>
                <a:latin typeface="Invention"/>
              </a:rPr>
              <a:t>(If sub-population is ≥80% of whole study population, can use the latter)</a:t>
            </a:r>
            <a:endParaRPr lang="en-US" sz="2000" b="0" strike="noStrike" spc="-1">
              <a:solidFill>
                <a:schemeClr val="accent4"/>
              </a:solidFill>
              <a:latin typeface="Invention"/>
            </a:endParaRPr>
          </a:p>
        </p:txBody>
      </p:sp>
      <p:sp>
        <p:nvSpPr>
          <p:cNvPr id="1699" name="PlaceHolder 3"/>
          <p:cNvSpPr>
            <a:spLocks noGrp="1"/>
          </p:cNvSpPr>
          <p:nvPr>
            <p:ph/>
          </p:nvPr>
        </p:nvSpPr>
        <p:spPr>
          <a:xfrm>
            <a:off x="378000" y="1339560"/>
            <a:ext cx="2615760" cy="448560"/>
          </a:xfrm>
          <a:prstGeom prst="rect">
            <a:avLst/>
          </a:prstGeom>
          <a:noFill/>
          <a:ln w="0">
            <a:noFill/>
          </a:ln>
        </p:spPr>
        <p:txBody>
          <a:bodyPr lIns="0" tIns="0" rIns="0" bIns="0" anchor="t">
            <a:noAutofit/>
          </a:bodyPr>
          <a:lstStyle/>
          <a:p>
            <a:pPr indent="0" defTabSz="914400">
              <a:lnSpc>
                <a:spcPct val="100000"/>
              </a:lnSpc>
              <a:spcAft>
                <a:spcPts val="1599"/>
              </a:spcAft>
              <a:buNone/>
              <a:tabLst>
                <a:tab pos="0" algn="l"/>
              </a:tabLst>
            </a:pPr>
            <a:r>
              <a:rPr lang="en-US" sz="2750" b="0" strike="noStrike" spc="-1">
                <a:solidFill>
                  <a:schemeClr val="accent4"/>
                </a:solidFill>
                <a:latin typeface="Invention Light"/>
              </a:rPr>
              <a:t>Guidelines</a:t>
            </a:r>
            <a:endParaRPr lang="en-US" sz="2750" b="0" strike="noStrike" spc="-1">
              <a:solidFill>
                <a:schemeClr val="accent4"/>
              </a:solidFill>
              <a:latin typeface="Invention"/>
            </a:endParaRPr>
          </a:p>
        </p:txBody>
      </p:sp>
      <p:sp>
        <p:nvSpPr>
          <p:cNvPr id="1700" name="TextBox 1"/>
          <p:cNvSpPr/>
          <p:nvPr/>
        </p:nvSpPr>
        <p:spPr>
          <a:xfrm>
            <a:off x="378000" y="3585240"/>
            <a:ext cx="11557440" cy="3110760"/>
          </a:xfrm>
          <a:prstGeom prst="rect">
            <a:avLst/>
          </a:prstGeom>
          <a:noFill/>
          <a:ln w="0">
            <a:solidFill>
              <a:srgbClr val="00857C"/>
            </a:solidFill>
          </a:ln>
        </p:spPr>
        <p:style>
          <a:lnRef idx="0">
            <a:scrgbClr r="0" g="0" b="0"/>
          </a:lnRef>
          <a:fillRef idx="0">
            <a:scrgbClr r="0" g="0" b="0"/>
          </a:fillRef>
          <a:effectRef idx="0">
            <a:scrgbClr r="0" g="0" b="0"/>
          </a:effectRef>
          <a:fontRef idx="minor"/>
        </p:style>
        <p:txBody>
          <a:bodyPr lIns="0" tIns="0" rIns="0" bIns="0" anchor="t">
            <a:noAutofit/>
          </a:bodyPr>
          <a:lstStyle/>
          <a:p>
            <a:pPr defTabSz="228600">
              <a:lnSpc>
                <a:spcPct val="100000"/>
              </a:lnSpc>
            </a:pPr>
            <a:r>
              <a:rPr lang="en-US" sz="1200" b="1" strike="noStrike" spc="-1">
                <a:solidFill>
                  <a:schemeClr val="dk1"/>
                </a:solidFill>
                <a:latin typeface="Invention"/>
              </a:rPr>
              <a:t>Citation:</a:t>
            </a:r>
            <a:r>
              <a:rPr lang="en-US" sz="1200" b="0" strike="noStrike" spc="-1">
                <a:solidFill>
                  <a:schemeClr val="dk1"/>
                </a:solidFill>
                <a:latin typeface="Invention"/>
              </a:rPr>
              <a:t> </a:t>
            </a:r>
            <a:r>
              <a:rPr lang="en-US" sz="1200" b="0" i="1" strike="noStrike" spc="-1">
                <a:solidFill>
                  <a:schemeClr val="dk1"/>
                </a:solidFill>
                <a:latin typeface="Invention"/>
              </a:rPr>
              <a:t>Brookes, S.T., Whitley, E., Peters, T.J., Mulheran, P.A., Egger, M., &amp; Davey Smith, G. (2001). Subgroup analyses in randomised controlled trials: quantifying the risks of false-positives and false-negatives. Health Technology Assessment, 5(33), 1–56. </a:t>
            </a:r>
            <a:endParaRPr lang="en-US" sz="1200" b="0" strike="noStrike" spc="-1">
              <a:solidFill>
                <a:srgbClr val="000000"/>
              </a:solidFill>
              <a:latin typeface="Arial"/>
            </a:endParaRPr>
          </a:p>
          <a:p>
            <a:pPr defTabSz="228600">
              <a:lnSpc>
                <a:spcPct val="100000"/>
              </a:lnSpc>
            </a:pPr>
            <a:r>
              <a:rPr lang="en-US" sz="1200" b="1" strike="noStrike" spc="-1">
                <a:solidFill>
                  <a:schemeClr val="dk1"/>
                </a:solidFill>
                <a:latin typeface="Invention"/>
              </a:rPr>
              <a:t>Key Findings:</a:t>
            </a:r>
            <a:r>
              <a:rPr lang="en-US" sz="1200" b="0" strike="noStrike" spc="-1">
                <a:solidFill>
                  <a:schemeClr val="dk1"/>
                </a:solidFill>
                <a:latin typeface="Invention"/>
              </a:rPr>
              <a:t> This foundational HTA-focused paper demonstrated through simulation that subgroup analyses in RCTs carry a high risk of false-positives when sample sizes are small, especially when multiple subgroups are examined. The authors showed that underpowered subgroup analyses can produce spurious treatment heterogeneity and that the risks increase sharply as subgroup sample size decreases. The paper called for pre-specification and formal interaction testing as minimum standards.</a:t>
            </a:r>
            <a:endParaRPr lang="en-US" sz="1200" b="0" strike="noStrike" spc="-1">
              <a:solidFill>
                <a:srgbClr val="000000"/>
              </a:solidFill>
              <a:latin typeface="Arial"/>
            </a:endParaRPr>
          </a:p>
          <a:p>
            <a:pPr defTabSz="228600">
              <a:lnSpc>
                <a:spcPct val="100000"/>
              </a:lnSpc>
            </a:pPr>
            <a:r>
              <a:rPr lang="en-US" sz="1200" b="0" strike="noStrike" spc="-1">
                <a:solidFill>
                  <a:schemeClr val="dk1"/>
                </a:solidFill>
                <a:latin typeface="Invention"/>
              </a:rPr>
              <a:t> </a:t>
            </a:r>
            <a:endParaRPr lang="en-US" sz="1200" b="0" strike="noStrike" spc="-1">
              <a:solidFill>
                <a:srgbClr val="000000"/>
              </a:solidFill>
              <a:latin typeface="Arial"/>
            </a:endParaRPr>
          </a:p>
          <a:p>
            <a:pPr defTabSz="228600">
              <a:lnSpc>
                <a:spcPct val="100000"/>
              </a:lnSpc>
            </a:pPr>
            <a:r>
              <a:rPr lang="en-US" sz="1200" b="1" strike="noStrike" spc="-1">
                <a:solidFill>
                  <a:schemeClr val="dk1"/>
                </a:solidFill>
                <a:latin typeface="Invention"/>
              </a:rPr>
              <a:t>Citation:</a:t>
            </a:r>
            <a:r>
              <a:rPr lang="en-US" sz="1200" b="0" strike="noStrike" spc="-1">
                <a:solidFill>
                  <a:schemeClr val="dk1"/>
                </a:solidFill>
                <a:latin typeface="Invention"/>
              </a:rPr>
              <a:t> </a:t>
            </a:r>
            <a:r>
              <a:rPr lang="en-US" sz="1200" b="0" i="1" strike="noStrike" spc="-1">
                <a:solidFill>
                  <a:schemeClr val="dk1"/>
                </a:solidFill>
                <a:latin typeface="Invention"/>
              </a:rPr>
              <a:t>Beca, J., Perampaladas, K., Goeree, R., &amp; Xie, F. (2021). Impact of limited sample size and follow-up on single event survival extrapolation for health technology assessment: a simulation study. BMC Medical Research Methodology, 21, 282.  </a:t>
            </a:r>
            <a:endParaRPr lang="en-US" sz="1200" b="0" strike="noStrike" spc="-1">
              <a:solidFill>
                <a:srgbClr val="000000"/>
              </a:solidFill>
              <a:latin typeface="Arial"/>
            </a:endParaRPr>
          </a:p>
          <a:p>
            <a:pPr defTabSz="228600">
              <a:lnSpc>
                <a:spcPct val="100000"/>
              </a:lnSpc>
            </a:pPr>
            <a:r>
              <a:rPr lang="en-US" sz="1200" b="1" strike="noStrike" spc="-1">
                <a:solidFill>
                  <a:schemeClr val="dk1"/>
                </a:solidFill>
                <a:latin typeface="Invention"/>
              </a:rPr>
              <a:t>Key Findings:</a:t>
            </a:r>
            <a:r>
              <a:rPr lang="en-US" sz="1200" b="0" strike="noStrike" spc="-1">
                <a:solidFill>
                  <a:schemeClr val="dk1"/>
                </a:solidFill>
                <a:latin typeface="Invention"/>
              </a:rPr>
              <a:t> Simulation study directly addressing HTA survival analysis in small samples. Simulated populations of 50,000 with exponential hazard rates; drew samples of 30–500 patients across 5,000 repetitions and fitted six parametric distributions. Demonstrated that small samples produce large estimation errors and that CI uncertainty may be severely underestimated, with significant implications for HTA decision modelling. CI coverage was poor when sample sizes were small.</a:t>
            </a:r>
            <a:endParaRPr lang="en-US" sz="1200" b="0" strike="noStrike" spc="-1">
              <a:solidFill>
                <a:srgbClr val="000000"/>
              </a:solidFill>
              <a:latin typeface="Arial"/>
            </a:endParaRPr>
          </a:p>
          <a:p>
            <a:pPr defTabSz="228600">
              <a:lnSpc>
                <a:spcPct val="100000"/>
              </a:lnSpc>
            </a:pPr>
            <a:endParaRPr lang="en-US" sz="1200" b="0" strike="noStrike" spc="-1">
              <a:solidFill>
                <a:srgbClr val="000000"/>
              </a:solidFill>
              <a:latin typeface="Arial"/>
            </a:endParaRPr>
          </a:p>
          <a:p>
            <a:pPr defTabSz="228600">
              <a:lnSpc>
                <a:spcPct val="100000"/>
              </a:lnSpc>
            </a:pPr>
            <a:r>
              <a:rPr lang="en-US" sz="1200" b="1" strike="noStrike" spc="-1">
                <a:solidFill>
                  <a:schemeClr val="dk1"/>
                </a:solidFill>
                <a:latin typeface="Invention"/>
              </a:rPr>
              <a:t>Citation:</a:t>
            </a:r>
            <a:r>
              <a:rPr lang="en-US" sz="1200" b="0" strike="noStrike" spc="-1">
                <a:solidFill>
                  <a:schemeClr val="dk1"/>
                </a:solidFill>
                <a:latin typeface="Invention"/>
              </a:rPr>
              <a:t> </a:t>
            </a:r>
            <a:r>
              <a:rPr lang="en-US" sz="1200" b="0" i="1" strike="noStrike" spc="-1">
                <a:solidFill>
                  <a:schemeClr val="dk1"/>
                </a:solidFill>
                <a:latin typeface="Invention"/>
              </a:rPr>
              <a:t>Murray, T.A., Thall, P.F., Yuan, Y., McAvoy, S., &amp; Gomez, D.R. (2017). Robust treatment comparison based on utilities of semi-competing risks in non-small-cell lung cancer. Journal of the American Statistical Association, 112(517), 11–23. </a:t>
            </a:r>
            <a:endParaRPr lang="en-US" sz="1200" b="0" strike="noStrike" spc="-1">
              <a:solidFill>
                <a:srgbClr val="000000"/>
              </a:solidFill>
              <a:latin typeface="Arial"/>
            </a:endParaRPr>
          </a:p>
          <a:p>
            <a:pPr defTabSz="228600">
              <a:lnSpc>
                <a:spcPct val="100000"/>
              </a:lnSpc>
            </a:pPr>
            <a:r>
              <a:rPr lang="en-US" sz="1200" b="1" strike="noStrike" spc="-1">
                <a:solidFill>
                  <a:schemeClr val="dk1"/>
                </a:solidFill>
                <a:latin typeface="Invention"/>
              </a:rPr>
              <a:t>Key Findings:</a:t>
            </a:r>
            <a:r>
              <a:rPr lang="en-US" sz="1200" b="0" strike="noStrike" spc="-1">
                <a:solidFill>
                  <a:schemeClr val="dk1"/>
                </a:solidFill>
                <a:latin typeface="Invention"/>
              </a:rPr>
              <a:t> Simulation-based evaluation of estimation variability in small oncology trial samples, demonstrating that point estimates and CI limits are highly unstable when N is small in survival endpoints. Highlights the importance of quantifying this instability through Monte Carlo methods.</a:t>
            </a:r>
            <a:endParaRPr lang="en-US" sz="1200" b="0" strike="noStrike" spc="-1">
              <a:solidFill>
                <a:srgbClr val="000000"/>
              </a:solidFill>
              <a:latin typeface="Arial"/>
            </a:endParaRPr>
          </a:p>
        </p:txBody>
      </p:sp>
      <p:sp>
        <p:nvSpPr>
          <p:cNvPr id="1701" name="Content Placeholder 11"/>
          <p:cNvSpPr/>
          <p:nvPr/>
        </p:nvSpPr>
        <p:spPr>
          <a:xfrm>
            <a:off x="378000" y="3178440"/>
            <a:ext cx="4678560" cy="448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spcAft>
                <a:spcPts val="1599"/>
              </a:spcAft>
              <a:tabLst>
                <a:tab pos="0" algn="l"/>
              </a:tabLst>
            </a:pPr>
            <a:r>
              <a:rPr lang="en-US" sz="2750" b="0" strike="noStrike" spc="-1">
                <a:solidFill>
                  <a:schemeClr val="accent4"/>
                </a:solidFill>
                <a:latin typeface="Invention Light"/>
              </a:rPr>
              <a:t>Literature Review Results</a:t>
            </a:r>
            <a:endParaRPr lang="en-US" sz="2750" b="0" strike="noStrike" spc="-1">
              <a:solidFill>
                <a:srgbClr val="000000"/>
              </a:solidFill>
              <a:latin typeface="Arial"/>
            </a:endParaRPr>
          </a:p>
        </p:txBody>
      </p:sp>
      <p:sp>
        <p:nvSpPr>
          <p:cNvPr id="5" name="PlaceHolder 4"/>
          <p:cNvSpPr>
            <a:spLocks noGrp="1"/>
          </p:cNvSpPr>
          <p:nvPr>
            <p:ph type="sldNum" idx="150"/>
          </p:nvPr>
        </p:nvSpPr>
        <p:spPr/>
        <p:txBody>
          <a:bodyPr/>
          <a:lstStyle/>
          <a:p>
            <a:fld id="{EDF4459B-8D3C-48F1-BBB9-F3A6B5A53FA3}" type="slidenum">
              <a:rPr/>
              <a:t>6</a:t>
            </a:fld>
            <a:endParaRPr/>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The Central Question</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r>
              <a:rPr lang="en-US" sz="1500" b="0" strike="noStrike" spc="-1" dirty="0">
                <a:solidFill>
                  <a:schemeClr val="accent4"/>
                </a:solidFill>
                <a:latin typeface="Invention"/>
              </a:rPr>
              <a:t>A central question in any trial with subgroup analyses is whether an apparent finding reflects genuine heterogeneity or is noise amplified by small sample size.</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Key challenge: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Small subgroups can produce dramatic-looking hazard ratio estimates purely by chance. A reviewer seeing UB(HR) = 3.5 in a 15-patient subgroup cannot distinguish this from a genuine safety signal without calibration.</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Core insight:</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Clinical subgroups of a given N are statistically indistinguishable from meaningless random groupings of the same size. Clinical rationale provides no statistical protection against sampling noise.</a:t>
            </a:r>
          </a:p>
        </p:txBody>
      </p:sp>
      <p:sp>
        <p:nvSpPr>
          <p:cNvPr id="4" name="PlaceHolder 3"/>
          <p:cNvSpPr>
            <a:spLocks noGrp="1"/>
          </p:cNvSpPr>
          <p:nvPr>
            <p:ph type="sldNum" idx="174"/>
          </p:nvPr>
        </p:nvSpPr>
        <p:spPr/>
        <p:txBody>
          <a:bodyPr/>
          <a:lstStyle/>
          <a:p>
            <a:fld id="{4116B0CD-4EEC-4CF6-B450-31218AFB8840}" type="slidenum">
              <a:rPr/>
              <a:t>7</a:t>
            </a:fld>
            <a:endParaRPr/>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Strategy: Simulation-Based Calibration</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r>
              <a:rPr lang="en-US" sz="1500" b="0" strike="noStrike" spc="-1" dirty="0">
                <a:solidFill>
                  <a:schemeClr val="accent4"/>
                </a:solidFill>
                <a:latin typeface="Invention"/>
              </a:rPr>
              <a:t>This paradigm uses the trial data itself — observed outcomes, censoring process, and individual covariates — to construct a realistic simulation framework.</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Pipeline: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Fit a Weibull AFT model to observed trial data to build a data-generating mechanism (DGM)</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Calibrate the censoring distribution to match the observed censoring rate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Generate thousands of synthetic trials under a uniform (null) treatment effect</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Analyse each synthetic trial across dozens of pre-specified subgroups via Cox regression</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Characterise the distribution of chance findings: HR point estimates, upper confidence bounds</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0" strike="noStrike" spc="-1" dirty="0">
                <a:solidFill>
                  <a:schemeClr val="accent4"/>
                </a:solidFill>
                <a:latin typeface="Invention"/>
              </a:rPr>
              <a:t>The DGM preserves the trial’s covariate distributions, correlation structure, and censoring patterns.</a:t>
            </a:r>
          </a:p>
        </p:txBody>
      </p:sp>
      <p:sp>
        <p:nvSpPr>
          <p:cNvPr id="4" name="PlaceHolder 3"/>
          <p:cNvSpPr>
            <a:spLocks noGrp="1"/>
          </p:cNvSpPr>
          <p:nvPr>
            <p:ph type="sldNum" idx="174"/>
          </p:nvPr>
        </p:nvSpPr>
        <p:spPr/>
        <p:txBody>
          <a:bodyPr/>
          <a:lstStyle/>
          <a:p>
            <a:fld id="{4116B0CD-4EEC-4CF6-B450-31218AFB8840}" type="slidenum">
              <a:rPr/>
              <a:t>8</a:t>
            </a:fld>
            <a:endParaRP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Source Data: GBSG Breast Cancer Trial</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r>
              <a:rPr lang="en-US" sz="1500" b="0" strike="noStrike" spc="-1" dirty="0">
                <a:solidFill>
                  <a:schemeClr val="accent4"/>
                </a:solidFill>
                <a:latin typeface="Invention"/>
              </a:rPr>
              <a:t>The German Breast Cancer Study Group (GBSG) dataset provides the foundation for the simulation.</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N = 686 patients with primary node-positive breast cancer</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Endpoint: recurrence-free survival time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Treatment: hormonal therapy vs. control</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Covariates for subgroup definitions:</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Age, menopausal status, tumour size, number of positive nodes, tumour grade, progesterone receptor (PGR), estrogen receptor (ER)</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0" strike="noStrike" spc="-1" dirty="0">
                <a:solidFill>
                  <a:schemeClr val="accent4"/>
                </a:solidFill>
                <a:latin typeface="Invention"/>
              </a:rPr>
              <a:t>56 subgroups evaluated per trial: ITT (1), clinical (4), continuous cut-points (13), two-way interactions (29), three-way (5), and 4 random benchmarks (N ≈ 15, 20, 40, 60).</a:t>
            </a:r>
          </a:p>
        </p:txBody>
      </p:sp>
      <p:sp>
        <p:nvSpPr>
          <p:cNvPr id="4" name="PlaceHolder 3"/>
          <p:cNvSpPr>
            <a:spLocks noGrp="1"/>
          </p:cNvSpPr>
          <p:nvPr>
            <p:ph type="sldNum" idx="174"/>
          </p:nvPr>
        </p:nvSpPr>
        <p:spPr/>
        <p:txBody>
          <a:bodyPr/>
          <a:lstStyle/>
          <a:p>
            <a:fld id="{4116B0CD-4EEC-4CF6-B450-31218AFB8840}" type="slidenum">
              <a:rPr/>
              <a:t>9</a:t>
            </a:fld>
            <a:endParaRP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The Uniform Treatment Effect DGM</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r>
              <a:rPr lang="en-US" sz="1500" b="0" strike="noStrike" spc="-1" dirty="0">
                <a:solidFill>
                  <a:schemeClr val="accent4"/>
                </a:solidFill>
                <a:latin typeface="Invention"/>
              </a:rPr>
              <a:t>The DGM enforces a perfectly uniform treatment benefit:</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1" strike="noStrike" spc="-1" dirty="0">
                <a:solidFill>
                  <a:schemeClr val="accent4"/>
                </a:solidFill>
                <a:latin typeface="Invention"/>
              </a:rPr>
              <a:t>True HR = 0.70 for every patient, regardless of covariate profile.</a:t>
            </a:r>
          </a:p>
          <a:p>
            <a:pPr indent="0" defTabSz="914400">
              <a:lnSpc>
                <a:spcPct val="100000"/>
              </a:lnSpc>
              <a:spcAft>
                <a:spcPts val="1199"/>
              </a:spcAft>
              <a:buNone/>
              <a:tabLst>
                <a:tab pos="0" algn="l"/>
              </a:tabLst>
            </a:pPr>
            <a:r>
              <a:rPr lang="en-US" sz="1500" b="0" strike="noStrike" spc="-1" dirty="0">
                <a:solidFill>
                  <a:schemeClr val="accent4"/>
                </a:solidFill>
                <a:latin typeface="Invention"/>
              </a:rPr>
              <a:t>Any apparent subgroup heterogeneity is a false positive by construction.</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0" strike="noStrike" spc="-1" dirty="0">
                <a:solidFill>
                  <a:schemeClr val="accent4"/>
                </a:solidFill>
                <a:latin typeface="Invention"/>
              </a:rPr>
              <a:t>Random benchmark subgroups (random60, random40, random20, random15) are created by randomly sampling subjects each simulation. These have no clinical meaning — their true HR is exactly 0.70 — and serve as size-matched null controls.</a:t>
            </a:r>
          </a:p>
          <a:p>
            <a:pPr indent="0" defTabSz="914400">
              <a:lnSpc>
                <a:spcPct val="100000"/>
              </a:lnSpc>
              <a:spcAft>
                <a:spcPts val="1199"/>
              </a:spcAft>
              <a:buNone/>
              <a:tabLst>
                <a:tab pos="0" algn="l"/>
              </a:tabLst>
            </a:pPr>
            <a:endParaRPr lang="en-US" sz="600"/>
          </a:p>
          <a:p>
            <a:pPr indent="0" defTabSz="914400">
              <a:lnSpc>
                <a:spcPct val="100000"/>
              </a:lnSpc>
              <a:spcAft>
                <a:spcPts val="1199"/>
              </a:spcAft>
              <a:buNone/>
              <a:tabLst>
                <a:tab pos="0" algn="l"/>
              </a:tabLst>
            </a:pPr>
            <a:r>
              <a:rPr lang="en-US" sz="1500" b="0" strike="noStrike" spc="-1" dirty="0">
                <a:solidFill>
                  <a:schemeClr val="accent4"/>
                </a:solidFill>
                <a:latin typeface="Invention"/>
              </a:rPr>
              <a:t>Each simulation generates a synthetic RCT (N = 686), fits a stratified Cox model in all 56 subgroups, and records the HR point estimate and the upper bound of the 95% CI.</a:t>
            </a:r>
          </a:p>
        </p:txBody>
      </p:sp>
      <p:sp>
        <p:nvSpPr>
          <p:cNvPr id="4" name="PlaceHolder 3"/>
          <p:cNvSpPr>
            <a:spLocks noGrp="1"/>
          </p:cNvSpPr>
          <p:nvPr>
            <p:ph type="sldNum" idx="174"/>
          </p:nvPr>
        </p:nvSpPr>
        <p:spPr/>
        <p:txBody>
          <a:bodyPr/>
          <a:lstStyle/>
          <a:p>
            <a:fld id="{4116B0CD-4EEC-4CF6-B450-31218AFB8840}" type="slidenum">
              <a:rPr/>
              <a:t>10</a:t>
            </a:fld>
            <a:endParaRP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What Chance Alone Produces</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endParaRPr lang="en-US" sz="1500" b="0" strike="noStrike" spc="-1" dirty="0">
              <a:solidFill>
                <a:schemeClr val="accent4"/>
              </a:solidFill>
              <a:latin typeface="Invention"/>
            </a:endParaRPr>
          </a:p>
          <a:p>
            <a:pPr indent="0" defTabSz="914400">
              <a:lnSpc>
                <a:spcPct val="100000"/>
              </a:lnSpc>
              <a:spcAft>
                <a:spcPts val="1199"/>
              </a:spcAft>
              <a:buNone/>
              <a:tabLst>
                <a:tab pos="0" algn="l"/>
              </a:tabLst>
            </a:pPr>
            <a:endParaRPr lang="en-US" sz="1500" spc="-1" dirty="0">
              <a:solidFill>
                <a:schemeClr val="accent4"/>
              </a:solidFill>
              <a:latin typeface="Invention"/>
            </a:endParaRPr>
          </a:p>
          <a:p>
            <a:pPr indent="0" defTabSz="914400">
              <a:lnSpc>
                <a:spcPct val="100000"/>
              </a:lnSpc>
              <a:spcAft>
                <a:spcPts val="1199"/>
              </a:spcAft>
              <a:buNone/>
              <a:tabLst>
                <a:tab pos="0" algn="l"/>
              </a:tabLst>
            </a:pPr>
            <a:r>
              <a:rPr lang="en-US" sz="1500" b="0" strike="noStrike" spc="-1" dirty="0">
                <a:solidFill>
                  <a:schemeClr val="accent4"/>
                </a:solidFill>
                <a:latin typeface="Invention"/>
              </a:rPr>
              <a:t>The Cox model is unbiased (median HR ≈ 0.70 everywhere) with correct CI coverage. Wide intervals in small subgroups accurately reflect genuine statistical uncertainty.</a:t>
            </a:r>
          </a:p>
        </p:txBody>
      </p:sp>
      <p:sp>
        <p:nvSpPr>
          <p:cNvPr id="4" name="PlaceHolder 3"/>
          <p:cNvSpPr>
            <a:spLocks noGrp="1"/>
          </p:cNvSpPr>
          <p:nvPr>
            <p:ph type="sldNum" idx="174"/>
          </p:nvPr>
        </p:nvSpPr>
        <p:spPr/>
        <p:txBody>
          <a:bodyPr/>
          <a:lstStyle/>
          <a:p>
            <a:fld id="{4116B0CD-4EEC-4CF6-B450-31218AFB8840}" type="slidenum">
              <a:rPr/>
              <a:t>11</a:t>
            </a:fld>
            <a:endParaRPr/>
          </a:p>
        </p:txBody>
      </p:sp>
      <p:pic>
        <p:nvPicPr>
          <p:cNvPr id="2" name="Picture 1">
            <a:extLst>
              <a:ext uri="{FF2B5EF4-FFF2-40B4-BE49-F238E27FC236}">
                <a16:creationId xmlns:a16="http://schemas.microsoft.com/office/drawing/2014/main" id="{701DB965-FD11-4EC6-D46A-02EE779BA7A0}"/>
              </a:ext>
            </a:extLst>
          </p:cNvPr>
          <p:cNvPicPr>
            <a:picLocks noChangeAspect="1"/>
          </p:cNvPicPr>
          <p:nvPr/>
        </p:nvPicPr>
        <p:blipFill>
          <a:blip r:embed="rId2"/>
          <a:stretch>
            <a:fillRect/>
          </a:stretch>
        </p:blipFill>
        <p:spPr>
          <a:xfrm>
            <a:off x="2209800" y="1608967"/>
            <a:ext cx="7772400" cy="3640066"/>
          </a:xfrm>
          <a:prstGeom prst="rect">
            <a:avLst/>
          </a:prstGeom>
        </p:spPr>
      </p:pic>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Interpreting Subgroup Findings Against Chance</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r>
              <a:rPr lang="en-US" sz="1500" b="0" strike="noStrike" spc="-1" dirty="0">
                <a:solidFill>
                  <a:schemeClr val="accent4"/>
                </a:solidFill>
                <a:latin typeface="Invention"/>
              </a:rPr>
              <a:t>These benchmarks directly inform interpretation: before concluding that a finding is real, compare it against what chance alone produces for a subgroup of the same size.</a:t>
            </a:r>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1" strike="noStrike" spc="-1" dirty="0">
                <a:solidFill>
                  <a:schemeClr val="accent4"/>
                </a:solidFill>
                <a:latin typeface="Invention"/>
              </a:rPr>
              <a:t>Practical calibration question:</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“Is this subgroup result more extreme than what I would expect from a random grouping of the same size?”  If not, the result is fully consistent with chance.</a:t>
            </a:r>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0" strike="noStrike" spc="-1" dirty="0">
                <a:solidFill>
                  <a:schemeClr val="accent4"/>
                </a:solidFill>
                <a:latin typeface="Invention"/>
              </a:rPr>
              <a:t>For random subgroups of N ≈ 15–20, UB(HR) routinely exceeds 3.0–5.0 in the worst 1% of trials — despite a true HR of 0.70 (substantial benefit).</a:t>
            </a:r>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0" strike="noStrike" spc="-1" dirty="0">
                <a:solidFill>
                  <a:schemeClr val="accent4"/>
                </a:solidFill>
                <a:latin typeface="Invention"/>
              </a:rPr>
              <a:t>Clinically motivated subgroups of the same size show identical variability. Simulation-based calibration is essential for honest, transparent </a:t>
            </a:r>
            <a:r>
              <a:rPr lang="en-US" sz="1500" b="0" strike="noStrike" spc="-1">
                <a:solidFill>
                  <a:schemeClr val="accent4"/>
                </a:solidFill>
                <a:latin typeface="Invention"/>
              </a:rPr>
              <a:t>assessment.</a:t>
            </a:r>
          </a:p>
          <a:p>
            <a:pPr indent="0" defTabSz="914400">
              <a:lnSpc>
                <a:spcPct val="100000"/>
              </a:lnSpc>
              <a:spcAft>
                <a:spcPts val="1199"/>
              </a:spcAft>
              <a:buNone/>
              <a:tabLst>
                <a:tab pos="0" algn="l"/>
              </a:tabLst>
            </a:pPr>
            <a:endParaRPr lang="en-US" sz="1500" b="0" strike="noStrike" spc="-1" dirty="0">
              <a:solidFill>
                <a:schemeClr val="accent4"/>
              </a:solidFill>
              <a:latin typeface="Invention"/>
            </a:endParaRPr>
          </a:p>
          <a:p>
            <a:pPr>
              <a:lnSpc>
                <a:spcPct val="100000"/>
              </a:lnSpc>
              <a:spcAft>
                <a:spcPts val="1199"/>
              </a:spcAft>
              <a:tabLst>
                <a:tab pos="0" algn="l"/>
              </a:tabLst>
            </a:pPr>
            <a:r>
              <a:rPr lang="en-US" sz="1500" spc="-1" dirty="0">
                <a:solidFill>
                  <a:schemeClr val="accent4"/>
                </a:solidFill>
                <a:latin typeface="Invention"/>
              </a:rPr>
              <a:t>The framework is designed so analysts can swap in their own trial data for the GBSG example. The pipeline — DGM construction, censoring calibration, trial generation, subgroup analysis — is fully general.</a:t>
            </a:r>
          </a:p>
          <a:p>
            <a:pPr indent="0" defTabSz="914400">
              <a:lnSpc>
                <a:spcPct val="100000"/>
              </a:lnSpc>
              <a:spcAft>
                <a:spcPts val="1199"/>
              </a:spcAft>
              <a:buNone/>
              <a:tabLst>
                <a:tab pos="0" algn="l"/>
              </a:tabLst>
            </a:pPr>
            <a:endParaRPr lang="en-US" sz="1500" spc="-1" dirty="0">
              <a:solidFill>
                <a:schemeClr val="accent4"/>
              </a:solidFill>
              <a:latin typeface="Invention"/>
            </a:endParaRPr>
          </a:p>
          <a:p>
            <a:pPr indent="0" defTabSz="914400">
              <a:lnSpc>
                <a:spcPct val="100000"/>
              </a:lnSpc>
              <a:spcAft>
                <a:spcPts val="1199"/>
              </a:spcAft>
              <a:buNone/>
              <a:tabLst>
                <a:tab pos="0" algn="l"/>
              </a:tabLst>
            </a:pPr>
            <a:endParaRPr lang="en-US" sz="1500" b="0" strike="noStrike" spc="-1" dirty="0">
              <a:solidFill>
                <a:schemeClr val="accent4"/>
              </a:solidFill>
              <a:latin typeface="Invention"/>
            </a:endParaRPr>
          </a:p>
        </p:txBody>
      </p:sp>
      <p:sp>
        <p:nvSpPr>
          <p:cNvPr id="4" name="PlaceHolder 3"/>
          <p:cNvSpPr>
            <a:spLocks noGrp="1"/>
          </p:cNvSpPr>
          <p:nvPr>
            <p:ph type="sldNum" idx="174"/>
          </p:nvPr>
        </p:nvSpPr>
        <p:spPr/>
        <p:txBody>
          <a:bodyPr/>
          <a:lstStyle/>
          <a:p>
            <a:fld id="{4116B0CD-4EEC-4CF6-B450-31218AFB8840}" type="slidenum">
              <a:rPr/>
              <a:t>12</a:t>
            </a:fld>
            <a:endParaRP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2" name="PlaceHolder 1"/>
          <p:cNvSpPr>
            <a:spLocks noGrp="1"/>
          </p:cNvSpPr>
          <p:nvPr>
            <p:ph type="title"/>
          </p:nvPr>
        </p:nvSpPr>
        <p:spPr>
          <a:xfrm>
            <a:off x="378000" y="378000"/>
            <a:ext cx="1072800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Conclusion &amp; Resources</a:t>
            </a:r>
            <a:endParaRPr lang="en-US" sz="2750" b="0" strike="noStrike" spc="-1">
              <a:solidFill>
                <a:schemeClr val="dk1"/>
              </a:solidFill>
              <a:latin typeface="Invention"/>
            </a:endParaRPr>
          </a:p>
        </p:txBody>
      </p:sp>
      <p:sp>
        <p:nvSpPr>
          <p:cNvPr id="1703" name="PlaceHolder 2"/>
          <p:cNvSpPr>
            <a:spLocks noGrp="1"/>
          </p:cNvSpPr>
          <p:nvPr>
            <p:ph/>
          </p:nvPr>
        </p:nvSpPr>
        <p:spPr>
          <a:xfrm>
            <a:off x="378000" y="1565640"/>
            <a:ext cx="11436120" cy="4815720"/>
          </a:xfrm>
          <a:prstGeom prst="rect">
            <a:avLst/>
          </a:prstGeom>
          <a:noFill/>
          <a:ln w="0">
            <a:noFill/>
          </a:ln>
        </p:spPr>
        <p:txBody>
          <a:bodyPr lIns="0" tIns="0" rIns="0" bIns="0" anchor="t">
            <a:noAutofit/>
          </a:bodyPr>
          <a:lstStyle/>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1" strike="noStrike" spc="-1" dirty="0">
                <a:solidFill>
                  <a:schemeClr val="accent4"/>
                </a:solidFill>
                <a:latin typeface="Invention"/>
              </a:rPr>
              <a:t>Key takeaways:</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Small subgroups produce extreme results by chance alone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Clinical rationale does not protect against sampling noise</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Simulation-based calibration quantifies how “extreme” a result truly is</a:t>
            </a:r>
          </a:p>
          <a:p>
            <a:pPr marL="457200" indent="-228600" defTabSz="914400">
              <a:lnSpc>
                <a:spcPct val="100000"/>
              </a:lnSpc>
              <a:spcAft>
                <a:spcPts val="1199"/>
              </a:spcAft>
              <a:tabLst>
                <a:tab pos="0" algn="l"/>
              </a:tabLst>
            </a:pPr>
            <a:r>
              <a:rPr lang="en-US" sz="1500" b="0" strike="noStrike" spc="-1" dirty="0">
                <a:solidFill>
                  <a:schemeClr val="accent4"/>
                </a:solidFill>
                <a:latin typeface="Invention"/>
              </a:rPr>
              <a:t>The forestsearch R package provides a complete, reproducible workflow</a:t>
            </a:r>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1" strike="noStrike" spc="-1" dirty="0">
                <a:solidFill>
                  <a:schemeClr val="accent4"/>
                </a:solidFill>
                <a:latin typeface="Invention"/>
              </a:rPr>
              <a:t>Extreme Subgroups vignette and full documentation:</a:t>
            </a:r>
          </a:p>
          <a:p>
            <a:pPr indent="0" defTabSz="914400">
              <a:lnSpc>
                <a:spcPct val="100000"/>
              </a:lnSpc>
              <a:spcAft>
                <a:spcPts val="1199"/>
              </a:spcAft>
              <a:buNone/>
              <a:tabLst>
                <a:tab pos="0" algn="l"/>
              </a:tabLst>
            </a:pPr>
            <a:r>
              <a:rPr lang="en-US" sz="1500" b="0" strike="noStrike" spc="-1" dirty="0">
                <a:solidFill>
                  <a:schemeClr val="accent4"/>
                </a:solidFill>
                <a:latin typeface="Invention"/>
              </a:rPr>
              <a:t>https://larry-leon.github.io/forestsearch/</a:t>
            </a:r>
          </a:p>
          <a:p>
            <a:pPr indent="0" defTabSz="914400">
              <a:lnSpc>
                <a:spcPct val="100000"/>
              </a:lnSpc>
              <a:spcAft>
                <a:spcPts val="1199"/>
              </a:spcAft>
              <a:buNone/>
              <a:tabLst>
                <a:tab pos="0" algn="l"/>
              </a:tabLst>
            </a:pPr>
            <a:endParaRPr lang="en-US" sz="600" dirty="0"/>
          </a:p>
          <a:p>
            <a:pPr indent="0" defTabSz="914400">
              <a:lnSpc>
                <a:spcPct val="100000"/>
              </a:lnSpc>
              <a:spcAft>
                <a:spcPts val="1199"/>
              </a:spcAft>
              <a:buNone/>
              <a:tabLst>
                <a:tab pos="0" algn="l"/>
              </a:tabLst>
            </a:pPr>
            <a:r>
              <a:rPr lang="en-US" sz="1500" b="0" strike="noStrike" spc="-1" dirty="0">
                <a:solidFill>
                  <a:schemeClr val="accent4"/>
                </a:solidFill>
                <a:latin typeface="Invention"/>
              </a:rPr>
              <a:t>Install:  pak::pak("larry-leon/forestsearch")</a:t>
            </a:r>
          </a:p>
        </p:txBody>
      </p:sp>
      <p:sp>
        <p:nvSpPr>
          <p:cNvPr id="4" name="PlaceHolder 3"/>
          <p:cNvSpPr>
            <a:spLocks noGrp="1"/>
          </p:cNvSpPr>
          <p:nvPr>
            <p:ph type="sldNum" idx="174"/>
          </p:nvPr>
        </p:nvSpPr>
        <p:spPr/>
        <p:txBody>
          <a:bodyPr/>
          <a:lstStyle/>
          <a:p>
            <a:fld id="{4116B0CD-4EEC-4CF6-B450-31218AFB8840}" type="slidenum">
              <a:rPr/>
              <a:t>13</a:t>
            </a:fld>
            <a:endParaRPr/>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4"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So what?</a:t>
            </a:r>
            <a:endParaRPr lang="en-US" sz="2750" b="0" strike="noStrike" spc="-1">
              <a:solidFill>
                <a:schemeClr val="dk1"/>
              </a:solidFill>
              <a:latin typeface="Invention"/>
            </a:endParaRPr>
          </a:p>
        </p:txBody>
      </p:sp>
      <p:sp>
        <p:nvSpPr>
          <p:cNvPr id="1715" name="PlaceHolder 2"/>
          <p:cNvSpPr>
            <a:spLocks noGrp="1"/>
          </p:cNvSpPr>
          <p:nvPr>
            <p:ph/>
          </p:nvPr>
        </p:nvSpPr>
        <p:spPr>
          <a:xfrm>
            <a:off x="374760" y="1371600"/>
            <a:ext cx="11438640" cy="4452840"/>
          </a:xfrm>
          <a:prstGeom prst="rect">
            <a:avLst/>
          </a:prstGeom>
          <a:noFill/>
          <a:ln w="0">
            <a:noFill/>
          </a:ln>
        </p:spPr>
        <p:txBody>
          <a:bodyPr lIns="0" tIns="45720" rIns="0" bIns="0" anchor="t">
            <a:noAutofit/>
          </a:bodyPr>
          <a:lstStyle/>
          <a:p>
            <a:pPr marL="285840" indent="-285840" defTabSz="914400">
              <a:lnSpc>
                <a:spcPct val="95000"/>
              </a:lnSpc>
              <a:spcAft>
                <a:spcPts val="601"/>
              </a:spcAft>
              <a:buClr>
                <a:srgbClr val="0C2340"/>
              </a:buClr>
              <a:buFont typeface="Arial"/>
              <a:buChar char="•"/>
            </a:pPr>
            <a:r>
              <a:rPr lang="en-US" sz="1800" b="0" strike="noStrike" spc="-1">
                <a:solidFill>
                  <a:schemeClr val="accent4"/>
                </a:solidFill>
                <a:latin typeface="Invention"/>
              </a:rPr>
              <a:t>Well Dave… </a:t>
            </a:r>
          </a:p>
        </p:txBody>
      </p:sp>
      <p:sp>
        <p:nvSpPr>
          <p:cNvPr id="4" name="PlaceHolder 3"/>
          <p:cNvSpPr>
            <a:spLocks noGrp="1"/>
          </p:cNvSpPr>
          <p:nvPr>
            <p:ph type="sldNum" idx="267"/>
          </p:nvPr>
        </p:nvSpPr>
        <p:spPr/>
        <p:txBody>
          <a:bodyPr/>
          <a:lstStyle/>
          <a:p>
            <a:fld id="{00059388-D25D-4F8D-AEC9-9850C1CB778B}" type="slidenum">
              <a:t>14</a:t>
            </a:fld>
            <a:endParaRPr/>
          </a:p>
        </p:txBody>
      </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6"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Some considerations and limitations of our work on handling small PICOs</a:t>
            </a:r>
            <a:endParaRPr lang="en-US" sz="2750" b="0" strike="noStrike" spc="-1">
              <a:solidFill>
                <a:schemeClr val="dk1"/>
              </a:solidFill>
              <a:latin typeface="Invention"/>
            </a:endParaRPr>
          </a:p>
        </p:txBody>
      </p:sp>
      <p:sp>
        <p:nvSpPr>
          <p:cNvPr id="1717" name="PlaceHolder 2"/>
          <p:cNvSpPr>
            <a:spLocks noGrp="1"/>
          </p:cNvSpPr>
          <p:nvPr>
            <p:ph/>
          </p:nvPr>
        </p:nvSpPr>
        <p:spPr>
          <a:xfrm>
            <a:off x="374760" y="1371600"/>
            <a:ext cx="11438640" cy="5108040"/>
          </a:xfrm>
          <a:prstGeom prst="rect">
            <a:avLst/>
          </a:prstGeom>
          <a:noFill/>
          <a:ln w="0">
            <a:noFill/>
          </a:ln>
        </p:spPr>
        <p:txBody>
          <a:bodyPr lIns="0" tIns="45720" rIns="0" bIns="0" anchor="t">
            <a:noAutofit/>
          </a:bodyPr>
          <a:lstStyle/>
          <a:p>
            <a:pPr marL="285840" indent="-285840" defTabSz="914400">
              <a:lnSpc>
                <a:spcPct val="95000"/>
              </a:lnSpc>
              <a:spcAft>
                <a:spcPts val="601"/>
              </a:spcAft>
              <a:buClr>
                <a:srgbClr val="0C2340"/>
              </a:buClr>
              <a:buFont typeface="Arial"/>
              <a:buChar char="•"/>
            </a:pPr>
            <a:r>
              <a:rPr lang="en-US" sz="2400" b="0" strike="noStrike" spc="-1">
                <a:solidFill>
                  <a:schemeClr val="accent4"/>
                </a:solidFill>
                <a:latin typeface="Invention"/>
              </a:rPr>
              <a:t>Any guidance around ‘how small is too small to analyse?’ is inherently arbitrary</a:t>
            </a:r>
          </a:p>
          <a:p>
            <a:pPr marL="285840" indent="-285840" defTabSz="914400">
              <a:lnSpc>
                <a:spcPct val="95000"/>
              </a:lnSpc>
              <a:spcAft>
                <a:spcPts val="601"/>
              </a:spcAft>
              <a:buClr>
                <a:srgbClr val="0C2340"/>
              </a:buClr>
              <a:buFont typeface="Arial"/>
              <a:buChar char="•"/>
            </a:pPr>
            <a:r>
              <a:rPr lang="en-US" sz="2400" b="0" i="1" strike="noStrike" spc="-1">
                <a:solidFill>
                  <a:schemeClr val="accent4"/>
                </a:solidFill>
                <a:latin typeface="Invention"/>
              </a:rPr>
              <a:t>We chose a particular approach &amp; provide some statistical justification</a:t>
            </a:r>
            <a:endParaRPr lang="en-US" sz="2400" b="0" strike="noStrike" spc="-1">
              <a:solidFill>
                <a:schemeClr val="accent4"/>
              </a:solidFill>
              <a:latin typeface="Invention"/>
            </a:endParaRPr>
          </a:p>
          <a:p>
            <a:pPr marL="285840" indent="-285840" defTabSz="914400">
              <a:lnSpc>
                <a:spcPct val="95000"/>
              </a:lnSpc>
              <a:spcAft>
                <a:spcPts val="601"/>
              </a:spcAft>
              <a:buClr>
                <a:srgbClr val="0C2340"/>
              </a:buClr>
              <a:buFont typeface="Arial"/>
              <a:buChar char="•"/>
            </a:pPr>
            <a:r>
              <a:rPr lang="en-US" sz="2400" b="0" strike="noStrike" spc="-1">
                <a:solidFill>
                  <a:schemeClr val="accent4"/>
                </a:solidFill>
                <a:latin typeface="Invention"/>
              </a:rPr>
              <a:t>We focus on upper bounds of 95% Cis</a:t>
            </a:r>
          </a:p>
          <a:p>
            <a:pPr marL="393840" lvl="1" indent="-285840" defTabSz="914400">
              <a:lnSpc>
                <a:spcPct val="95000"/>
              </a:lnSpc>
              <a:spcAft>
                <a:spcPts val="601"/>
              </a:spcAft>
              <a:buClr>
                <a:srgbClr val="0C2340"/>
              </a:buClr>
              <a:buFont typeface="Arial"/>
              <a:buChar char="•"/>
            </a:pPr>
            <a:r>
              <a:rPr lang="en-US" sz="2200" b="0" strike="noStrike" spc="-1">
                <a:solidFill>
                  <a:schemeClr val="accent4"/>
                </a:solidFill>
                <a:latin typeface="Invention"/>
              </a:rPr>
              <a:t>Quantify risk of large upper bounds suggesting concern, despite real benefit </a:t>
            </a:r>
          </a:p>
          <a:p>
            <a:pPr marL="343080" indent="-343080" defTabSz="914400">
              <a:lnSpc>
                <a:spcPct val="95000"/>
              </a:lnSpc>
              <a:spcAft>
                <a:spcPts val="601"/>
              </a:spcAft>
              <a:buClr>
                <a:srgbClr val="0C2340"/>
              </a:buClr>
              <a:buFont typeface="Arial"/>
              <a:buChar char="•"/>
            </a:pPr>
            <a:r>
              <a:rPr lang="en-US" sz="2400" b="0" i="1" strike="noStrike" spc="-1">
                <a:solidFill>
                  <a:schemeClr val="accent4"/>
                </a:solidFill>
                <a:latin typeface="Invention"/>
              </a:rPr>
              <a:t>Simulation code (created by Larry Leon) available on GitHub</a:t>
            </a:r>
            <a:endParaRPr lang="en-US" sz="2400" b="0" strike="noStrike" spc="-1">
              <a:solidFill>
                <a:schemeClr val="accent4"/>
              </a:solidFill>
              <a:latin typeface="Invention"/>
            </a:endParaRPr>
          </a:p>
          <a:p>
            <a:pPr marL="343080" indent="-343080" defTabSz="914400">
              <a:lnSpc>
                <a:spcPct val="95000"/>
              </a:lnSpc>
              <a:spcAft>
                <a:spcPts val="601"/>
              </a:spcAft>
              <a:buClr>
                <a:srgbClr val="0C2340"/>
              </a:buClr>
              <a:buFont typeface="Arial"/>
              <a:buChar char="•"/>
            </a:pPr>
            <a:r>
              <a:rPr lang="en-US" sz="2400" b="0" strike="noStrike" spc="-1">
                <a:solidFill>
                  <a:schemeClr val="accent4"/>
                </a:solidFill>
                <a:latin typeface="Invention"/>
              </a:rPr>
              <a:t>Balance statistical rigour vs. being competitive</a:t>
            </a:r>
          </a:p>
          <a:p>
            <a:pPr marL="451080" lvl="1" indent="-343080" defTabSz="914400">
              <a:lnSpc>
                <a:spcPct val="95000"/>
              </a:lnSpc>
              <a:spcAft>
                <a:spcPts val="601"/>
              </a:spcAft>
              <a:buClr>
                <a:srgbClr val="0C2340"/>
              </a:buClr>
              <a:buFont typeface="Arial"/>
              <a:buChar char="•"/>
            </a:pPr>
            <a:r>
              <a:rPr lang="en-US" sz="2200" b="0" strike="noStrike" spc="-1">
                <a:solidFill>
                  <a:schemeClr val="accent4"/>
                </a:solidFill>
                <a:latin typeface="Invention"/>
              </a:rPr>
              <a:t>We still want to seek approvals, what are other sponsors doing?</a:t>
            </a:r>
          </a:p>
          <a:p>
            <a:pPr marL="343080" indent="-343080" defTabSz="914400">
              <a:lnSpc>
                <a:spcPct val="95000"/>
              </a:lnSpc>
              <a:spcAft>
                <a:spcPts val="601"/>
              </a:spcAft>
              <a:buClr>
                <a:srgbClr val="0C2340"/>
              </a:buClr>
              <a:buFont typeface="Arial"/>
              <a:buChar char="•"/>
            </a:pPr>
            <a:r>
              <a:rPr lang="en-US" sz="2400" b="0" i="1" strike="noStrike" spc="-1">
                <a:solidFill>
                  <a:schemeClr val="accent4"/>
                </a:solidFill>
                <a:latin typeface="Invention"/>
              </a:rPr>
              <a:t>Future work includes:</a:t>
            </a:r>
            <a:endParaRPr lang="en-US" sz="2400" b="0" strike="noStrike" spc="-1">
              <a:solidFill>
                <a:schemeClr val="accent4"/>
              </a:solidFill>
              <a:latin typeface="Invention"/>
            </a:endParaRPr>
          </a:p>
          <a:p>
            <a:pPr marL="451080" lvl="1" indent="-343080" defTabSz="914400">
              <a:lnSpc>
                <a:spcPct val="95000"/>
              </a:lnSpc>
              <a:spcAft>
                <a:spcPts val="601"/>
              </a:spcAft>
              <a:buClr>
                <a:srgbClr val="0C2340"/>
              </a:buClr>
              <a:buFont typeface="Arial"/>
              <a:buChar char="•"/>
            </a:pPr>
            <a:r>
              <a:rPr lang="en-US" sz="2200" b="0" i="1" strike="noStrike" spc="-1">
                <a:solidFill>
                  <a:schemeClr val="accent4"/>
                </a:solidFill>
                <a:latin typeface="Invention"/>
              </a:rPr>
              <a:t>How to handle AE SOCs and PTs</a:t>
            </a:r>
            <a:endParaRPr lang="en-US" sz="2200" b="0" strike="noStrike" spc="-1">
              <a:solidFill>
                <a:schemeClr val="accent4"/>
              </a:solidFill>
              <a:latin typeface="Invention"/>
            </a:endParaRPr>
          </a:p>
          <a:p>
            <a:pPr marL="451080" lvl="1" indent="-343080" defTabSz="914400">
              <a:lnSpc>
                <a:spcPct val="95000"/>
              </a:lnSpc>
              <a:spcAft>
                <a:spcPts val="601"/>
              </a:spcAft>
              <a:buClr>
                <a:srgbClr val="0C2340"/>
              </a:buClr>
              <a:buFont typeface="Arial"/>
              <a:buChar char="•"/>
            </a:pPr>
            <a:r>
              <a:rPr lang="en-US" sz="2200" b="0" i="1" strike="noStrike" spc="-1">
                <a:solidFill>
                  <a:schemeClr val="accent4"/>
                </a:solidFill>
                <a:latin typeface="Invention"/>
              </a:rPr>
              <a:t>Guidance for small indirect treatment comparisons PICOs</a:t>
            </a:r>
            <a:endParaRPr lang="en-US" sz="2200" b="0" strike="noStrike" spc="-1">
              <a:solidFill>
                <a:schemeClr val="accent4"/>
              </a:solidFill>
              <a:latin typeface="Invention"/>
            </a:endParaRPr>
          </a:p>
        </p:txBody>
      </p:sp>
      <p:sp>
        <p:nvSpPr>
          <p:cNvPr id="4" name="PlaceHolder 3"/>
          <p:cNvSpPr>
            <a:spLocks noGrp="1"/>
          </p:cNvSpPr>
          <p:nvPr>
            <p:ph type="sldNum" idx="267"/>
          </p:nvPr>
        </p:nvSpPr>
        <p:spPr/>
        <p:txBody>
          <a:bodyPr/>
          <a:lstStyle/>
          <a:p>
            <a:fld id="{6BD28A5B-2F60-4CFB-946A-995784AF7400}" type="slidenum">
              <a:t>15</a:t>
            </a:fld>
            <a:endParaRPr/>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8" name="PlaceHolder 1"/>
          <p:cNvSpPr>
            <a:spLocks noGrp="1"/>
          </p:cNvSpPr>
          <p:nvPr>
            <p:ph type="title"/>
          </p:nvPr>
        </p:nvSpPr>
        <p:spPr>
          <a:xfrm>
            <a:off x="378000" y="1227960"/>
            <a:ext cx="4589640" cy="2152080"/>
          </a:xfrm>
          <a:prstGeom prst="rect">
            <a:avLst/>
          </a:prstGeom>
          <a:noFill/>
          <a:ln w="0">
            <a:noFill/>
          </a:ln>
        </p:spPr>
        <p:txBody>
          <a:bodyPr lIns="0" tIns="0" rIns="0" bIns="0" anchor="b">
            <a:noAutofit/>
          </a:bodyPr>
          <a:lstStyle/>
          <a:p>
            <a:pPr indent="0" defTabSz="914400">
              <a:lnSpc>
                <a:spcPct val="90000"/>
              </a:lnSpc>
              <a:buNone/>
            </a:pPr>
            <a:r>
              <a:rPr lang="en-US" sz="5750" b="0" strike="noStrike" spc="-1">
                <a:solidFill>
                  <a:schemeClr val="accent4"/>
                </a:solidFill>
                <a:latin typeface="Invention Light"/>
              </a:rPr>
              <a:t>Appendix</a:t>
            </a:r>
            <a:endParaRPr lang="en-US" sz="5750" b="0" strike="noStrike" spc="-1">
              <a:solidFill>
                <a:schemeClr val="dk1"/>
              </a:solidFill>
              <a:latin typeface="Invention"/>
            </a:endParaRPr>
          </a:p>
        </p:txBody>
      </p:sp>
      <p:sp>
        <p:nvSpPr>
          <p:cNvPr id="1719" name="PlaceHolder 2"/>
          <p:cNvSpPr>
            <a:spLocks noGrp="1"/>
          </p:cNvSpPr>
          <p:nvPr>
            <p:ph/>
          </p:nvPr>
        </p:nvSpPr>
        <p:spPr>
          <a:xfrm>
            <a:off x="378000" y="3465000"/>
            <a:ext cx="3607920" cy="1499760"/>
          </a:xfrm>
          <a:prstGeom prst="rect">
            <a:avLst/>
          </a:prstGeom>
          <a:noFill/>
          <a:ln w="0">
            <a:noFill/>
          </a:ln>
        </p:spPr>
        <p:txBody>
          <a:bodyPr lIns="0" tIns="0" rIns="0" bIns="0" anchor="t">
            <a:noAutofit/>
          </a:bodyPr>
          <a:lstStyle/>
          <a:p>
            <a:pPr indent="0">
              <a:spcBef>
                <a:spcPts val="1417"/>
              </a:spcBef>
              <a:buNone/>
            </a:pPr>
            <a:endParaRPr lang="en-US" sz="1600" b="0" strike="noStrike" spc="-1">
              <a:solidFill>
                <a:schemeClr val="accent4"/>
              </a:solidFill>
              <a:latin typeface="Invention Light"/>
            </a:endParaRPr>
          </a:p>
        </p:txBody>
      </p:sp>
      <p:sp>
        <p:nvSpPr>
          <p:cNvPr id="4" name="PlaceHolder 3"/>
          <p:cNvSpPr>
            <a:spLocks noGrp="1"/>
          </p:cNvSpPr>
          <p:nvPr>
            <p:ph type="sldNum" idx="229"/>
          </p:nvPr>
        </p:nvSpPr>
        <p:spPr/>
        <p:txBody>
          <a:bodyPr/>
          <a:lstStyle/>
          <a:p>
            <a:fld id="{3AAA8BC5-4643-4E2F-AB88-95292B85D3B4}" type="slidenum">
              <a:t>16</a:t>
            </a:fld>
            <a:endParaRPr/>
          </a:p>
        </p:txBody>
      </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 name="PlaceHolder 1"/>
          <p:cNvSpPr>
            <a:spLocks noGrp="1"/>
          </p:cNvSpPr>
          <p:nvPr>
            <p:ph type="title"/>
          </p:nvPr>
        </p:nvSpPr>
        <p:spPr>
          <a:xfrm>
            <a:off x="378000" y="378000"/>
            <a:ext cx="114361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Terminology examples</a:t>
            </a:r>
            <a:endParaRPr lang="en-US" sz="2750" b="0" strike="noStrike" spc="-1">
              <a:solidFill>
                <a:schemeClr val="dk1"/>
              </a:solidFill>
              <a:latin typeface="Invention"/>
            </a:endParaRPr>
          </a:p>
        </p:txBody>
      </p:sp>
      <p:sp>
        <p:nvSpPr>
          <p:cNvPr id="1721" name="PlaceHolder 2"/>
          <p:cNvSpPr>
            <a:spLocks noGrp="1"/>
          </p:cNvSpPr>
          <p:nvPr>
            <p:ph/>
          </p:nvPr>
        </p:nvSpPr>
        <p:spPr>
          <a:xfrm>
            <a:off x="378000" y="1890000"/>
            <a:ext cx="11436120" cy="4455720"/>
          </a:xfrm>
          <a:prstGeom prst="rect">
            <a:avLst/>
          </a:prstGeom>
          <a:noFill/>
          <a:ln w="0">
            <a:noFill/>
          </a:ln>
        </p:spPr>
        <p:txBody>
          <a:bodyPr lIns="0" tIns="0" rIns="0" bIns="0" anchor="t">
            <a:noAutofit/>
          </a:bodyPr>
          <a:lstStyle/>
          <a:p>
            <a:pPr marL="171360" indent="-171360" defTabSz="914400">
              <a:lnSpc>
                <a:spcPct val="100000"/>
              </a:lnSpc>
              <a:spcAft>
                <a:spcPts val="1599"/>
              </a:spcAft>
              <a:buClr>
                <a:srgbClr val="0C2340"/>
              </a:buClr>
              <a:buFont typeface="Arial"/>
              <a:buChar char="•"/>
            </a:pPr>
            <a:r>
              <a:rPr lang="en-US" sz="1800" b="1" strike="noStrike" spc="-1">
                <a:solidFill>
                  <a:schemeClr val="accent4"/>
                </a:solidFill>
                <a:latin typeface="Invention"/>
              </a:rPr>
              <a:t>Sub-populations</a:t>
            </a:r>
            <a:endParaRPr lang="en-US" sz="1800" b="0" strike="noStrike" spc="-1">
              <a:solidFill>
                <a:schemeClr val="accent4"/>
              </a:solidFill>
              <a:latin typeface="Invention"/>
            </a:endParaRPr>
          </a:p>
          <a:p>
            <a:pPr marL="279360" lvl="1"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For a Keytruda study =&gt; patients with PD-L1 &gt; 50, when study inclusion criteria may be PD-L1 &gt;1</a:t>
            </a:r>
          </a:p>
          <a:p>
            <a:pPr marL="279360" lvl="1"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For a study with standard of care arm of investigator’s choice of treatment =&gt; patients pre-assigned by investigator prior to randomization, to one particular treatment, should they be randomized to the SoC arm</a:t>
            </a:r>
          </a:p>
          <a:p>
            <a:pPr marL="171360" indent="-171360" defTabSz="914400">
              <a:lnSpc>
                <a:spcPct val="100000"/>
              </a:lnSpc>
              <a:spcAft>
                <a:spcPts val="1599"/>
              </a:spcAft>
              <a:buClr>
                <a:srgbClr val="0C2340"/>
              </a:buClr>
              <a:buFont typeface="Arial"/>
              <a:buChar char="•"/>
            </a:pPr>
            <a:r>
              <a:rPr lang="en-US" sz="1800" b="1" strike="noStrike" spc="-1">
                <a:solidFill>
                  <a:schemeClr val="accent4"/>
                </a:solidFill>
                <a:latin typeface="Invention"/>
              </a:rPr>
              <a:t>Subgroups</a:t>
            </a:r>
            <a:endParaRPr lang="en-US" sz="1800" b="0" strike="noStrike" spc="-1">
              <a:solidFill>
                <a:schemeClr val="accent4"/>
              </a:solidFill>
              <a:latin typeface="Invention"/>
            </a:endParaRPr>
          </a:p>
          <a:p>
            <a:pPr marL="279360" lvl="1"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Age (&lt;65 vs. </a:t>
            </a:r>
            <a:r>
              <a:rPr lang="en-US" sz="1800" b="0" strike="noStrike" spc="-1">
                <a:solidFill>
                  <a:schemeClr val="accent4"/>
                </a:solidFill>
                <a:latin typeface="Times New Roman"/>
              </a:rPr>
              <a:t>≥ </a:t>
            </a:r>
            <a:r>
              <a:rPr lang="en-US" sz="1800" b="0" strike="noStrike" spc="-1">
                <a:solidFill>
                  <a:schemeClr val="accent4"/>
                </a:solidFill>
                <a:latin typeface="Invention"/>
              </a:rPr>
              <a:t>65), sex (female vs. male), baseline disease severity (moderate vs. severe),…</a:t>
            </a:r>
          </a:p>
          <a:p>
            <a:pPr marL="171360" indent="-171360" defTabSz="914400">
              <a:lnSpc>
                <a:spcPct val="100000"/>
              </a:lnSpc>
              <a:spcAft>
                <a:spcPts val="1599"/>
              </a:spcAft>
              <a:buClr>
                <a:srgbClr val="0C2340"/>
              </a:buClr>
              <a:buFont typeface="Arial"/>
              <a:buChar char="•"/>
            </a:pPr>
            <a:r>
              <a:rPr lang="en-US" sz="1800" b="1" strike="noStrike" spc="-1">
                <a:solidFill>
                  <a:schemeClr val="accent4"/>
                </a:solidFill>
                <a:latin typeface="Invention"/>
              </a:rPr>
              <a:t>Restricted label population</a:t>
            </a:r>
            <a:endParaRPr lang="en-US" sz="1800" b="0" strike="noStrike" spc="-1">
              <a:solidFill>
                <a:schemeClr val="accent4"/>
              </a:solidFill>
              <a:latin typeface="Invention"/>
            </a:endParaRPr>
          </a:p>
          <a:p>
            <a:pPr marL="279360" lvl="1"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Patients with unresectable or metastatic cancer; pivotal trial included patients with locally advanced disease (typically may be based on subgroup results).</a:t>
            </a:r>
          </a:p>
        </p:txBody>
      </p:sp>
      <p:sp>
        <p:nvSpPr>
          <p:cNvPr id="4" name="PlaceHolder 3"/>
          <p:cNvSpPr>
            <a:spLocks noGrp="1"/>
          </p:cNvSpPr>
          <p:nvPr>
            <p:ph type="sldNum" idx="174"/>
          </p:nvPr>
        </p:nvSpPr>
        <p:spPr/>
        <p:txBody>
          <a:bodyPr/>
          <a:lstStyle/>
          <a:p>
            <a:fld id="{199B7A6B-6BCC-446C-A9F4-2B69E8E51B75}" type="slidenum">
              <a:t>17</a:t>
            </a:fld>
            <a:endParaRPr/>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2" name="PlaceHolder 1"/>
          <p:cNvSpPr>
            <a:spLocks noGrp="1"/>
          </p:cNvSpPr>
          <p:nvPr>
            <p:ph type="title"/>
          </p:nvPr>
        </p:nvSpPr>
        <p:spPr>
          <a:xfrm>
            <a:off x="378000" y="378000"/>
            <a:ext cx="752292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Inadvertent subgroup unblinding</a:t>
            </a:r>
            <a:endParaRPr lang="en-US" sz="2750" b="0" strike="noStrike" spc="-1">
              <a:solidFill>
                <a:schemeClr val="dk1"/>
              </a:solidFill>
              <a:latin typeface="Invention"/>
            </a:endParaRPr>
          </a:p>
        </p:txBody>
      </p:sp>
      <p:sp>
        <p:nvSpPr>
          <p:cNvPr id="1723" name="PlaceHolder 2"/>
          <p:cNvSpPr>
            <a:spLocks noGrp="1"/>
          </p:cNvSpPr>
          <p:nvPr>
            <p:ph/>
          </p:nvPr>
        </p:nvSpPr>
        <p:spPr>
          <a:xfrm>
            <a:off x="378000" y="1925640"/>
            <a:ext cx="11436120" cy="4455720"/>
          </a:xfrm>
          <a:prstGeom prst="rect">
            <a:avLst/>
          </a:prstGeom>
          <a:noFill/>
          <a:ln w="0">
            <a:noFill/>
          </a:ln>
        </p:spPr>
        <p:txBody>
          <a:bodyPr lIns="0" tIns="0" rIns="0" bIns="0" anchor="t">
            <a:noAutofit/>
          </a:bodyPr>
          <a:lstStyle/>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Example:</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Country A requested primary endpoint results split by age ≥65 and age &lt;65</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Country B requested primary endpoint results split by age ≥75 and age &lt;75</a:t>
            </a:r>
          </a:p>
          <a:p>
            <a:pPr marL="279360" lvl="1"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Results for participants aged 65 – 75 could be inferred</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Cannot expect individual countries to submit such information pro-actively</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Within BARDS HTA Statistics we could say to an individual country affiliate that  we will provide them with the complementary sub-population. It is their decision on how to handle.</a:t>
            </a:r>
          </a:p>
          <a:p>
            <a:pPr marL="171360" indent="-171360" defTabSz="914400">
              <a:lnSpc>
                <a:spcPct val="100000"/>
              </a:lnSpc>
              <a:spcAft>
                <a:spcPts val="1599"/>
              </a:spcAft>
              <a:buClr>
                <a:srgbClr val="0C2340"/>
              </a:buClr>
              <a:buFont typeface="Arial"/>
              <a:buChar char="•"/>
            </a:pPr>
            <a:r>
              <a:rPr lang="en-US" sz="1800" b="0" strike="noStrike" spc="-1">
                <a:solidFill>
                  <a:schemeClr val="accent4"/>
                </a:solidFill>
                <a:latin typeface="Invention"/>
              </a:rPr>
              <a:t>Need to consider which analyses should be pro-active vs. reactive</a:t>
            </a:r>
          </a:p>
          <a:p>
            <a:pPr indent="0" defTabSz="914400">
              <a:lnSpc>
                <a:spcPct val="100000"/>
              </a:lnSpc>
              <a:spcAft>
                <a:spcPts val="1599"/>
              </a:spcAft>
              <a:buNone/>
            </a:pPr>
            <a:endParaRPr lang="en-US" sz="1800" b="0" strike="noStrike" spc="-1">
              <a:solidFill>
                <a:schemeClr val="accent4"/>
              </a:solidFill>
              <a:latin typeface="Invention"/>
            </a:endParaRPr>
          </a:p>
        </p:txBody>
      </p:sp>
      <p:sp>
        <p:nvSpPr>
          <p:cNvPr id="4" name="PlaceHolder 3"/>
          <p:cNvSpPr>
            <a:spLocks noGrp="1"/>
          </p:cNvSpPr>
          <p:nvPr>
            <p:ph type="sldNum" idx="174"/>
          </p:nvPr>
        </p:nvSpPr>
        <p:spPr/>
        <p:txBody>
          <a:bodyPr/>
          <a:lstStyle/>
          <a:p>
            <a:fld id="{52F44631-24B5-4E48-906E-30D9AF31EAC4}" type="slidenum">
              <a:t>18</a:t>
            </a:fld>
            <a:endParaRPr/>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4" name="PlaceHolder 1"/>
          <p:cNvSpPr>
            <a:spLocks noGrp="1"/>
          </p:cNvSpPr>
          <p:nvPr>
            <p:ph type="title"/>
          </p:nvPr>
        </p:nvSpPr>
        <p:spPr>
          <a:xfrm>
            <a:off x="378000" y="378000"/>
            <a:ext cx="11438640" cy="849600"/>
          </a:xfrm>
          <a:prstGeom prst="rect">
            <a:avLst/>
          </a:prstGeom>
          <a:noFill/>
          <a:ln w="0">
            <a:noFill/>
          </a:ln>
        </p:spPr>
        <p:txBody>
          <a:bodyPr lIns="0" tIns="0" rIns="0" bIns="0" anchor="ctr">
            <a:noAutofit/>
          </a:bodyPr>
          <a:lstStyle/>
          <a:p>
            <a:pPr indent="0" defTabSz="914400">
              <a:lnSpc>
                <a:spcPct val="90000"/>
              </a:lnSpc>
              <a:buNone/>
            </a:pPr>
            <a:r>
              <a:rPr lang="en-US" sz="2750" b="0" strike="noStrike" spc="-1">
                <a:solidFill>
                  <a:schemeClr val="accent4"/>
                </a:solidFill>
                <a:latin typeface="Invention Light"/>
              </a:rPr>
              <a:t>Acknowledgements</a:t>
            </a:r>
            <a:endParaRPr lang="en-US" sz="2750" b="0" strike="noStrike" spc="-1">
              <a:solidFill>
                <a:schemeClr val="dk1"/>
              </a:solidFill>
              <a:latin typeface="Invention"/>
            </a:endParaRPr>
          </a:p>
        </p:txBody>
      </p:sp>
      <p:sp>
        <p:nvSpPr>
          <p:cNvPr id="1725" name="PlaceHolder 2"/>
          <p:cNvSpPr>
            <a:spLocks noGrp="1"/>
          </p:cNvSpPr>
          <p:nvPr>
            <p:ph/>
          </p:nvPr>
        </p:nvSpPr>
        <p:spPr>
          <a:xfrm>
            <a:off x="374760" y="1371600"/>
            <a:ext cx="11438640" cy="4452840"/>
          </a:xfrm>
          <a:prstGeom prst="rect">
            <a:avLst/>
          </a:prstGeom>
          <a:noFill/>
          <a:ln w="0">
            <a:noFill/>
          </a:ln>
        </p:spPr>
        <p:txBody>
          <a:bodyPr lIns="0" tIns="45720" rIns="0" bIns="0" anchor="t">
            <a:noAutofit/>
          </a:bodyPr>
          <a:lstStyle/>
          <a:p>
            <a:pPr marL="285840" indent="-285840" defTabSz="914400">
              <a:lnSpc>
                <a:spcPct val="95000"/>
              </a:lnSpc>
              <a:spcAft>
                <a:spcPts val="601"/>
              </a:spcAft>
              <a:buClr>
                <a:srgbClr val="0C2340"/>
              </a:buClr>
              <a:buFont typeface="Arial"/>
              <a:buChar char="•"/>
            </a:pPr>
            <a:r>
              <a:rPr lang="en-US" sz="2400" b="0" strike="noStrike" spc="-1">
                <a:solidFill>
                  <a:schemeClr val="accent4"/>
                </a:solidFill>
                <a:latin typeface="Invention"/>
              </a:rPr>
              <a:t>Dom Muston, Jon Hartzel, Justin Chumbley, Kristel Vandormael, Lara Wolfson, Lidia Mukina, Mayur Amonkar, Patrick Moneuse, Ruixuan Jiang, Sabrina Wan, Shahrul Mt-Isa </a:t>
            </a:r>
          </a:p>
        </p:txBody>
      </p:sp>
      <p:sp>
        <p:nvSpPr>
          <p:cNvPr id="4" name="PlaceHolder 3"/>
          <p:cNvSpPr>
            <a:spLocks noGrp="1"/>
          </p:cNvSpPr>
          <p:nvPr>
            <p:ph type="sldNum" idx="267"/>
          </p:nvPr>
        </p:nvSpPr>
        <p:spPr/>
        <p:txBody>
          <a:bodyPr/>
          <a:lstStyle/>
          <a:p>
            <a:fld id="{8122799E-BCAB-4353-B167-E7315EA6653D}" type="slidenum">
              <a:t>19</a:t>
            </a:fld>
            <a:endParaRPr/>
          </a:p>
        </p:txBody>
      </p:sp>
    </p:spTree>
  </p:cSld>
  <p:clrMapOvr>
    <a:masterClrMapping/>
  </p:clrMapOvr>
  <p:transition>
    <p:fade/>
  </p:transition>
</p:sld>
</file>

<file path=ppt/theme/theme1.xml><?xml version="1.0" encoding="utf-8"?>
<a:theme xmlns:a="http://schemas.openxmlformats.org/drawingml/2006/main" name="Merck 16:9 PPT Theme">
  <a:themeElements>
    <a:clrScheme name="Custom 30">
      <a:dk1>
        <a:srgbClr val="0C2340"/>
      </a:dk1>
      <a:lt1>
        <a:srgbClr val="FFFFFF"/>
      </a:lt1>
      <a:dk2>
        <a:srgbClr val="688CE8"/>
      </a:dk2>
      <a:lt2>
        <a:srgbClr val="69B8F7"/>
      </a:lt2>
      <a:accent1>
        <a:srgbClr val="00857C"/>
      </a:accent1>
      <a:accent2>
        <a:srgbClr val="6ECEB2"/>
      </a:accent2>
      <a:accent3>
        <a:srgbClr val="BFED33"/>
      </a:accent3>
      <a:accent4>
        <a:srgbClr val="0C2340"/>
      </a:accent4>
      <a:accent5>
        <a:srgbClr val="FFF063"/>
      </a:accent5>
      <a:accent6>
        <a:srgbClr val="5350E4"/>
      </a:accent6>
      <a:hlink>
        <a:srgbClr val="11867B"/>
      </a:hlink>
      <a:folHlink>
        <a:srgbClr val="90C4D8"/>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Merck 16:9 PPT Theme">
  <a:themeElements>
    <a:clrScheme name="Custom 30">
      <a:dk1>
        <a:srgbClr val="0C2340"/>
      </a:dk1>
      <a:lt1>
        <a:srgbClr val="FFFFFF"/>
      </a:lt1>
      <a:dk2>
        <a:srgbClr val="688CE8"/>
      </a:dk2>
      <a:lt2>
        <a:srgbClr val="69B8F7"/>
      </a:lt2>
      <a:accent1>
        <a:srgbClr val="00857C"/>
      </a:accent1>
      <a:accent2>
        <a:srgbClr val="6ECEB2"/>
      </a:accent2>
      <a:accent3>
        <a:srgbClr val="BFED33"/>
      </a:accent3>
      <a:accent4>
        <a:srgbClr val="0C2340"/>
      </a:accent4>
      <a:accent5>
        <a:srgbClr val="FFF063"/>
      </a:accent5>
      <a:accent6>
        <a:srgbClr val="5350E4"/>
      </a:accent6>
      <a:hlink>
        <a:srgbClr val="11867B"/>
      </a:hlink>
      <a:folHlink>
        <a:srgbClr val="90C4D8"/>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MSD 16:9 PPT Theme">
  <a:themeElements>
    <a:clrScheme name="Merck colour theme">
      <a:dk1>
        <a:srgbClr val="000000"/>
      </a:dk1>
      <a:lt1>
        <a:srgbClr val="FFFFFF"/>
      </a:lt1>
      <a:dk2>
        <a:srgbClr val="44546A"/>
      </a:dk2>
      <a:lt2>
        <a:srgbClr val="9EA7B3"/>
      </a:lt2>
      <a:accent1>
        <a:srgbClr val="00857C"/>
      </a:accent1>
      <a:accent2>
        <a:srgbClr val="6ECEB2"/>
      </a:accent2>
      <a:accent3>
        <a:srgbClr val="FFF063"/>
      </a:accent3>
      <a:accent4>
        <a:srgbClr val="0C2340"/>
      </a:accent4>
      <a:accent5>
        <a:srgbClr val="5450E4"/>
      </a:accent5>
      <a:accent6>
        <a:srgbClr val="688CE8"/>
      </a:accent6>
      <a:hlink>
        <a:srgbClr val="0563C1"/>
      </a:hlink>
      <a:folHlink>
        <a:srgbClr val="954F72"/>
      </a:folHlink>
    </a:clrScheme>
    <a:fontScheme name="Merck font theme">
      <a:majorFont>
        <a:latin typeface="Invention Light"/>
        <a:ea typeface=""/>
        <a:cs typeface=""/>
      </a:majorFont>
      <a:minorFont>
        <a:latin typeface="Invention"/>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MSD_16x9-PowerPoint-template.v240213</Template>
  <TotalTime>7</TotalTime>
  <Words>1807</Words>
  <Application>Microsoft Macintosh PowerPoint</Application>
  <PresentationFormat>Widescreen</PresentationFormat>
  <Paragraphs>179</Paragraphs>
  <Slides>19</Slides>
  <Notes>3</Notes>
  <HiddenSlides>0</HiddenSlides>
  <MMClips>0</MMClips>
  <ScaleCrop>false</ScaleCrop>
  <HeadingPairs>
    <vt:vector size="8" baseType="variant">
      <vt:variant>
        <vt:lpstr>Fonts Used</vt:lpstr>
      </vt:variant>
      <vt:variant>
        <vt:i4>6</vt:i4>
      </vt:variant>
      <vt:variant>
        <vt:lpstr>Theme</vt:lpstr>
      </vt:variant>
      <vt:variant>
        <vt:i4>8</vt:i4>
      </vt:variant>
      <vt:variant>
        <vt:lpstr>Embedded OLE Servers</vt:lpstr>
      </vt:variant>
      <vt:variant>
        <vt:i4>1</vt:i4>
      </vt:variant>
      <vt:variant>
        <vt:lpstr>Slide Titles</vt:lpstr>
      </vt:variant>
      <vt:variant>
        <vt:i4>19</vt:i4>
      </vt:variant>
    </vt:vector>
  </HeadingPairs>
  <TitlesOfParts>
    <vt:vector size="34" baseType="lpstr">
      <vt:lpstr>Arial</vt:lpstr>
      <vt:lpstr>Calibri</vt:lpstr>
      <vt:lpstr>Invention</vt:lpstr>
      <vt:lpstr>Invention Light</vt:lpstr>
      <vt:lpstr>Times New Roman</vt:lpstr>
      <vt:lpstr>Wingdings</vt:lpstr>
      <vt:lpstr>Merck 16:9 PPT Theme</vt:lpstr>
      <vt:lpstr>Merck 16:9 PPT Theme</vt:lpstr>
      <vt:lpstr>MSD 16:9 PPT Theme</vt:lpstr>
      <vt:lpstr>MSD 16:9 PPT Theme</vt:lpstr>
      <vt:lpstr>MSD 16:9 PPT Theme</vt:lpstr>
      <vt:lpstr>MSD 16:9 PPT Theme</vt:lpstr>
      <vt:lpstr>MSD 16:9 PPT Theme</vt:lpstr>
      <vt:lpstr>MSD 16:9 PPT Theme</vt:lpstr>
      <vt:lpstr>TCLayout.ActiveDocument.1</vt:lpstr>
      <vt:lpstr>All PICOs Great and Small</vt:lpstr>
      <vt:lpstr>Agenda</vt:lpstr>
      <vt:lpstr>Context: The EU HTA Regulation - effective January 2025  Assessment Scope for Joint Clinical Assessment PICOs</vt:lpstr>
      <vt:lpstr>Subpopulations – the ‘P’ of the PICO</vt:lpstr>
      <vt:lpstr>Small subpopulations - Context, Issue and Motivation</vt:lpstr>
      <vt:lpstr>Little literature or guidance on small sub-populations</vt:lpstr>
      <vt:lpstr>The Central Question</vt:lpstr>
      <vt:lpstr>Strategy: Simulation-Based Calibration</vt:lpstr>
      <vt:lpstr>Source Data: GBSG Breast Cancer Trial</vt:lpstr>
      <vt:lpstr>The Uniform Treatment Effect DGM</vt:lpstr>
      <vt:lpstr>What Chance Alone Produces</vt:lpstr>
      <vt:lpstr>Interpreting Subgroup Findings Against Chance</vt:lpstr>
      <vt:lpstr>Conclusion &amp; Resources</vt:lpstr>
      <vt:lpstr>So what?</vt:lpstr>
      <vt:lpstr>Some considerations and limitations of our work on handling small PICOs</vt:lpstr>
      <vt:lpstr>Appendix</vt:lpstr>
      <vt:lpstr>Terminology examples</vt:lpstr>
      <vt:lpstr>Inadvertent subgroup unblinding</vt:lpstr>
      <vt:lpstr>Acknowledgements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2022 presentation</dc:subject>
  <dc:creator>Wolfson, Lara</dc:creator>
  <dc:description>For external audiences in the US and Canada</dc:description>
  <cp:lastModifiedBy>León, Larry</cp:lastModifiedBy>
  <cp:revision>15</cp:revision>
  <cp:lastPrinted>2024-05-30T09:12:24Z</cp:lastPrinted>
  <dcterms:created xsi:type="dcterms:W3CDTF">2024-04-10T09:13:24Z</dcterms:created>
  <dcterms:modified xsi:type="dcterms:W3CDTF">2026-04-14T21:54:46Z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Merck 16\:9 PPT Theme:10\MSD 16\:9 PPT Theme:7</vt:lpwstr>
  </property>
  <property fmtid="{D5CDD505-2E9C-101B-9397-08002B2CF9AE}" pid="3" name="ClassificationContentMarkingHeaderText">
    <vt:lpwstr>Proprietary</vt:lpwstr>
  </property>
  <property fmtid="{D5CDD505-2E9C-101B-9397-08002B2CF9AE}" pid="4" name="MSIP_Label_927fd646-07cb-4c4e-a107-4e4d6b30ba1b_ActionId">
    <vt:lpwstr>6191114d-55fb-4714-907d-8da95e931486</vt:lpwstr>
  </property>
  <property fmtid="{D5CDD505-2E9C-101B-9397-08002B2CF9AE}" pid="5" name="MSIP_Label_927fd646-07cb-4c4e-a107-4e4d6b30ba1b_ContentBits">
    <vt:lpwstr>1</vt:lpwstr>
  </property>
  <property fmtid="{D5CDD505-2E9C-101B-9397-08002B2CF9AE}" pid="6" name="MSIP_Label_927fd646-07cb-4c4e-a107-4e4d6b30ba1b_Enabled">
    <vt:lpwstr>true</vt:lpwstr>
  </property>
  <property fmtid="{D5CDD505-2E9C-101B-9397-08002B2CF9AE}" pid="7" name="MSIP_Label_927fd646-07cb-4c4e-a107-4e4d6b30ba1b_Method">
    <vt:lpwstr>Privileged</vt:lpwstr>
  </property>
  <property fmtid="{D5CDD505-2E9C-101B-9397-08002B2CF9AE}" pid="8" name="MSIP_Label_927fd646-07cb-4c4e-a107-4e4d6b30ba1b_Name">
    <vt:lpwstr>927fd646-07cb-4c4e-a107-4e4d6b30ba1b</vt:lpwstr>
  </property>
  <property fmtid="{D5CDD505-2E9C-101B-9397-08002B2CF9AE}" pid="9" name="MSIP_Label_927fd646-07cb-4c4e-a107-4e4d6b30ba1b_SetDate">
    <vt:lpwstr>2025-04-09T06:31:16Z</vt:lpwstr>
  </property>
  <property fmtid="{D5CDD505-2E9C-101B-9397-08002B2CF9AE}" pid="10" name="MSIP_Label_927fd646-07cb-4c4e-a107-4e4d6b30ba1b_SiteId">
    <vt:lpwstr>a00de4ec-48a8-43a6-be74-e31274e2060d</vt:lpwstr>
  </property>
  <property fmtid="{D5CDD505-2E9C-101B-9397-08002B2CF9AE}" pid="11" name="Notes">
    <vt:i4>3</vt:i4>
  </property>
  <property fmtid="{D5CDD505-2E9C-101B-9397-08002B2CF9AE}" pid="12" name="PresentationFormat">
    <vt:lpwstr>Widescreen</vt:lpwstr>
  </property>
  <property fmtid="{D5CDD505-2E9C-101B-9397-08002B2CF9AE}" pid="13" name="Slides">
    <vt:i4>16</vt:i4>
  </property>
  <property fmtid="{D5CDD505-2E9C-101B-9397-08002B2CF9AE}" pid="14" name="_AdHocReviewCycleID">
    <vt:i4>-1191401592</vt:i4>
  </property>
  <property fmtid="{D5CDD505-2E9C-101B-9397-08002B2CF9AE}" pid="15" name="_AuthorEmail">
    <vt:lpwstr>larry.leon2@merck.com</vt:lpwstr>
  </property>
  <property fmtid="{D5CDD505-2E9C-101B-9397-08002B2CF9AE}" pid="16" name="_AuthorEmailDisplayName">
    <vt:lpwstr>León, Larry</vt:lpwstr>
  </property>
  <property fmtid="{D5CDD505-2E9C-101B-9397-08002B2CF9AE}" pid="17" name="_EmailSubject">
    <vt:lpwstr>Small PICOs</vt:lpwstr>
  </property>
  <property fmtid="{D5CDD505-2E9C-101B-9397-08002B2CF9AE}" pid="18" name="_NewReviewCycle">
    <vt:lpwstr/>
  </property>
  <property fmtid="{D5CDD505-2E9C-101B-9397-08002B2CF9AE}" pid="19" name="_PreviousAdHocReviewCycleID">
    <vt:i4>-111030843</vt:i4>
  </property>
</Properties>
</file>