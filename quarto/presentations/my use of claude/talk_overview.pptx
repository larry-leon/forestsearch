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larry-leon.github.io/weightedsurv/" TargetMode="External"/><Relationship Id="rId2" Type="http://schemas.openxmlformats.org/officeDocument/2006/relationships/hyperlink" Target="https://larry-leon.github.io/forestsearch/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OVERVIEW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0F3D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My experience with Claude for R package development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58368" y="157276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4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Larry Leon</a:t>
            </a:r>
            <a:pPr indent="0" marL="0">
              <a:buNone/>
            </a:pPr>
            <a:r>
              <a:rPr lang="en-US" sz="16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with thanks to Keaven, Nan, Yujie, and John Blischak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76656" y="210312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78992" y="2103120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4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recent CRAN packages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78992" y="2523744"/>
            <a:ext cx="104241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weightedsurv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forestsearch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both published on CRAN.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u="sng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https://larry-leon.github.io/weightedsurv/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u="sng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https://larry-leon.github.io/forestsearch/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76656" y="347472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78992" y="3474720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forestsearch</a:t>
            </a:r>
            <a:pPr indent="0" marL="0">
              <a:buNone/>
            </a:pPr>
            <a:r>
              <a:rPr lang="en-US" sz="1800" b="1" dirty="0">
                <a:solidFill>
                  <a:srgbClr val="134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 suite for subgroup identification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78992" y="3895344"/>
            <a:ext cx="10424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forestsearch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a comprehensive suite of analysis and simulation tools for exploratory subgroup identification — recently extended from survival to GLM outcomes.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76656" y="438912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78992" y="4389120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4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paper to working code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78992" y="4809744"/>
            <a:ext cx="104241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Summarizing a published article and reproducing its method and code implementation — working from the article alone.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76656" y="516636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78992" y="5166360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4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for an HTA consult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78992" y="5586984"/>
            <a:ext cx="104241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the simulation functionality to work on a real consulting project with the HTA group.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 experience with Claude for R package development</dc:title>
  <dc:subject>PptxGenJS Presentation</dc:subject>
  <dc:creator>Larry Leon</dc:creator>
  <cp:lastModifiedBy>Larry Leon</cp:lastModifiedBy>
  <cp:revision>1</cp:revision>
  <dcterms:created xsi:type="dcterms:W3CDTF">2026-05-28T13:47:56Z</dcterms:created>
  <dcterms:modified xsi:type="dcterms:W3CDTF">2026-05-28T13:47:56Z</dcterms:modified>
</cp:coreProperties>
</file>